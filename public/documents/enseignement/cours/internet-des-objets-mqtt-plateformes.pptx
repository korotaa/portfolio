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62.jpg" ContentType="image/jpeg"/>
  <Override PartName="/ppt/media/image64.jpg" ContentType="image/jpeg"/>
  <Override PartName="/ppt/media/image65.jpg" ContentType="image/jpeg"/>
  <Override PartName="/ppt/media/image7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493" r:id="rId4"/>
    <p:sldId id="627" r:id="rId5"/>
    <p:sldId id="626" r:id="rId6"/>
    <p:sldId id="625" r:id="rId7"/>
    <p:sldId id="624" r:id="rId8"/>
    <p:sldId id="623" r:id="rId9"/>
    <p:sldId id="622" r:id="rId10"/>
    <p:sldId id="614" r:id="rId11"/>
    <p:sldId id="604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89" r:id="rId22"/>
    <p:sldId id="590" r:id="rId23"/>
    <p:sldId id="591" r:id="rId24"/>
    <p:sldId id="592" r:id="rId25"/>
    <p:sldId id="593" r:id="rId26"/>
    <p:sldId id="594" r:id="rId27"/>
    <p:sldId id="595" r:id="rId28"/>
    <p:sldId id="596" r:id="rId29"/>
    <p:sldId id="597" r:id="rId30"/>
    <p:sldId id="598" r:id="rId31"/>
    <p:sldId id="599" r:id="rId32"/>
    <p:sldId id="600" r:id="rId33"/>
    <p:sldId id="601" r:id="rId34"/>
    <p:sldId id="602" r:id="rId35"/>
    <p:sldId id="603" r:id="rId36"/>
    <p:sldId id="615" r:id="rId37"/>
    <p:sldId id="616" r:id="rId38"/>
    <p:sldId id="613" r:id="rId39"/>
    <p:sldId id="605" r:id="rId40"/>
    <p:sldId id="607" r:id="rId41"/>
    <p:sldId id="608" r:id="rId42"/>
    <p:sldId id="609" r:id="rId43"/>
    <p:sldId id="610" r:id="rId44"/>
    <p:sldId id="611" r:id="rId45"/>
    <p:sldId id="612" r:id="rId46"/>
    <p:sldId id="617" r:id="rId47"/>
    <p:sldId id="618" r:id="rId48"/>
    <p:sldId id="619" r:id="rId49"/>
    <p:sldId id="620" r:id="rId50"/>
    <p:sldId id="621" r:id="rId5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51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50" y="237376"/>
            <a:ext cx="12179300" cy="80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9946" y="468884"/>
            <a:ext cx="74809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130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549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80808" y="1963590"/>
            <a:ext cx="3666490" cy="4382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289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4036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74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43940"/>
          </a:xfrm>
          <a:custGeom>
            <a:avLst/>
            <a:gdLst/>
            <a:ahLst/>
            <a:cxnLst/>
            <a:rect l="l" t="t" r="r" b="b"/>
            <a:pathLst>
              <a:path w="12192000" h="1043940">
                <a:moveTo>
                  <a:pt x="12192000" y="0"/>
                </a:moveTo>
                <a:lnTo>
                  <a:pt x="0" y="0"/>
                </a:lnTo>
                <a:lnTo>
                  <a:pt x="0" y="1043491"/>
                </a:lnTo>
                <a:lnTo>
                  <a:pt x="12192000" y="10434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4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043940"/>
          </a:xfrm>
          <a:custGeom>
            <a:avLst/>
            <a:gdLst/>
            <a:ahLst/>
            <a:cxnLst/>
            <a:rect l="l" t="t" r="r" b="b"/>
            <a:pathLst>
              <a:path w="12192000" h="1043940">
                <a:moveTo>
                  <a:pt x="0" y="0"/>
                </a:moveTo>
                <a:lnTo>
                  <a:pt x="12192000" y="0"/>
                </a:lnTo>
                <a:lnTo>
                  <a:pt x="12192000" y="1043492"/>
                </a:lnTo>
                <a:lnTo>
                  <a:pt x="0" y="104349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3039" y="483107"/>
            <a:ext cx="516318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2183" y="1060196"/>
            <a:ext cx="8689340" cy="4124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5790" y="1197102"/>
            <a:ext cx="10983595" cy="0"/>
          </a:xfrm>
          <a:custGeom>
            <a:avLst/>
            <a:gdLst/>
            <a:ahLst/>
            <a:cxnLst/>
            <a:rect l="l" t="t" r="r" b="b"/>
            <a:pathLst>
              <a:path w="10983595">
                <a:moveTo>
                  <a:pt x="0" y="0"/>
                </a:moveTo>
                <a:lnTo>
                  <a:pt x="10983137" y="0"/>
                </a:lnTo>
              </a:path>
            </a:pathLst>
          </a:custGeom>
          <a:ln w="25400">
            <a:solidFill>
              <a:srgbClr val="D247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9946" y="360456"/>
            <a:ext cx="10364470" cy="6846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7533" y="1975829"/>
            <a:ext cx="6696933" cy="2999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328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6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3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221" y="2034922"/>
            <a:ext cx="12058015" cy="979805"/>
            <a:chOff x="67221" y="2034922"/>
            <a:chExt cx="12058015" cy="979805"/>
          </a:xfrm>
        </p:grpSpPr>
        <p:sp>
          <p:nvSpPr>
            <p:cNvPr id="3" name="object 3"/>
            <p:cNvSpPr/>
            <p:nvPr/>
          </p:nvSpPr>
          <p:spPr>
            <a:xfrm>
              <a:off x="73571" y="2041272"/>
              <a:ext cx="12045315" cy="967105"/>
            </a:xfrm>
            <a:custGeom>
              <a:avLst/>
              <a:gdLst/>
              <a:ahLst/>
              <a:cxnLst/>
              <a:rect l="l" t="t" r="r" b="b"/>
              <a:pathLst>
                <a:path w="12045315" h="967105">
                  <a:moveTo>
                    <a:pt x="11883692" y="0"/>
                  </a:moveTo>
                  <a:lnTo>
                    <a:pt x="161164" y="0"/>
                  </a:lnTo>
                  <a:lnTo>
                    <a:pt x="118320" y="5756"/>
                  </a:lnTo>
                  <a:lnTo>
                    <a:pt x="79821" y="22003"/>
                  </a:lnTo>
                  <a:lnTo>
                    <a:pt x="47203" y="47204"/>
                  </a:lnTo>
                  <a:lnTo>
                    <a:pt x="22003" y="79822"/>
                  </a:lnTo>
                  <a:lnTo>
                    <a:pt x="5756" y="118321"/>
                  </a:lnTo>
                  <a:lnTo>
                    <a:pt x="0" y="161165"/>
                  </a:lnTo>
                  <a:lnTo>
                    <a:pt x="0" y="805787"/>
                  </a:lnTo>
                  <a:lnTo>
                    <a:pt x="5756" y="848630"/>
                  </a:lnTo>
                  <a:lnTo>
                    <a:pt x="22003" y="887129"/>
                  </a:lnTo>
                  <a:lnTo>
                    <a:pt x="47203" y="919747"/>
                  </a:lnTo>
                  <a:lnTo>
                    <a:pt x="79821" y="944947"/>
                  </a:lnTo>
                  <a:lnTo>
                    <a:pt x="118320" y="961194"/>
                  </a:lnTo>
                  <a:lnTo>
                    <a:pt x="161164" y="966951"/>
                  </a:lnTo>
                  <a:lnTo>
                    <a:pt x="11883692" y="966951"/>
                  </a:lnTo>
                  <a:lnTo>
                    <a:pt x="11926536" y="961194"/>
                  </a:lnTo>
                  <a:lnTo>
                    <a:pt x="11965035" y="944947"/>
                  </a:lnTo>
                  <a:lnTo>
                    <a:pt x="11997652" y="919747"/>
                  </a:lnTo>
                  <a:lnTo>
                    <a:pt x="12022853" y="887129"/>
                  </a:lnTo>
                  <a:lnTo>
                    <a:pt x="12039099" y="848630"/>
                  </a:lnTo>
                  <a:lnTo>
                    <a:pt x="12044856" y="805787"/>
                  </a:lnTo>
                  <a:lnTo>
                    <a:pt x="12044856" y="161165"/>
                  </a:lnTo>
                  <a:lnTo>
                    <a:pt x="12039099" y="118321"/>
                  </a:lnTo>
                  <a:lnTo>
                    <a:pt x="12022853" y="79822"/>
                  </a:lnTo>
                  <a:lnTo>
                    <a:pt x="11997652" y="47204"/>
                  </a:lnTo>
                  <a:lnTo>
                    <a:pt x="11965035" y="22003"/>
                  </a:lnTo>
                  <a:lnTo>
                    <a:pt x="11926536" y="5756"/>
                  </a:lnTo>
                  <a:lnTo>
                    <a:pt x="11883692" y="0"/>
                  </a:lnTo>
                  <a:close/>
                </a:path>
              </a:pathLst>
            </a:custGeom>
            <a:solidFill>
              <a:srgbClr val="0000FF"/>
            </a:solidFill>
            <a:ln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73571" y="2041272"/>
              <a:ext cx="12045315" cy="967105"/>
            </a:xfrm>
            <a:custGeom>
              <a:avLst/>
              <a:gdLst/>
              <a:ahLst/>
              <a:cxnLst/>
              <a:rect l="l" t="t" r="r" b="b"/>
              <a:pathLst>
                <a:path w="12045315" h="967105">
                  <a:moveTo>
                    <a:pt x="0" y="161165"/>
                  </a:moveTo>
                  <a:lnTo>
                    <a:pt x="5756" y="118321"/>
                  </a:lnTo>
                  <a:lnTo>
                    <a:pt x="22003" y="79822"/>
                  </a:lnTo>
                  <a:lnTo>
                    <a:pt x="47203" y="47204"/>
                  </a:lnTo>
                  <a:lnTo>
                    <a:pt x="79821" y="22003"/>
                  </a:lnTo>
                  <a:lnTo>
                    <a:pt x="118320" y="5756"/>
                  </a:lnTo>
                  <a:lnTo>
                    <a:pt x="161164" y="0"/>
                  </a:lnTo>
                  <a:lnTo>
                    <a:pt x="11883692" y="0"/>
                  </a:lnTo>
                  <a:lnTo>
                    <a:pt x="11926536" y="5756"/>
                  </a:lnTo>
                  <a:lnTo>
                    <a:pt x="11965035" y="22003"/>
                  </a:lnTo>
                  <a:lnTo>
                    <a:pt x="11997653" y="47204"/>
                  </a:lnTo>
                  <a:lnTo>
                    <a:pt x="12022853" y="79822"/>
                  </a:lnTo>
                  <a:lnTo>
                    <a:pt x="12039100" y="118321"/>
                  </a:lnTo>
                  <a:lnTo>
                    <a:pt x="12044857" y="161165"/>
                  </a:lnTo>
                  <a:lnTo>
                    <a:pt x="12044857" y="805786"/>
                  </a:lnTo>
                  <a:lnTo>
                    <a:pt x="12039100" y="848630"/>
                  </a:lnTo>
                  <a:lnTo>
                    <a:pt x="12022853" y="887129"/>
                  </a:lnTo>
                  <a:lnTo>
                    <a:pt x="11997653" y="919747"/>
                  </a:lnTo>
                  <a:lnTo>
                    <a:pt x="11965035" y="944948"/>
                  </a:lnTo>
                  <a:lnTo>
                    <a:pt x="11926536" y="961195"/>
                  </a:lnTo>
                  <a:lnTo>
                    <a:pt x="11883692" y="966952"/>
                  </a:lnTo>
                  <a:lnTo>
                    <a:pt x="161164" y="966952"/>
                  </a:lnTo>
                  <a:lnTo>
                    <a:pt x="118320" y="961195"/>
                  </a:lnTo>
                  <a:lnTo>
                    <a:pt x="79821" y="944948"/>
                  </a:lnTo>
                  <a:lnTo>
                    <a:pt x="47203" y="919747"/>
                  </a:lnTo>
                  <a:lnTo>
                    <a:pt x="22003" y="887129"/>
                  </a:lnTo>
                  <a:lnTo>
                    <a:pt x="5756" y="848630"/>
                  </a:lnTo>
                  <a:lnTo>
                    <a:pt x="0" y="805786"/>
                  </a:lnTo>
                  <a:lnTo>
                    <a:pt x="0" y="16116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503453" y="2195067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sz="40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4000" b="1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Things</a:t>
            </a:r>
            <a:r>
              <a:rPr sz="4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sz="40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IoT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6255" y="3287267"/>
            <a:ext cx="3227705" cy="95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3000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Korota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Arsène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COULIBALY </a:t>
            </a:r>
            <a:r>
              <a:rPr sz="2000" dirty="0">
                <a:latin typeface="Times New Roman"/>
                <a:cs typeface="Times New Roman"/>
              </a:rPr>
              <a:t>ENSAM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Casablanca,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Maroc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0" marR="5080" indent="-940435">
              <a:lnSpc>
                <a:spcPct val="100000"/>
              </a:lnSpc>
              <a:spcBef>
                <a:spcPts val="100"/>
              </a:spcBef>
            </a:pPr>
            <a:r>
              <a:rPr dirty="0"/>
              <a:t>MASTER1</a:t>
            </a:r>
            <a:r>
              <a:rPr spc="25" dirty="0"/>
              <a:t> </a:t>
            </a:r>
            <a:r>
              <a:rPr spc="-20" dirty="0"/>
              <a:t>INTELLIGENCE</a:t>
            </a:r>
            <a:r>
              <a:rPr spc="-90" dirty="0"/>
              <a:t> </a:t>
            </a:r>
            <a:r>
              <a:rPr spc="-10" dirty="0"/>
              <a:t>ARTIFICIELLE </a:t>
            </a:r>
            <a:r>
              <a:rPr dirty="0"/>
              <a:t>ET</a:t>
            </a:r>
            <a:r>
              <a:rPr spc="-85" dirty="0"/>
              <a:t> </a:t>
            </a:r>
            <a:r>
              <a:rPr dirty="0"/>
              <a:t>INTERNET</a:t>
            </a:r>
            <a:r>
              <a:rPr spc="-85" dirty="0"/>
              <a:t> </a:t>
            </a:r>
            <a:r>
              <a:rPr dirty="0"/>
              <a:t>DES</a:t>
            </a:r>
            <a:r>
              <a:rPr spc="-50" dirty="0"/>
              <a:t> </a:t>
            </a:r>
            <a:r>
              <a:rPr spc="-10" dirty="0"/>
              <a:t>OBJETS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3080" y="4804209"/>
            <a:ext cx="2385834" cy="7517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36173" y="6359652"/>
            <a:ext cx="331977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898989"/>
                </a:solidFill>
                <a:latin typeface="Times New Roman"/>
                <a:cs typeface="Times New Roman"/>
              </a:rPr>
              <a:t>Année</a:t>
            </a:r>
            <a:r>
              <a:rPr sz="2000" b="1" spc="-55" dirty="0">
                <a:solidFill>
                  <a:srgbClr val="898989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898989"/>
                </a:solidFill>
                <a:latin typeface="Times New Roman"/>
                <a:cs typeface="Times New Roman"/>
              </a:rPr>
              <a:t>universitaire</a:t>
            </a:r>
            <a:r>
              <a:rPr sz="2000" b="1" spc="-55" dirty="0">
                <a:solidFill>
                  <a:srgbClr val="898989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898989"/>
                </a:solidFill>
                <a:latin typeface="Times New Roman"/>
                <a:cs typeface="Times New Roman"/>
              </a:rPr>
              <a:t>2024-</a:t>
            </a:r>
            <a:r>
              <a:rPr sz="2000" b="1" spc="-20" dirty="0">
                <a:solidFill>
                  <a:srgbClr val="898989"/>
                </a:solidFill>
                <a:latin typeface="Times New Roman"/>
                <a:cs typeface="Times New Roman"/>
              </a:rPr>
              <a:t>2025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Programme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18753D45-2C28-E0C8-8A84-3DC3FC346C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8E87E8C7-0462-939B-A67B-B22761E92482}"/>
              </a:ext>
            </a:extLst>
          </p:cNvPr>
          <p:cNvSpPr txBox="1"/>
          <p:nvPr/>
        </p:nvSpPr>
        <p:spPr>
          <a:xfrm>
            <a:off x="1905000" y="1913932"/>
            <a:ext cx="9020119" cy="15279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1495" indent="-514350">
              <a:lnSpc>
                <a:spcPct val="100000"/>
              </a:lnSpc>
              <a:spcBef>
                <a:spcPts val="100"/>
              </a:spcBef>
              <a:buFont typeface="+mj-lt"/>
              <a:buAutoNum type="romanUcPeriod"/>
            </a:pPr>
            <a:r>
              <a:rPr lang="fr-FR" sz="2400" b="1" dirty="0">
                <a:latin typeface="Times New Roman"/>
                <a:cs typeface="Times New Roman"/>
              </a:rPr>
              <a:t>Introduction to IoT</a:t>
            </a:r>
          </a:p>
          <a:p>
            <a:pPr marL="531495" indent="-514350">
              <a:lnSpc>
                <a:spcPct val="100000"/>
              </a:lnSpc>
              <a:spcBef>
                <a:spcPts val="100"/>
              </a:spcBef>
              <a:buFont typeface="+mj-lt"/>
              <a:buAutoNum type="romanUcPeriod"/>
            </a:pPr>
            <a:r>
              <a:rPr lang="fr-FR" sz="2400" b="1" dirty="0">
                <a:latin typeface="Times New Roman"/>
                <a:cs typeface="Times New Roman"/>
              </a:rPr>
              <a:t>MQTT Protocol</a:t>
            </a:r>
          </a:p>
          <a:p>
            <a:pPr marL="531495" indent="-514350">
              <a:lnSpc>
                <a:spcPct val="100000"/>
              </a:lnSpc>
              <a:spcBef>
                <a:spcPts val="100"/>
              </a:spcBef>
              <a:buFont typeface="+mj-lt"/>
              <a:buAutoNum type="romanUcPeriod"/>
            </a:pPr>
            <a:r>
              <a:rPr lang="fr-FR" sz="2400" b="1" dirty="0">
                <a:latin typeface="Times New Roman"/>
                <a:cs typeface="Times New Roman"/>
              </a:rPr>
              <a:t>IoT platform</a:t>
            </a:r>
          </a:p>
          <a:p>
            <a:pPr marL="531495" indent="-514350">
              <a:lnSpc>
                <a:spcPct val="100000"/>
              </a:lnSpc>
              <a:spcBef>
                <a:spcPts val="100"/>
              </a:spcBef>
              <a:buFont typeface="+mj-lt"/>
              <a:buAutoNum type="romanUcPeriod"/>
            </a:pPr>
            <a:r>
              <a:rPr lang="fr-FR" sz="2400" b="1" dirty="0">
                <a:latin typeface="Times New Roman"/>
                <a:cs typeface="Times New Roman"/>
              </a:rPr>
              <a:t>Embedded system and end </a:t>
            </a:r>
            <a:r>
              <a:rPr lang="fr-FR" sz="2400" b="1" dirty="0" err="1">
                <a:latin typeface="Times New Roman"/>
                <a:cs typeface="Times New Roman"/>
              </a:rPr>
              <a:t>devices</a:t>
            </a:r>
            <a:r>
              <a:rPr lang="fr-FR" sz="2400" b="1" dirty="0">
                <a:latin typeface="Times New Roman"/>
                <a:cs typeface="Times New Roman"/>
              </a:rPr>
              <a:t> programmation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60605-E7CB-739B-992B-D9EE35C74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718D99-6B78-EE7E-B844-3ECED026E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Objectifs du programme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3A26A1C2-2268-3526-2BF5-880C8D6063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AE287508-9B6C-D205-72A8-6A548DC2140B}"/>
              </a:ext>
            </a:extLst>
          </p:cNvPr>
          <p:cNvSpPr txBox="1"/>
          <p:nvPr/>
        </p:nvSpPr>
        <p:spPr>
          <a:xfrm>
            <a:off x="1905000" y="1913932"/>
            <a:ext cx="9020119" cy="31668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latin typeface="Times New Roman"/>
                <a:cs typeface="Times New Roman"/>
              </a:rPr>
              <a:t>Objectif principal :</a:t>
            </a:r>
          </a:p>
          <a:p>
            <a:pPr marL="36004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fr-FR" sz="2000" b="1" dirty="0">
                <a:latin typeface="Times New Roman"/>
                <a:cs typeface="Times New Roman"/>
              </a:rPr>
              <a:t>Être capable de concevoir un système IoT</a:t>
            </a: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endParaRPr lang="fr-FR" sz="2000" b="1" dirty="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latin typeface="Times New Roman"/>
                <a:cs typeface="Times New Roman"/>
              </a:rPr>
              <a:t>Objectifs pédagogiques:</a:t>
            </a:r>
          </a:p>
          <a:p>
            <a:pPr marL="36004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fr-FR" sz="2000" b="1" dirty="0">
                <a:latin typeface="Times New Roman"/>
                <a:cs typeface="Times New Roman"/>
              </a:rPr>
              <a:t>Décrire un système IoT;</a:t>
            </a:r>
          </a:p>
          <a:p>
            <a:pPr marL="36004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fr-FR" sz="2000" b="1" dirty="0">
                <a:latin typeface="Times New Roman"/>
                <a:cs typeface="Times New Roman"/>
              </a:rPr>
              <a:t>Décrire les systèmes embarqués;</a:t>
            </a:r>
          </a:p>
          <a:p>
            <a:pPr marL="36004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fr-FR" sz="2000" b="1" dirty="0">
                <a:latin typeface="Times New Roman"/>
                <a:cs typeface="Times New Roman"/>
              </a:rPr>
              <a:t>Comprendre les contraintes des systèmes embaqués vis-à-vis de l’IoT;</a:t>
            </a:r>
          </a:p>
          <a:p>
            <a:pPr marL="36004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fr-FR" sz="2000" b="1" dirty="0">
                <a:latin typeface="Times New Roman"/>
                <a:cs typeface="Times New Roman"/>
              </a:rPr>
              <a:t>Choisir et mettre en place une plateforme IoT;</a:t>
            </a:r>
          </a:p>
          <a:p>
            <a:pPr marL="36004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fr-FR" sz="2000" b="1" dirty="0">
                <a:latin typeface="Times New Roman"/>
                <a:cs typeface="Times New Roman"/>
              </a:rPr>
              <a:t>Décrire et choisir le protocole de communication sans fil adapté pour son application IoT</a:t>
            </a:r>
          </a:p>
        </p:txBody>
      </p:sp>
    </p:spTree>
    <p:extLst>
      <p:ext uri="{BB962C8B-B14F-4D97-AF65-F5344CB8AC3E}">
        <p14:creationId xmlns:p14="http://schemas.microsoft.com/office/powerpoint/2010/main" val="25823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96DB1-1DB3-F7E1-2299-F33319503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6560CB-FD6B-ED1D-1624-07EE755F06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Introduction to Internet of </a:t>
            </a:r>
            <a:r>
              <a:rPr lang="fr-FR" dirty="0" err="1">
                <a:solidFill>
                  <a:srgbClr val="0000FF"/>
                </a:solidFill>
              </a:rPr>
              <a:t>Things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0B93447E-5768-81DF-64E5-546197CF05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8E40DBC7-070C-9E03-2DE6-511EA9FD4AE9}"/>
              </a:ext>
            </a:extLst>
          </p:cNvPr>
          <p:cNvSpPr txBox="1"/>
          <p:nvPr/>
        </p:nvSpPr>
        <p:spPr>
          <a:xfrm>
            <a:off x="76201" y="1983760"/>
            <a:ext cx="5715000" cy="3474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latin typeface="Times New Roman"/>
                <a:cs typeface="Times New Roman"/>
              </a:rPr>
              <a:t>Le problème de la collecte des récipients en verre en milieu urbain : un spectacle pas si inhabituel …</a:t>
            </a: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endParaRPr lang="fr-FR" sz="2000" b="1" dirty="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latin typeface="Times New Roman"/>
                <a:cs typeface="Times New Roman"/>
              </a:rPr>
              <a:t>La solution : assurer la collecte des récipients en verre AVANT que la poubelle ne soit pleine.</a:t>
            </a: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endParaRPr lang="fr-FR" sz="2000" b="1" dirty="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latin typeface="Times New Roman"/>
                <a:cs typeface="Times New Roman"/>
              </a:rPr>
              <a:t>Les moyens : équiper la poubelle</a:t>
            </a: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latin typeface="Times New Roman"/>
                <a:cs typeface="Times New Roman"/>
              </a:rPr>
              <a:t>d’un capteur de niveau de remplissage qui </a:t>
            </a:r>
            <a:r>
              <a:rPr lang="fr-FR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alerte</a:t>
            </a:r>
            <a:r>
              <a:rPr lang="fr-FR" sz="2000" b="1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automatiquement</a:t>
            </a:r>
            <a:r>
              <a:rPr lang="fr-FR" sz="2000" b="1" dirty="0">
                <a:latin typeface="Times New Roman"/>
                <a:cs typeface="Times New Roman"/>
              </a:rPr>
              <a:t> le centre de collecte de ce qu’elle est presque pleine, et que donc, il faut la vider.</a:t>
            </a:r>
          </a:p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-&gt; Internet des Objets</a:t>
            </a: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BD260117-70F6-779C-68A5-E63A6726D4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201" y="1399571"/>
            <a:ext cx="6324598" cy="464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ECA59-EBD3-959D-53A4-4F71A063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97D097-F1C7-CBD5-B13E-923CF8F24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Introduction to Internet of </a:t>
            </a:r>
            <a:r>
              <a:rPr lang="fr-FR" dirty="0" err="1">
                <a:solidFill>
                  <a:srgbClr val="0000FF"/>
                </a:solidFill>
              </a:rPr>
              <a:t>Things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1127586E-62A1-CD36-D30F-43CA2EC013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9D65F5EF-B876-E3BE-3015-7749D33B4F56}"/>
              </a:ext>
            </a:extLst>
          </p:cNvPr>
          <p:cNvSpPr txBox="1"/>
          <p:nvPr/>
        </p:nvSpPr>
        <p:spPr>
          <a:xfrm>
            <a:off x="76200" y="1983760"/>
            <a:ext cx="5755349" cy="365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lang="fr-FR" sz="2000" b="1" dirty="0">
                <a:latin typeface="Times New Roman"/>
                <a:cs typeface="Times New Roman"/>
              </a:rPr>
              <a:t>Les</a:t>
            </a:r>
            <a:r>
              <a:rPr lang="fr-FR" sz="2000" b="1" spc="-5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principales</a:t>
            </a:r>
            <a:r>
              <a:rPr lang="fr-FR" sz="2000" b="1" spc="-5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caractéristiques</a:t>
            </a:r>
            <a:r>
              <a:rPr lang="fr-FR" sz="2000" b="1" spc="-5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de</a:t>
            </a:r>
            <a:r>
              <a:rPr lang="fr-FR" sz="2000" b="1" spc="-55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l’IoT</a:t>
            </a:r>
            <a:endParaRPr lang="fr-FR"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lang="fr-FR" sz="2000" dirty="0">
              <a:latin typeface="Times New Roman"/>
              <a:cs typeface="Times New Roman"/>
            </a:endParaRPr>
          </a:p>
          <a:p>
            <a:pPr marL="360045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60045" algn="l"/>
              </a:tabLst>
            </a:pPr>
            <a:r>
              <a:rPr lang="fr-FR" sz="2000" b="1" dirty="0">
                <a:latin typeface="Times New Roman"/>
                <a:cs typeface="Times New Roman"/>
              </a:rPr>
              <a:t>Une</a:t>
            </a:r>
            <a:r>
              <a:rPr lang="fr-FR" sz="2000" b="1" spc="-5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couverture</a:t>
            </a:r>
            <a:r>
              <a:rPr lang="fr-FR" sz="2000" b="1" spc="-4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radio</a:t>
            </a:r>
            <a:r>
              <a:rPr lang="fr-FR" sz="2000" b="1" spc="-4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le plus large possible</a:t>
            </a:r>
            <a:endParaRPr lang="fr-FR" sz="2000" dirty="0">
              <a:latin typeface="Times New Roman"/>
              <a:cs typeface="Times New Roman"/>
            </a:endParaRPr>
          </a:p>
          <a:p>
            <a:pPr marL="354965" marR="299085" indent="-342265">
              <a:lnSpc>
                <a:spcPct val="100800"/>
              </a:lnSpc>
              <a:spcBef>
                <a:spcPts val="840"/>
              </a:spcBef>
              <a:buFont typeface="Arial MT"/>
              <a:buChar char="•"/>
              <a:tabLst>
                <a:tab pos="393700" algn="l"/>
              </a:tabLst>
            </a:pPr>
            <a:r>
              <a:rPr lang="fr-FR" sz="2000" b="1" dirty="0">
                <a:latin typeface="Times New Roman"/>
                <a:cs typeface="Times New Roman"/>
              </a:rPr>
              <a:t>Une</a:t>
            </a:r>
            <a:r>
              <a:rPr lang="fr-FR" sz="2000" b="1" spc="-40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interopérabilité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avec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les</a:t>
            </a:r>
            <a:r>
              <a:rPr lang="fr-FR" sz="2000" b="1" spc="-2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réseaux</a:t>
            </a:r>
            <a:r>
              <a:rPr lang="fr-FR" sz="2000" b="1" spc="-25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câblés, </a:t>
            </a:r>
            <a:r>
              <a:rPr lang="fr-FR" sz="2000" b="1" dirty="0">
                <a:latin typeface="Times New Roman"/>
                <a:cs typeface="Times New Roman"/>
              </a:rPr>
              <a:t>sans</a:t>
            </a:r>
            <a:r>
              <a:rPr lang="fr-FR" sz="2000" b="1" spc="-5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fil</a:t>
            </a:r>
            <a:r>
              <a:rPr lang="fr-FR" sz="2000" b="1" spc="-5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et</a:t>
            </a:r>
            <a:r>
              <a:rPr lang="fr-FR" sz="2000" b="1" spc="-4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cellulaires</a:t>
            </a:r>
            <a:r>
              <a:rPr lang="fr-FR" sz="2000" b="1" spc="-45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existants</a:t>
            </a:r>
            <a:endParaRPr lang="fr-FR" sz="2000" dirty="0">
              <a:latin typeface="Times New Roman"/>
              <a:cs typeface="Times New Roman"/>
            </a:endParaRPr>
          </a:p>
          <a:p>
            <a:pPr marL="354965" marR="5080" indent="-342265">
              <a:lnSpc>
                <a:spcPct val="100800"/>
              </a:lnSpc>
              <a:spcBef>
                <a:spcPts val="840"/>
              </a:spcBef>
              <a:buFont typeface="Arial MT"/>
              <a:buChar char="•"/>
              <a:tabLst>
                <a:tab pos="393700" algn="l"/>
              </a:tabLst>
            </a:pPr>
            <a:r>
              <a:rPr lang="fr-FR" sz="2000" b="1" dirty="0">
                <a:latin typeface="Times New Roman"/>
                <a:cs typeface="Times New Roman"/>
              </a:rPr>
              <a:t>Une</a:t>
            </a:r>
            <a:r>
              <a:rPr lang="fr-FR" sz="2000" b="1" spc="-7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transmission</a:t>
            </a:r>
            <a:r>
              <a:rPr lang="fr-FR" sz="2000" b="1" spc="-7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radio</a:t>
            </a:r>
            <a:r>
              <a:rPr lang="fr-FR" sz="2000" b="1" spc="-65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essentiellement 	unidirectionnelle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(de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l’objet</a:t>
            </a:r>
            <a:r>
              <a:rPr lang="fr-FR" sz="2000" b="1" spc="-2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vers</a:t>
            </a:r>
            <a:r>
              <a:rPr lang="fr-FR" sz="2000" b="1" spc="-2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la</a:t>
            </a:r>
            <a:r>
              <a:rPr lang="fr-FR" sz="2000" b="1" spc="-25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passerelle)</a:t>
            </a:r>
            <a:endParaRPr lang="fr-FR" sz="2000" dirty="0">
              <a:latin typeface="Times New Roman"/>
              <a:cs typeface="Times New Roman"/>
            </a:endParaRPr>
          </a:p>
          <a:p>
            <a:pPr marL="356235" indent="-3429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356235" algn="l"/>
              </a:tabLst>
            </a:pPr>
            <a:r>
              <a:rPr lang="fr-FR" sz="2000" b="1" dirty="0">
                <a:latin typeface="Times New Roman"/>
                <a:cs typeface="Times New Roman"/>
              </a:rPr>
              <a:t>Une</a:t>
            </a:r>
            <a:r>
              <a:rPr lang="fr-FR" sz="2000" b="1" spc="-4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technologie</a:t>
            </a:r>
            <a:r>
              <a:rPr lang="fr-FR" sz="2000" b="1" spc="-4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radio</a:t>
            </a:r>
            <a:r>
              <a:rPr lang="fr-FR" sz="2000" b="1" spc="-4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faible</a:t>
            </a:r>
            <a:r>
              <a:rPr lang="fr-FR" sz="2000" b="1" spc="-45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consommation</a:t>
            </a:r>
            <a:endParaRPr lang="fr-FR" sz="2000" dirty="0">
              <a:latin typeface="Times New Roman"/>
              <a:cs typeface="Times New Roman"/>
            </a:endParaRPr>
          </a:p>
          <a:p>
            <a:pPr marL="354965" marR="1056640" indent="-342265">
              <a:lnSpc>
                <a:spcPct val="100800"/>
              </a:lnSpc>
              <a:spcBef>
                <a:spcPts val="840"/>
              </a:spcBef>
              <a:buFont typeface="Arial MT"/>
              <a:buChar char="•"/>
              <a:tabLst>
                <a:tab pos="393700" algn="l"/>
              </a:tabLst>
            </a:pPr>
            <a:r>
              <a:rPr lang="fr-FR" sz="2000" b="1" dirty="0">
                <a:latin typeface="Times New Roman"/>
                <a:cs typeface="Times New Roman"/>
              </a:rPr>
              <a:t>Une</a:t>
            </a:r>
            <a:r>
              <a:rPr lang="fr-FR" sz="2000" b="1" spc="-6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transmission</a:t>
            </a:r>
            <a:r>
              <a:rPr lang="fr-FR" sz="2000" b="1" spc="-5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de</a:t>
            </a:r>
            <a:r>
              <a:rPr lang="fr-FR" sz="2000" b="1" spc="-5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données</a:t>
            </a:r>
            <a:r>
              <a:rPr lang="fr-FR" sz="2000" b="1" spc="-5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de</a:t>
            </a:r>
            <a:r>
              <a:rPr lang="fr-FR" sz="2000" b="1" spc="-60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faible </a:t>
            </a:r>
            <a:r>
              <a:rPr lang="fr-FR" sz="2000" b="1" dirty="0">
                <a:latin typeface="Times New Roman"/>
                <a:cs typeface="Times New Roman"/>
              </a:rPr>
              <a:t>volume,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à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bas</a:t>
            </a:r>
            <a:r>
              <a:rPr lang="fr-FR" sz="2000" b="1" spc="-25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débit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dirty="0">
                <a:latin typeface="Times New Roman"/>
                <a:cs typeface="Times New Roman"/>
              </a:rPr>
              <a:t>et</a:t>
            </a:r>
            <a:r>
              <a:rPr lang="fr-FR" sz="2000" b="1" spc="-30" dirty="0">
                <a:latin typeface="Times New Roman"/>
                <a:cs typeface="Times New Roman"/>
              </a:rPr>
              <a:t> </a:t>
            </a:r>
            <a:r>
              <a:rPr lang="fr-FR" sz="2000" b="1" spc="-10" dirty="0">
                <a:latin typeface="Times New Roman"/>
                <a:cs typeface="Times New Roman"/>
              </a:rPr>
              <a:t>discontinue</a:t>
            </a:r>
            <a:endParaRPr lang="fr-FR" sz="2000" dirty="0">
              <a:latin typeface="Times New Roman"/>
              <a:cs typeface="Times New Roman"/>
            </a:endParaRPr>
          </a:p>
        </p:txBody>
      </p:sp>
      <p:pic>
        <p:nvPicPr>
          <p:cNvPr id="25" name="object 8">
            <a:extLst>
              <a:ext uri="{FF2B5EF4-FFF2-40B4-BE49-F238E27FC236}">
                <a16:creationId xmlns:a16="http://schemas.microsoft.com/office/drawing/2014/main" id="{C7CE2E29-FA75-8EFA-715F-A3D50070D8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6060" y="1298607"/>
            <a:ext cx="6753890" cy="465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2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88D66-AD16-96E0-BFFE-F7CBEAD4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BD872B-9189-0065-BE08-E92018201E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Introduction to Internet of </a:t>
            </a:r>
            <a:r>
              <a:rPr lang="fr-FR" dirty="0" err="1">
                <a:solidFill>
                  <a:srgbClr val="0000FF"/>
                </a:solidFill>
              </a:rPr>
              <a:t>Things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7BACBF98-BC91-61D9-7D9A-A4736FFEA8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20A0E2E3-7492-4CBB-DC2C-0B76D10625C4}"/>
              </a:ext>
            </a:extLst>
          </p:cNvPr>
          <p:cNvSpPr txBox="1"/>
          <p:nvPr/>
        </p:nvSpPr>
        <p:spPr>
          <a:xfrm>
            <a:off x="112051" y="1447800"/>
            <a:ext cx="5214009" cy="470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Optimisation de la collecte des récipients en verre</a:t>
            </a: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Tous les jours, avant que ne débute la collecte, les poubelles (1) transmettent leur taux de remplissage (de 0 à 100%) à une passerelle (2).</a:t>
            </a: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 informations collectées sont ensuite transmises à un serveur et mises à disposition sur le « cloud » (3).</a:t>
            </a: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L’opérateur chargé de la collecte des poubelles récupère les informations (4) et optimise sa tournée (5) de façon à ne collecter que les poubelles jugées suffisamment pleines.</a:t>
            </a:r>
          </a:p>
        </p:txBody>
      </p:sp>
      <p:pic>
        <p:nvPicPr>
          <p:cNvPr id="25" name="object 8">
            <a:extLst>
              <a:ext uri="{FF2B5EF4-FFF2-40B4-BE49-F238E27FC236}">
                <a16:creationId xmlns:a16="http://schemas.microsoft.com/office/drawing/2014/main" id="{C130A97D-AF33-FD59-5611-ED88009985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6060" y="1298607"/>
            <a:ext cx="6753890" cy="465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3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AA81-7959-E0A1-433B-10974327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BB400F-6437-BAF9-3134-D0AFC666A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Introduction to Internet of </a:t>
            </a:r>
            <a:r>
              <a:rPr lang="fr-FR" dirty="0" err="1">
                <a:solidFill>
                  <a:srgbClr val="0000FF"/>
                </a:solidFill>
              </a:rPr>
              <a:t>Things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74181B06-7F1B-75DD-9113-98D3643B3A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sp>
        <p:nvSpPr>
          <p:cNvPr id="24" name="object 21">
            <a:extLst>
              <a:ext uri="{FF2B5EF4-FFF2-40B4-BE49-F238E27FC236}">
                <a16:creationId xmlns:a16="http://schemas.microsoft.com/office/drawing/2014/main" id="{02BD9A44-983B-E7F2-FFFE-2C5290EC1537}"/>
              </a:ext>
            </a:extLst>
          </p:cNvPr>
          <p:cNvSpPr txBox="1"/>
          <p:nvPr/>
        </p:nvSpPr>
        <p:spPr>
          <a:xfrm>
            <a:off x="423573" y="2308822"/>
            <a:ext cx="11344854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L’IoT est un système dans lequel des objets appelés Nœuds (Node) ou End </a:t>
            </a:r>
            <a:r>
              <a:rPr kumimoji="0" lang="fr-FR" sz="2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collectent des données et les injectent directement sur le réseau internet ou via une passerelle (</a:t>
            </a:r>
            <a:r>
              <a:rPr kumimoji="0" lang="fr-FR" sz="2800" b="1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gateway</a:t>
            </a: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). Ces objets sont capables de s’échanger des données.</a:t>
            </a:r>
          </a:p>
        </p:txBody>
      </p:sp>
    </p:spTree>
    <p:extLst>
      <p:ext uri="{BB962C8B-B14F-4D97-AF65-F5344CB8AC3E}">
        <p14:creationId xmlns:p14="http://schemas.microsoft.com/office/powerpoint/2010/main" val="117639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7ABF3-8A27-48FA-E5DC-977FEF44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5C82D5-725B-1616-C37C-7FD904F13E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Introduction to Internet of </a:t>
            </a:r>
            <a:r>
              <a:rPr lang="fr-FR" dirty="0" err="1">
                <a:solidFill>
                  <a:srgbClr val="0000FF"/>
                </a:solidFill>
              </a:rPr>
              <a:t>Things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17563D7C-24E5-0716-0A9C-EB22EABDEF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pic>
        <p:nvPicPr>
          <p:cNvPr id="21" name="object 8">
            <a:extLst>
              <a:ext uri="{FF2B5EF4-FFF2-40B4-BE49-F238E27FC236}">
                <a16:creationId xmlns:a16="http://schemas.microsoft.com/office/drawing/2014/main" id="{A44CDCBD-7E4B-AD5C-1C6A-D615003092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1235066"/>
            <a:ext cx="8022713" cy="5222515"/>
          </a:xfrm>
          <a:prstGeom prst="rect">
            <a:avLst/>
          </a:prstGeom>
        </p:spPr>
      </p:pic>
      <p:pic>
        <p:nvPicPr>
          <p:cNvPr id="22" name="object 9">
            <a:extLst>
              <a:ext uri="{FF2B5EF4-FFF2-40B4-BE49-F238E27FC236}">
                <a16:creationId xmlns:a16="http://schemas.microsoft.com/office/drawing/2014/main" id="{69B2BFB1-93C7-908F-60F8-D7A42603400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6604" y="1313233"/>
            <a:ext cx="1936723" cy="3419383"/>
          </a:xfrm>
          <a:prstGeom prst="rect">
            <a:avLst/>
          </a:prstGeom>
        </p:spPr>
      </p:pic>
      <p:pic>
        <p:nvPicPr>
          <p:cNvPr id="23" name="object 10">
            <a:extLst>
              <a:ext uri="{FF2B5EF4-FFF2-40B4-BE49-F238E27FC236}">
                <a16:creationId xmlns:a16="http://schemas.microsoft.com/office/drawing/2014/main" id="{E875C0BF-72E3-F587-2537-BA968F2FE1B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67800" y="4787901"/>
            <a:ext cx="2717798" cy="92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19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34F1-77FC-F94B-2C2F-47804191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AA13DF0-18EB-3B2A-9EFB-5019C501D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dirty="0">
                <a:solidFill>
                  <a:srgbClr val="0000FF"/>
                </a:solidFill>
              </a:rPr>
              <a:t>Introduction to Internet of </a:t>
            </a:r>
            <a:r>
              <a:rPr lang="fr-FR" dirty="0" err="1">
                <a:solidFill>
                  <a:srgbClr val="0000FF"/>
                </a:solidFill>
              </a:rPr>
              <a:t>Things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4215E79D-65AF-0880-0008-415EC303C0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  <p:pic>
        <p:nvPicPr>
          <p:cNvPr id="20" name="object 8">
            <a:extLst>
              <a:ext uri="{FF2B5EF4-FFF2-40B4-BE49-F238E27FC236}">
                <a16:creationId xmlns:a16="http://schemas.microsoft.com/office/drawing/2014/main" id="{E95526E1-3A8E-271A-8C5A-314B4FBE515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790" y="1239295"/>
            <a:ext cx="8118810" cy="523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2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5075-827B-E333-9731-815DE1ED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301675-2254-9D45-070A-E117757468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MQTT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Publisher</a:t>
            </a:r>
            <a:r>
              <a:rPr spc="-8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Broker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Subscriber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39CEFD3-B73C-55E8-2D96-5988EF34FD57}"/>
              </a:ext>
            </a:extLst>
          </p:cNvPr>
          <p:cNvSpPr txBox="1"/>
          <p:nvPr/>
        </p:nvSpPr>
        <p:spPr>
          <a:xfrm>
            <a:off x="1753337" y="1483136"/>
            <a:ext cx="8275955" cy="1343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>
                <a:tab pos="1527175" algn="l"/>
              </a:tabLst>
              <a:defRPr/>
            </a:pPr>
            <a:r>
              <a:rPr kumimoji="0" sz="6000" b="1" i="0" u="none" strike="noStrike" kern="0" cap="none" spc="-30" normalizeH="0" baseline="2777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MQTT</a:t>
            </a:r>
            <a:r>
              <a:rPr kumimoji="0" sz="6000" b="1" i="0" u="none" strike="noStrike" kern="0" cap="none" spc="0" normalizeH="0" baseline="2777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3200" b="0" i="0" u="none" strike="noStrike" kern="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M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essage</a:t>
            </a:r>
            <a:r>
              <a:rPr kumimoji="0" sz="3200" b="0" i="0" u="none" strike="noStrike" kern="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Q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ueuing</a:t>
            </a:r>
            <a:r>
              <a:rPr kumimoji="0" sz="3200" b="0" i="0" u="none" strike="noStrike" kern="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T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elemetry</a:t>
            </a:r>
            <a:r>
              <a:rPr kumimoji="0" sz="3200" b="0" i="0" u="none" strike="noStrike" kern="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T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ransport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14325" marR="0" lvl="0" indent="0" algn="ctr" defTabSz="914400" eaLnBrk="1" fontAlgn="auto" latinLnBrk="0" hangingPunct="1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400" b="1" spc="-10" dirty="0">
                <a:solidFill>
                  <a:srgbClr val="002060"/>
                </a:solidFill>
                <a:latin typeface="Calibri"/>
                <a:cs typeface="Calibri"/>
              </a:rPr>
              <a:t>End </a:t>
            </a:r>
            <a:r>
              <a:rPr lang="fr-MA" sz="2400" b="1" spc="-10" dirty="0" err="1">
                <a:solidFill>
                  <a:srgbClr val="002060"/>
                </a:solidFill>
                <a:latin typeface="Calibri"/>
                <a:cs typeface="Calibri"/>
              </a:rPr>
              <a:t>device</a:t>
            </a:r>
            <a:r>
              <a:rPr lang="fr-MA" sz="2400" b="1" spc="-10" dirty="0">
                <a:solidFill>
                  <a:srgbClr val="002060"/>
                </a:solidFill>
                <a:latin typeface="Calibri"/>
                <a:cs typeface="Calibri"/>
              </a:rPr>
              <a:t> (ESP32 </a:t>
            </a:r>
            <a:r>
              <a:rPr lang="fr-MA" sz="2400" b="1" spc="-10" dirty="0" err="1">
                <a:solidFill>
                  <a:srgbClr val="002060"/>
                </a:solidFill>
                <a:latin typeface="Calibri"/>
                <a:cs typeface="Calibri"/>
              </a:rPr>
              <a:t>node</a:t>
            </a:r>
            <a:r>
              <a:rPr lang="fr-MA" sz="2400" b="1" spc="-10" dirty="0">
                <a:solidFill>
                  <a:srgbClr val="002060"/>
                </a:solidFill>
                <a:latin typeface="Calibri"/>
                <a:cs typeface="Calibri"/>
              </a:rPr>
              <a:t>)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29A0849-E6B3-33F7-CB0A-A7D5A902483D}"/>
              </a:ext>
            </a:extLst>
          </p:cNvPr>
          <p:cNvGrpSpPr/>
          <p:nvPr/>
        </p:nvGrpSpPr>
        <p:grpSpPr>
          <a:xfrm>
            <a:off x="4370832" y="2881885"/>
            <a:ext cx="3429000" cy="3343910"/>
            <a:chOff x="4370832" y="2881885"/>
            <a:chExt cx="3429000" cy="33439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EEAA1B-C699-0F99-4EF5-9FB786B80C32}"/>
                </a:ext>
              </a:extLst>
            </p:cNvPr>
            <p:cNvSpPr/>
            <p:nvPr/>
          </p:nvSpPr>
          <p:spPr>
            <a:xfrm>
              <a:off x="4408932" y="5273041"/>
              <a:ext cx="3352800" cy="914400"/>
            </a:xfrm>
            <a:custGeom>
              <a:avLst/>
              <a:gdLst/>
              <a:ahLst/>
              <a:cxnLst/>
              <a:rect l="l" t="t" r="r" b="b"/>
              <a:pathLst>
                <a:path w="3352800" h="914400">
                  <a:moveTo>
                    <a:pt x="0" y="355599"/>
                  </a:moveTo>
                  <a:lnTo>
                    <a:pt x="3246" y="307347"/>
                  </a:lnTo>
                  <a:lnTo>
                    <a:pt x="12702" y="261067"/>
                  </a:lnTo>
                  <a:lnTo>
                    <a:pt x="27944" y="217184"/>
                  </a:lnTo>
                  <a:lnTo>
                    <a:pt x="48549" y="176121"/>
                  </a:lnTo>
                  <a:lnTo>
                    <a:pt x="74093" y="138303"/>
                  </a:lnTo>
                  <a:lnTo>
                    <a:pt x="104152" y="104152"/>
                  </a:lnTo>
                  <a:lnTo>
                    <a:pt x="138303" y="74093"/>
                  </a:lnTo>
                  <a:lnTo>
                    <a:pt x="176121" y="48549"/>
                  </a:lnTo>
                  <a:lnTo>
                    <a:pt x="217184" y="27944"/>
                  </a:lnTo>
                  <a:lnTo>
                    <a:pt x="261067" y="12702"/>
                  </a:lnTo>
                  <a:lnTo>
                    <a:pt x="307347" y="3246"/>
                  </a:lnTo>
                  <a:lnTo>
                    <a:pt x="355600" y="0"/>
                  </a:lnTo>
                  <a:lnTo>
                    <a:pt x="2997200" y="0"/>
                  </a:lnTo>
                  <a:lnTo>
                    <a:pt x="3045452" y="3246"/>
                  </a:lnTo>
                  <a:lnTo>
                    <a:pt x="3091732" y="12702"/>
                  </a:lnTo>
                  <a:lnTo>
                    <a:pt x="3135615" y="27944"/>
                  </a:lnTo>
                  <a:lnTo>
                    <a:pt x="3176678" y="48549"/>
                  </a:lnTo>
                  <a:lnTo>
                    <a:pt x="3214496" y="74093"/>
                  </a:lnTo>
                  <a:lnTo>
                    <a:pt x="3248647" y="104152"/>
                  </a:lnTo>
                  <a:lnTo>
                    <a:pt x="3278706" y="138303"/>
                  </a:lnTo>
                  <a:lnTo>
                    <a:pt x="3304250" y="176121"/>
                  </a:lnTo>
                  <a:lnTo>
                    <a:pt x="3324855" y="217184"/>
                  </a:lnTo>
                  <a:lnTo>
                    <a:pt x="3340097" y="261067"/>
                  </a:lnTo>
                  <a:lnTo>
                    <a:pt x="3349553" y="307347"/>
                  </a:lnTo>
                  <a:lnTo>
                    <a:pt x="3352800" y="355599"/>
                  </a:lnTo>
                  <a:lnTo>
                    <a:pt x="3352800" y="558799"/>
                  </a:lnTo>
                  <a:lnTo>
                    <a:pt x="3349553" y="607052"/>
                  </a:lnTo>
                  <a:lnTo>
                    <a:pt x="3340097" y="653332"/>
                  </a:lnTo>
                  <a:lnTo>
                    <a:pt x="3324855" y="697215"/>
                  </a:lnTo>
                  <a:lnTo>
                    <a:pt x="3304250" y="738278"/>
                  </a:lnTo>
                  <a:lnTo>
                    <a:pt x="3278706" y="776096"/>
                  </a:lnTo>
                  <a:lnTo>
                    <a:pt x="3248647" y="810247"/>
                  </a:lnTo>
                  <a:lnTo>
                    <a:pt x="3214496" y="840306"/>
                  </a:lnTo>
                  <a:lnTo>
                    <a:pt x="3176678" y="865850"/>
                  </a:lnTo>
                  <a:lnTo>
                    <a:pt x="3135615" y="886455"/>
                  </a:lnTo>
                  <a:lnTo>
                    <a:pt x="3091732" y="901697"/>
                  </a:lnTo>
                  <a:lnTo>
                    <a:pt x="3045452" y="911153"/>
                  </a:lnTo>
                  <a:lnTo>
                    <a:pt x="2997200" y="914399"/>
                  </a:lnTo>
                  <a:lnTo>
                    <a:pt x="355600" y="914399"/>
                  </a:lnTo>
                  <a:lnTo>
                    <a:pt x="307347" y="911153"/>
                  </a:lnTo>
                  <a:lnTo>
                    <a:pt x="261067" y="901697"/>
                  </a:lnTo>
                  <a:lnTo>
                    <a:pt x="217184" y="886455"/>
                  </a:lnTo>
                  <a:lnTo>
                    <a:pt x="176121" y="865850"/>
                  </a:lnTo>
                  <a:lnTo>
                    <a:pt x="138303" y="840306"/>
                  </a:lnTo>
                  <a:lnTo>
                    <a:pt x="104152" y="810247"/>
                  </a:lnTo>
                  <a:lnTo>
                    <a:pt x="74093" y="776096"/>
                  </a:lnTo>
                  <a:lnTo>
                    <a:pt x="48549" y="738278"/>
                  </a:lnTo>
                  <a:lnTo>
                    <a:pt x="27944" y="697215"/>
                  </a:lnTo>
                  <a:lnTo>
                    <a:pt x="12702" y="653332"/>
                  </a:lnTo>
                  <a:lnTo>
                    <a:pt x="3246" y="607052"/>
                  </a:lnTo>
                  <a:lnTo>
                    <a:pt x="0" y="558799"/>
                  </a:lnTo>
                  <a:lnTo>
                    <a:pt x="0" y="355599"/>
                  </a:lnTo>
                  <a:close/>
                </a:path>
              </a:pathLst>
            </a:custGeom>
            <a:ln w="762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5B1BB0F-AD4F-97A5-FD96-A6B5B9F189E6}"/>
                </a:ext>
              </a:extLst>
            </p:cNvPr>
            <p:cNvSpPr/>
            <p:nvPr/>
          </p:nvSpPr>
          <p:spPr>
            <a:xfrm>
              <a:off x="4408932" y="2919985"/>
              <a:ext cx="3352800" cy="914400"/>
            </a:xfrm>
            <a:custGeom>
              <a:avLst/>
              <a:gdLst/>
              <a:ahLst/>
              <a:cxnLst/>
              <a:rect l="l" t="t" r="r" b="b"/>
              <a:pathLst>
                <a:path w="3352800" h="914400">
                  <a:moveTo>
                    <a:pt x="0" y="355600"/>
                  </a:moveTo>
                  <a:lnTo>
                    <a:pt x="3246" y="307347"/>
                  </a:lnTo>
                  <a:lnTo>
                    <a:pt x="12702" y="261067"/>
                  </a:lnTo>
                  <a:lnTo>
                    <a:pt x="27944" y="217184"/>
                  </a:lnTo>
                  <a:lnTo>
                    <a:pt x="48549" y="176121"/>
                  </a:lnTo>
                  <a:lnTo>
                    <a:pt x="74093" y="138303"/>
                  </a:lnTo>
                  <a:lnTo>
                    <a:pt x="104152" y="104152"/>
                  </a:lnTo>
                  <a:lnTo>
                    <a:pt x="138303" y="74093"/>
                  </a:lnTo>
                  <a:lnTo>
                    <a:pt x="176121" y="48549"/>
                  </a:lnTo>
                  <a:lnTo>
                    <a:pt x="217184" y="27944"/>
                  </a:lnTo>
                  <a:lnTo>
                    <a:pt x="261067" y="12702"/>
                  </a:lnTo>
                  <a:lnTo>
                    <a:pt x="307347" y="3246"/>
                  </a:lnTo>
                  <a:lnTo>
                    <a:pt x="355600" y="0"/>
                  </a:lnTo>
                  <a:lnTo>
                    <a:pt x="2997200" y="0"/>
                  </a:lnTo>
                  <a:lnTo>
                    <a:pt x="3045452" y="3246"/>
                  </a:lnTo>
                  <a:lnTo>
                    <a:pt x="3091732" y="12702"/>
                  </a:lnTo>
                  <a:lnTo>
                    <a:pt x="3135615" y="27944"/>
                  </a:lnTo>
                  <a:lnTo>
                    <a:pt x="3176678" y="48549"/>
                  </a:lnTo>
                  <a:lnTo>
                    <a:pt x="3214496" y="74093"/>
                  </a:lnTo>
                  <a:lnTo>
                    <a:pt x="3248647" y="104152"/>
                  </a:lnTo>
                  <a:lnTo>
                    <a:pt x="3278706" y="138303"/>
                  </a:lnTo>
                  <a:lnTo>
                    <a:pt x="3304250" y="176121"/>
                  </a:lnTo>
                  <a:lnTo>
                    <a:pt x="3324855" y="217184"/>
                  </a:lnTo>
                  <a:lnTo>
                    <a:pt x="3340097" y="261067"/>
                  </a:lnTo>
                  <a:lnTo>
                    <a:pt x="3349553" y="307347"/>
                  </a:lnTo>
                  <a:lnTo>
                    <a:pt x="3352800" y="355600"/>
                  </a:lnTo>
                  <a:lnTo>
                    <a:pt x="3352800" y="558800"/>
                  </a:lnTo>
                  <a:lnTo>
                    <a:pt x="3349553" y="607052"/>
                  </a:lnTo>
                  <a:lnTo>
                    <a:pt x="3340097" y="653332"/>
                  </a:lnTo>
                  <a:lnTo>
                    <a:pt x="3324855" y="697215"/>
                  </a:lnTo>
                  <a:lnTo>
                    <a:pt x="3304250" y="738278"/>
                  </a:lnTo>
                  <a:lnTo>
                    <a:pt x="3278706" y="776096"/>
                  </a:lnTo>
                  <a:lnTo>
                    <a:pt x="3248647" y="810247"/>
                  </a:lnTo>
                  <a:lnTo>
                    <a:pt x="3214496" y="840306"/>
                  </a:lnTo>
                  <a:lnTo>
                    <a:pt x="3176678" y="865850"/>
                  </a:lnTo>
                  <a:lnTo>
                    <a:pt x="3135615" y="886455"/>
                  </a:lnTo>
                  <a:lnTo>
                    <a:pt x="3091732" y="901697"/>
                  </a:lnTo>
                  <a:lnTo>
                    <a:pt x="3045452" y="911153"/>
                  </a:lnTo>
                  <a:lnTo>
                    <a:pt x="2997200" y="914400"/>
                  </a:lnTo>
                  <a:lnTo>
                    <a:pt x="355600" y="914400"/>
                  </a:lnTo>
                  <a:lnTo>
                    <a:pt x="307347" y="911153"/>
                  </a:lnTo>
                  <a:lnTo>
                    <a:pt x="261067" y="901697"/>
                  </a:lnTo>
                  <a:lnTo>
                    <a:pt x="217184" y="886455"/>
                  </a:lnTo>
                  <a:lnTo>
                    <a:pt x="176121" y="865850"/>
                  </a:lnTo>
                  <a:lnTo>
                    <a:pt x="138303" y="840306"/>
                  </a:lnTo>
                  <a:lnTo>
                    <a:pt x="104152" y="810247"/>
                  </a:lnTo>
                  <a:lnTo>
                    <a:pt x="74093" y="776096"/>
                  </a:lnTo>
                  <a:lnTo>
                    <a:pt x="48549" y="738278"/>
                  </a:lnTo>
                  <a:lnTo>
                    <a:pt x="27944" y="697215"/>
                  </a:lnTo>
                  <a:lnTo>
                    <a:pt x="12702" y="653332"/>
                  </a:lnTo>
                  <a:lnTo>
                    <a:pt x="3246" y="607052"/>
                  </a:lnTo>
                  <a:lnTo>
                    <a:pt x="0" y="558800"/>
                  </a:lnTo>
                  <a:lnTo>
                    <a:pt x="0" y="355600"/>
                  </a:lnTo>
                  <a:close/>
                </a:path>
              </a:pathLst>
            </a:custGeom>
            <a:ln w="76200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A190F5D-5F1C-9231-51C4-286A258AAB0E}"/>
                </a:ext>
              </a:extLst>
            </p:cNvPr>
            <p:cNvSpPr/>
            <p:nvPr/>
          </p:nvSpPr>
          <p:spPr>
            <a:xfrm>
              <a:off x="6085332" y="4024884"/>
              <a:ext cx="0" cy="1057910"/>
            </a:xfrm>
            <a:custGeom>
              <a:avLst/>
              <a:gdLst/>
              <a:ahLst/>
              <a:cxnLst/>
              <a:rect l="l" t="t" r="r" b="b"/>
              <a:pathLst>
                <a:path h="1057910">
                  <a:moveTo>
                    <a:pt x="0" y="0"/>
                  </a:moveTo>
                  <a:lnTo>
                    <a:pt x="0" y="1057605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72D1549-5C29-A200-0381-C7FE40063FBA}"/>
                </a:ext>
              </a:extLst>
            </p:cNvPr>
            <p:cNvSpPr/>
            <p:nvPr/>
          </p:nvSpPr>
          <p:spPr>
            <a:xfrm>
              <a:off x="5971032" y="3834396"/>
              <a:ext cx="228600" cy="1438910"/>
            </a:xfrm>
            <a:custGeom>
              <a:avLst/>
              <a:gdLst/>
              <a:ahLst/>
              <a:cxnLst/>
              <a:rect l="l" t="t" r="r" b="b"/>
              <a:pathLst>
                <a:path w="228600" h="1438910">
                  <a:moveTo>
                    <a:pt x="228600" y="1210005"/>
                  </a:moveTo>
                  <a:lnTo>
                    <a:pt x="0" y="1209992"/>
                  </a:lnTo>
                  <a:lnTo>
                    <a:pt x="114287" y="1438605"/>
                  </a:lnTo>
                  <a:lnTo>
                    <a:pt x="228600" y="1210005"/>
                  </a:lnTo>
                  <a:close/>
                </a:path>
                <a:path w="228600" h="1438910">
                  <a:moveTo>
                    <a:pt x="228600" y="228587"/>
                  </a:moveTo>
                  <a:lnTo>
                    <a:pt x="114287" y="0"/>
                  </a:lnTo>
                  <a:lnTo>
                    <a:pt x="0" y="228600"/>
                  </a:lnTo>
                  <a:lnTo>
                    <a:pt x="228600" y="22858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701F4C77-57F7-840C-8FA5-3B6FBC095CF0}"/>
              </a:ext>
            </a:extLst>
          </p:cNvPr>
          <p:cNvSpPr txBox="1"/>
          <p:nvPr/>
        </p:nvSpPr>
        <p:spPr>
          <a:xfrm>
            <a:off x="5259570" y="6232627"/>
            <a:ext cx="1590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/>
                <a:cs typeface="Calibri"/>
              </a:rPr>
              <a:t>IoT</a:t>
            </a:r>
            <a:r>
              <a:rPr kumimoji="0" sz="2400" b="1" i="0" u="none" strike="noStrike" kern="0" cap="none" spc="-15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/>
                <a:cs typeface="Calibri"/>
              </a:rPr>
              <a:t>Platform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B346B12-8CD7-8624-D35B-BDC0C66F6D7B}"/>
              </a:ext>
            </a:extLst>
          </p:cNvPr>
          <p:cNvSpPr txBox="1"/>
          <p:nvPr/>
        </p:nvSpPr>
        <p:spPr>
          <a:xfrm>
            <a:off x="4822631" y="4289112"/>
            <a:ext cx="10591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MQTT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932A0606-04E3-3722-3169-938D55D412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98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MQTT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Publisher</a:t>
            </a:r>
            <a:r>
              <a:rPr spc="-8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Broker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Subscriber</a:t>
            </a:r>
          </a:p>
        </p:txBody>
      </p:sp>
      <p:sp>
        <p:nvSpPr>
          <p:cNvPr id="3" name="object 3"/>
          <p:cNvSpPr/>
          <p:nvPr/>
        </p:nvSpPr>
        <p:spPr>
          <a:xfrm>
            <a:off x="4372355" y="3291840"/>
            <a:ext cx="3134995" cy="1138555"/>
          </a:xfrm>
          <a:custGeom>
            <a:avLst/>
            <a:gdLst/>
            <a:ahLst/>
            <a:cxnLst/>
            <a:rect l="l" t="t" r="r" b="b"/>
            <a:pathLst>
              <a:path w="3134995" h="1138554">
                <a:moveTo>
                  <a:pt x="0" y="442722"/>
                </a:moveTo>
                <a:lnTo>
                  <a:pt x="2597" y="394481"/>
                </a:lnTo>
                <a:lnTo>
                  <a:pt x="10211" y="347746"/>
                </a:lnTo>
                <a:lnTo>
                  <a:pt x="22569" y="302785"/>
                </a:lnTo>
                <a:lnTo>
                  <a:pt x="39404" y="259870"/>
                </a:lnTo>
                <a:lnTo>
                  <a:pt x="60443" y="219269"/>
                </a:lnTo>
                <a:lnTo>
                  <a:pt x="85418" y="181254"/>
                </a:lnTo>
                <a:lnTo>
                  <a:pt x="114058" y="146093"/>
                </a:lnTo>
                <a:lnTo>
                  <a:pt x="146093" y="114058"/>
                </a:lnTo>
                <a:lnTo>
                  <a:pt x="181254" y="85418"/>
                </a:lnTo>
                <a:lnTo>
                  <a:pt x="219269" y="60443"/>
                </a:lnTo>
                <a:lnTo>
                  <a:pt x="259870" y="39404"/>
                </a:lnTo>
                <a:lnTo>
                  <a:pt x="302785" y="22569"/>
                </a:lnTo>
                <a:lnTo>
                  <a:pt x="347746" y="10211"/>
                </a:lnTo>
                <a:lnTo>
                  <a:pt x="394481" y="2597"/>
                </a:lnTo>
                <a:lnTo>
                  <a:pt x="442722" y="0"/>
                </a:lnTo>
                <a:lnTo>
                  <a:pt x="2692146" y="0"/>
                </a:lnTo>
                <a:lnTo>
                  <a:pt x="2740386" y="2597"/>
                </a:lnTo>
                <a:lnTo>
                  <a:pt x="2787121" y="10211"/>
                </a:lnTo>
                <a:lnTo>
                  <a:pt x="2832082" y="22569"/>
                </a:lnTo>
                <a:lnTo>
                  <a:pt x="2874997" y="39404"/>
                </a:lnTo>
                <a:lnTo>
                  <a:pt x="2915598" y="60443"/>
                </a:lnTo>
                <a:lnTo>
                  <a:pt x="2953613" y="85418"/>
                </a:lnTo>
                <a:lnTo>
                  <a:pt x="2988774" y="114058"/>
                </a:lnTo>
                <a:lnTo>
                  <a:pt x="3020809" y="146093"/>
                </a:lnTo>
                <a:lnTo>
                  <a:pt x="3049449" y="181254"/>
                </a:lnTo>
                <a:lnTo>
                  <a:pt x="3074424" y="219269"/>
                </a:lnTo>
                <a:lnTo>
                  <a:pt x="3095463" y="259870"/>
                </a:lnTo>
                <a:lnTo>
                  <a:pt x="3112298" y="302785"/>
                </a:lnTo>
                <a:lnTo>
                  <a:pt x="3124656" y="347746"/>
                </a:lnTo>
                <a:lnTo>
                  <a:pt x="3132270" y="394481"/>
                </a:lnTo>
                <a:lnTo>
                  <a:pt x="3134868" y="442722"/>
                </a:lnTo>
                <a:lnTo>
                  <a:pt x="3134868" y="695706"/>
                </a:lnTo>
                <a:lnTo>
                  <a:pt x="3132270" y="743946"/>
                </a:lnTo>
                <a:lnTo>
                  <a:pt x="3124656" y="790681"/>
                </a:lnTo>
                <a:lnTo>
                  <a:pt x="3112298" y="835642"/>
                </a:lnTo>
                <a:lnTo>
                  <a:pt x="3095463" y="878557"/>
                </a:lnTo>
                <a:lnTo>
                  <a:pt x="3074424" y="919158"/>
                </a:lnTo>
                <a:lnTo>
                  <a:pt x="3049449" y="957173"/>
                </a:lnTo>
                <a:lnTo>
                  <a:pt x="3020809" y="992334"/>
                </a:lnTo>
                <a:lnTo>
                  <a:pt x="2988774" y="1024369"/>
                </a:lnTo>
                <a:lnTo>
                  <a:pt x="2953613" y="1053009"/>
                </a:lnTo>
                <a:lnTo>
                  <a:pt x="2915598" y="1077984"/>
                </a:lnTo>
                <a:lnTo>
                  <a:pt x="2874997" y="1099023"/>
                </a:lnTo>
                <a:lnTo>
                  <a:pt x="2832082" y="1115858"/>
                </a:lnTo>
                <a:lnTo>
                  <a:pt x="2787121" y="1128216"/>
                </a:lnTo>
                <a:lnTo>
                  <a:pt x="2740386" y="1135830"/>
                </a:lnTo>
                <a:lnTo>
                  <a:pt x="2692146" y="1138428"/>
                </a:lnTo>
                <a:lnTo>
                  <a:pt x="442722" y="1138428"/>
                </a:lnTo>
                <a:lnTo>
                  <a:pt x="394481" y="1135830"/>
                </a:lnTo>
                <a:lnTo>
                  <a:pt x="347746" y="1128216"/>
                </a:lnTo>
                <a:lnTo>
                  <a:pt x="302785" y="1115858"/>
                </a:lnTo>
                <a:lnTo>
                  <a:pt x="259870" y="1099023"/>
                </a:lnTo>
                <a:lnTo>
                  <a:pt x="219269" y="1077984"/>
                </a:lnTo>
                <a:lnTo>
                  <a:pt x="181254" y="1053009"/>
                </a:lnTo>
                <a:lnTo>
                  <a:pt x="146093" y="1024369"/>
                </a:lnTo>
                <a:lnTo>
                  <a:pt x="114058" y="992334"/>
                </a:lnTo>
                <a:lnTo>
                  <a:pt x="85418" y="957173"/>
                </a:lnTo>
                <a:lnTo>
                  <a:pt x="60443" y="919158"/>
                </a:lnTo>
                <a:lnTo>
                  <a:pt x="39404" y="878557"/>
                </a:lnTo>
                <a:lnTo>
                  <a:pt x="22569" y="835642"/>
                </a:lnTo>
                <a:lnTo>
                  <a:pt x="10211" y="790681"/>
                </a:lnTo>
                <a:lnTo>
                  <a:pt x="2597" y="743946"/>
                </a:lnTo>
                <a:lnTo>
                  <a:pt x="0" y="695706"/>
                </a:lnTo>
                <a:lnTo>
                  <a:pt x="0" y="442722"/>
                </a:lnTo>
                <a:close/>
              </a:path>
            </a:pathLst>
          </a:custGeom>
          <a:ln w="762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8266" y="3578881"/>
            <a:ext cx="14039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1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cs typeface="Calibri"/>
              </a:rPr>
              <a:t>BROKER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95250" y="1447032"/>
            <a:ext cx="941705" cy="971550"/>
            <a:chOff x="5295250" y="1447032"/>
            <a:chExt cx="941705" cy="971550"/>
          </a:xfrm>
        </p:grpSpPr>
        <p:sp>
          <p:nvSpPr>
            <p:cNvPr id="6" name="object 6"/>
            <p:cNvSpPr/>
            <p:nvPr/>
          </p:nvSpPr>
          <p:spPr>
            <a:xfrm>
              <a:off x="5633948" y="1777821"/>
              <a:ext cx="602615" cy="640715"/>
            </a:xfrm>
            <a:custGeom>
              <a:avLst/>
              <a:gdLst/>
              <a:ahLst/>
              <a:cxnLst/>
              <a:rect l="l" t="t" r="r" b="b"/>
              <a:pathLst>
                <a:path w="602614" h="640714">
                  <a:moveTo>
                    <a:pt x="451827" y="150736"/>
                  </a:moveTo>
                  <a:lnTo>
                    <a:pt x="444144" y="103085"/>
                  </a:lnTo>
                  <a:lnTo>
                    <a:pt x="422770" y="61709"/>
                  </a:lnTo>
                  <a:lnTo>
                    <a:pt x="390169" y="29083"/>
                  </a:lnTo>
                  <a:lnTo>
                    <a:pt x="348830" y="7683"/>
                  </a:lnTo>
                  <a:lnTo>
                    <a:pt x="301218" y="0"/>
                  </a:lnTo>
                  <a:lnTo>
                    <a:pt x="253619" y="7683"/>
                  </a:lnTo>
                  <a:lnTo>
                    <a:pt x="212267" y="29083"/>
                  </a:lnTo>
                  <a:lnTo>
                    <a:pt x="179666" y="61709"/>
                  </a:lnTo>
                  <a:lnTo>
                    <a:pt x="158292" y="103085"/>
                  </a:lnTo>
                  <a:lnTo>
                    <a:pt x="150609" y="150736"/>
                  </a:lnTo>
                  <a:lnTo>
                    <a:pt x="158292" y="198386"/>
                  </a:lnTo>
                  <a:lnTo>
                    <a:pt x="179666" y="239763"/>
                  </a:lnTo>
                  <a:lnTo>
                    <a:pt x="212267" y="272389"/>
                  </a:lnTo>
                  <a:lnTo>
                    <a:pt x="253619" y="293789"/>
                  </a:lnTo>
                  <a:lnTo>
                    <a:pt x="301218" y="301472"/>
                  </a:lnTo>
                  <a:lnTo>
                    <a:pt x="348830" y="293789"/>
                  </a:lnTo>
                  <a:lnTo>
                    <a:pt x="390169" y="272389"/>
                  </a:lnTo>
                  <a:lnTo>
                    <a:pt x="422770" y="239763"/>
                  </a:lnTo>
                  <a:lnTo>
                    <a:pt x="444144" y="198386"/>
                  </a:lnTo>
                  <a:lnTo>
                    <a:pt x="451827" y="150736"/>
                  </a:lnTo>
                  <a:close/>
                </a:path>
                <a:path w="602614" h="640714">
                  <a:moveTo>
                    <a:pt x="602437" y="489902"/>
                  </a:moveTo>
                  <a:lnTo>
                    <a:pt x="584962" y="442201"/>
                  </a:lnTo>
                  <a:lnTo>
                    <a:pt x="539305" y="406222"/>
                  </a:lnTo>
                  <a:lnTo>
                    <a:pt x="503123" y="386740"/>
                  </a:lnTo>
                  <a:lnTo>
                    <a:pt x="464832" y="370776"/>
                  </a:lnTo>
                  <a:lnTo>
                    <a:pt x="425475" y="358000"/>
                  </a:lnTo>
                  <a:lnTo>
                    <a:pt x="366166" y="344335"/>
                  </a:lnTo>
                  <a:lnTo>
                    <a:pt x="301218" y="339153"/>
                  </a:lnTo>
                  <a:lnTo>
                    <a:pt x="270154" y="340512"/>
                  </a:lnTo>
                  <a:lnTo>
                    <a:pt x="208026" y="350291"/>
                  </a:lnTo>
                  <a:lnTo>
                    <a:pt x="137604" y="371309"/>
                  </a:lnTo>
                  <a:lnTo>
                    <a:pt x="99314" y="388150"/>
                  </a:lnTo>
                  <a:lnTo>
                    <a:pt x="63131" y="407822"/>
                  </a:lnTo>
                  <a:lnTo>
                    <a:pt x="30124" y="429602"/>
                  </a:lnTo>
                  <a:lnTo>
                    <a:pt x="2070" y="473062"/>
                  </a:lnTo>
                  <a:lnTo>
                    <a:pt x="0" y="489902"/>
                  </a:lnTo>
                  <a:lnTo>
                    <a:pt x="0" y="640638"/>
                  </a:lnTo>
                  <a:lnTo>
                    <a:pt x="602437" y="640638"/>
                  </a:lnTo>
                  <a:lnTo>
                    <a:pt x="602437" y="489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5250" y="1992166"/>
              <a:ext cx="124647" cy="1247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15690" y="1447032"/>
              <a:ext cx="410845" cy="521334"/>
            </a:xfrm>
            <a:custGeom>
              <a:avLst/>
              <a:gdLst/>
              <a:ahLst/>
              <a:cxnLst/>
              <a:rect l="l" t="t" r="r" b="b"/>
              <a:pathLst>
                <a:path w="410845" h="521335">
                  <a:moveTo>
                    <a:pt x="116735" y="521293"/>
                  </a:moveTo>
                  <a:lnTo>
                    <a:pt x="46774" y="493436"/>
                  </a:lnTo>
                  <a:lnTo>
                    <a:pt x="117593" y="315579"/>
                  </a:lnTo>
                  <a:lnTo>
                    <a:pt x="152574" y="329508"/>
                  </a:lnTo>
                  <a:lnTo>
                    <a:pt x="197611" y="341305"/>
                  </a:lnTo>
                  <a:lnTo>
                    <a:pt x="238963" y="340128"/>
                  </a:lnTo>
                  <a:lnTo>
                    <a:pt x="275144" y="326534"/>
                  </a:lnTo>
                  <a:lnTo>
                    <a:pt x="304668" y="301080"/>
                  </a:lnTo>
                  <a:lnTo>
                    <a:pt x="326048" y="264322"/>
                  </a:lnTo>
                  <a:lnTo>
                    <a:pt x="336336" y="222624"/>
                  </a:lnTo>
                  <a:lnTo>
                    <a:pt x="333219" y="181288"/>
                  </a:lnTo>
                  <a:lnTo>
                    <a:pt x="317866" y="143213"/>
                  </a:lnTo>
                  <a:lnTo>
                    <a:pt x="291443" y="111296"/>
                  </a:lnTo>
                  <a:lnTo>
                    <a:pt x="255121" y="88434"/>
                  </a:lnTo>
                  <a:lnTo>
                    <a:pt x="203165" y="74814"/>
                  </a:lnTo>
                  <a:lnTo>
                    <a:pt x="160793" y="78210"/>
                  </a:lnTo>
                  <a:lnTo>
                    <a:pt x="123567" y="95454"/>
                  </a:lnTo>
                  <a:lnTo>
                    <a:pt x="92708" y="125630"/>
                  </a:lnTo>
                  <a:lnTo>
                    <a:pt x="69436" y="167822"/>
                  </a:lnTo>
                  <a:lnTo>
                    <a:pt x="0" y="140174"/>
                  </a:lnTo>
                  <a:lnTo>
                    <a:pt x="23926" y="93771"/>
                  </a:lnTo>
                  <a:lnTo>
                    <a:pt x="54805" y="55947"/>
                  </a:lnTo>
                  <a:lnTo>
                    <a:pt x="91597" y="27308"/>
                  </a:lnTo>
                  <a:lnTo>
                    <a:pt x="133265" y="8457"/>
                  </a:lnTo>
                  <a:lnTo>
                    <a:pt x="178769" y="0"/>
                  </a:lnTo>
                  <a:lnTo>
                    <a:pt x="227072" y="2540"/>
                  </a:lnTo>
                  <a:lnTo>
                    <a:pt x="277135" y="16684"/>
                  </a:lnTo>
                  <a:lnTo>
                    <a:pt x="319967" y="39140"/>
                  </a:lnTo>
                  <a:lnTo>
                    <a:pt x="355439" y="69730"/>
                  </a:lnTo>
                  <a:lnTo>
                    <a:pt x="382830" y="106827"/>
                  </a:lnTo>
                  <a:lnTo>
                    <a:pt x="401419" y="148803"/>
                  </a:lnTo>
                  <a:lnTo>
                    <a:pt x="410486" y="194033"/>
                  </a:lnTo>
                  <a:lnTo>
                    <a:pt x="409309" y="240889"/>
                  </a:lnTo>
                  <a:lnTo>
                    <a:pt x="397168" y="287743"/>
                  </a:lnTo>
                  <a:lnTo>
                    <a:pt x="371680" y="336500"/>
                  </a:lnTo>
                  <a:lnTo>
                    <a:pt x="340093" y="371804"/>
                  </a:lnTo>
                  <a:lnTo>
                    <a:pt x="301970" y="397374"/>
                  </a:lnTo>
                  <a:lnTo>
                    <a:pt x="258554" y="412698"/>
                  </a:lnTo>
                  <a:lnTo>
                    <a:pt x="211090" y="417267"/>
                  </a:lnTo>
                  <a:lnTo>
                    <a:pt x="160823" y="410571"/>
                  </a:lnTo>
                  <a:lnTo>
                    <a:pt x="116735" y="52129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5633948" y="5293690"/>
            <a:ext cx="602615" cy="640715"/>
          </a:xfrm>
          <a:custGeom>
            <a:avLst/>
            <a:gdLst/>
            <a:ahLst/>
            <a:cxnLst/>
            <a:rect l="l" t="t" r="r" b="b"/>
            <a:pathLst>
              <a:path w="602614" h="640714">
                <a:moveTo>
                  <a:pt x="451827" y="150736"/>
                </a:moveTo>
                <a:lnTo>
                  <a:pt x="444144" y="103085"/>
                </a:lnTo>
                <a:lnTo>
                  <a:pt x="422770" y="61709"/>
                </a:lnTo>
                <a:lnTo>
                  <a:pt x="390169" y="29083"/>
                </a:lnTo>
                <a:lnTo>
                  <a:pt x="348830" y="7683"/>
                </a:lnTo>
                <a:lnTo>
                  <a:pt x="301218" y="0"/>
                </a:lnTo>
                <a:lnTo>
                  <a:pt x="253619" y="7683"/>
                </a:lnTo>
                <a:lnTo>
                  <a:pt x="212267" y="29083"/>
                </a:lnTo>
                <a:lnTo>
                  <a:pt x="179666" y="61709"/>
                </a:lnTo>
                <a:lnTo>
                  <a:pt x="158292" y="103085"/>
                </a:lnTo>
                <a:lnTo>
                  <a:pt x="150609" y="150736"/>
                </a:lnTo>
                <a:lnTo>
                  <a:pt x="158292" y="198386"/>
                </a:lnTo>
                <a:lnTo>
                  <a:pt x="179666" y="239763"/>
                </a:lnTo>
                <a:lnTo>
                  <a:pt x="212267" y="272389"/>
                </a:lnTo>
                <a:lnTo>
                  <a:pt x="253619" y="293789"/>
                </a:lnTo>
                <a:lnTo>
                  <a:pt x="301218" y="301472"/>
                </a:lnTo>
                <a:lnTo>
                  <a:pt x="348830" y="293789"/>
                </a:lnTo>
                <a:lnTo>
                  <a:pt x="390169" y="272389"/>
                </a:lnTo>
                <a:lnTo>
                  <a:pt x="422770" y="239763"/>
                </a:lnTo>
                <a:lnTo>
                  <a:pt x="444144" y="198386"/>
                </a:lnTo>
                <a:lnTo>
                  <a:pt x="451827" y="150736"/>
                </a:lnTo>
                <a:close/>
              </a:path>
              <a:path w="602614" h="640714">
                <a:moveTo>
                  <a:pt x="602437" y="489902"/>
                </a:moveTo>
                <a:lnTo>
                  <a:pt x="584962" y="442201"/>
                </a:lnTo>
                <a:lnTo>
                  <a:pt x="539305" y="406222"/>
                </a:lnTo>
                <a:lnTo>
                  <a:pt x="503123" y="386740"/>
                </a:lnTo>
                <a:lnTo>
                  <a:pt x="464832" y="370776"/>
                </a:lnTo>
                <a:lnTo>
                  <a:pt x="425475" y="358000"/>
                </a:lnTo>
                <a:lnTo>
                  <a:pt x="366166" y="344347"/>
                </a:lnTo>
                <a:lnTo>
                  <a:pt x="301218" y="339166"/>
                </a:lnTo>
                <a:lnTo>
                  <a:pt x="270154" y="340512"/>
                </a:lnTo>
                <a:lnTo>
                  <a:pt x="208026" y="350291"/>
                </a:lnTo>
                <a:lnTo>
                  <a:pt x="137604" y="371309"/>
                </a:lnTo>
                <a:lnTo>
                  <a:pt x="99314" y="388150"/>
                </a:lnTo>
                <a:lnTo>
                  <a:pt x="63131" y="407822"/>
                </a:lnTo>
                <a:lnTo>
                  <a:pt x="30124" y="429602"/>
                </a:lnTo>
                <a:lnTo>
                  <a:pt x="2070" y="473062"/>
                </a:lnTo>
                <a:lnTo>
                  <a:pt x="0" y="489902"/>
                </a:lnTo>
                <a:lnTo>
                  <a:pt x="0" y="640638"/>
                </a:lnTo>
                <a:lnTo>
                  <a:pt x="602437" y="640638"/>
                </a:lnTo>
                <a:lnTo>
                  <a:pt x="602437" y="4899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68683" y="2560332"/>
            <a:ext cx="360045" cy="2599690"/>
          </a:xfrm>
          <a:custGeom>
            <a:avLst/>
            <a:gdLst/>
            <a:ahLst/>
            <a:cxnLst/>
            <a:rect l="l" t="t" r="r" b="b"/>
            <a:pathLst>
              <a:path w="360045" h="2599690">
                <a:moveTo>
                  <a:pt x="319874" y="530352"/>
                </a:moveTo>
                <a:lnTo>
                  <a:pt x="318135" y="520014"/>
                </a:lnTo>
                <a:lnTo>
                  <a:pt x="311721" y="510209"/>
                </a:lnTo>
                <a:lnTo>
                  <a:pt x="302514" y="503669"/>
                </a:lnTo>
                <a:lnTo>
                  <a:pt x="292290" y="501421"/>
                </a:lnTo>
                <a:lnTo>
                  <a:pt x="281965" y="503174"/>
                </a:lnTo>
                <a:lnTo>
                  <a:pt x="272135" y="509574"/>
                </a:lnTo>
                <a:lnTo>
                  <a:pt x="187985" y="593712"/>
                </a:lnTo>
                <a:lnTo>
                  <a:pt x="187985" y="0"/>
                </a:lnTo>
                <a:lnTo>
                  <a:pt x="131572" y="0"/>
                </a:lnTo>
                <a:lnTo>
                  <a:pt x="131572" y="593737"/>
                </a:lnTo>
                <a:lnTo>
                  <a:pt x="47764" y="509917"/>
                </a:lnTo>
                <a:lnTo>
                  <a:pt x="38506" y="503770"/>
                </a:lnTo>
                <a:lnTo>
                  <a:pt x="27978" y="501726"/>
                </a:lnTo>
                <a:lnTo>
                  <a:pt x="17449" y="503770"/>
                </a:lnTo>
                <a:lnTo>
                  <a:pt x="8191" y="509917"/>
                </a:lnTo>
                <a:lnTo>
                  <a:pt x="2044" y="519176"/>
                </a:lnTo>
                <a:lnTo>
                  <a:pt x="0" y="529704"/>
                </a:lnTo>
                <a:lnTo>
                  <a:pt x="2044" y="540232"/>
                </a:lnTo>
                <a:lnTo>
                  <a:pt x="8191" y="549490"/>
                </a:lnTo>
                <a:lnTo>
                  <a:pt x="140030" y="681316"/>
                </a:lnTo>
                <a:lnTo>
                  <a:pt x="148920" y="687539"/>
                </a:lnTo>
                <a:lnTo>
                  <a:pt x="159156" y="689800"/>
                </a:lnTo>
                <a:lnTo>
                  <a:pt x="169481" y="688047"/>
                </a:lnTo>
                <a:lnTo>
                  <a:pt x="179298" y="681647"/>
                </a:lnTo>
                <a:lnTo>
                  <a:pt x="311404" y="549465"/>
                </a:lnTo>
                <a:lnTo>
                  <a:pt x="317627" y="540575"/>
                </a:lnTo>
                <a:lnTo>
                  <a:pt x="319874" y="530352"/>
                </a:lnTo>
                <a:close/>
              </a:path>
              <a:path w="360045" h="2599690">
                <a:moveTo>
                  <a:pt x="359498" y="2439924"/>
                </a:moveTo>
                <a:lnTo>
                  <a:pt x="357759" y="2429586"/>
                </a:lnTo>
                <a:lnTo>
                  <a:pt x="351345" y="2419781"/>
                </a:lnTo>
                <a:lnTo>
                  <a:pt x="342138" y="2413241"/>
                </a:lnTo>
                <a:lnTo>
                  <a:pt x="331914" y="2410993"/>
                </a:lnTo>
                <a:lnTo>
                  <a:pt x="321589" y="2412746"/>
                </a:lnTo>
                <a:lnTo>
                  <a:pt x="311772" y="2419146"/>
                </a:lnTo>
                <a:lnTo>
                  <a:pt x="227609" y="2503284"/>
                </a:lnTo>
                <a:lnTo>
                  <a:pt x="227609" y="1909559"/>
                </a:lnTo>
                <a:lnTo>
                  <a:pt x="171196" y="1909559"/>
                </a:lnTo>
                <a:lnTo>
                  <a:pt x="171196" y="2503309"/>
                </a:lnTo>
                <a:lnTo>
                  <a:pt x="87388" y="2419489"/>
                </a:lnTo>
                <a:lnTo>
                  <a:pt x="78130" y="2413343"/>
                </a:lnTo>
                <a:lnTo>
                  <a:pt x="67602" y="2411298"/>
                </a:lnTo>
                <a:lnTo>
                  <a:pt x="57073" y="2413343"/>
                </a:lnTo>
                <a:lnTo>
                  <a:pt x="47815" y="2419489"/>
                </a:lnTo>
                <a:lnTo>
                  <a:pt x="41668" y="2428748"/>
                </a:lnTo>
                <a:lnTo>
                  <a:pt x="39624" y="2439276"/>
                </a:lnTo>
                <a:lnTo>
                  <a:pt x="41668" y="2449817"/>
                </a:lnTo>
                <a:lnTo>
                  <a:pt x="47815" y="2459075"/>
                </a:lnTo>
                <a:lnTo>
                  <a:pt x="179666" y="2590889"/>
                </a:lnTo>
                <a:lnTo>
                  <a:pt x="188556" y="2597112"/>
                </a:lnTo>
                <a:lnTo>
                  <a:pt x="198780" y="2599372"/>
                </a:lnTo>
                <a:lnTo>
                  <a:pt x="209105" y="2597620"/>
                </a:lnTo>
                <a:lnTo>
                  <a:pt x="218605" y="2591536"/>
                </a:lnTo>
                <a:lnTo>
                  <a:pt x="351028" y="2459037"/>
                </a:lnTo>
                <a:lnTo>
                  <a:pt x="357251" y="2450147"/>
                </a:lnTo>
                <a:lnTo>
                  <a:pt x="359498" y="24399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DC7A3C81-FE7C-C8D8-4681-3322443673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9946" y="360456"/>
            <a:ext cx="10364470" cy="676308"/>
          </a:xfrm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MQTT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Publisher</a:t>
            </a:r>
            <a:r>
              <a:rPr spc="-8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Broker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lang="fr-MA" dirty="0">
                <a:solidFill>
                  <a:srgbClr val="0000FF"/>
                </a:solidFill>
              </a:rPr>
              <a:t>–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Subscriber</a:t>
            </a:r>
          </a:p>
        </p:txBody>
      </p:sp>
      <p:sp>
        <p:nvSpPr>
          <p:cNvPr id="3" name="object 3"/>
          <p:cNvSpPr/>
          <p:nvPr/>
        </p:nvSpPr>
        <p:spPr>
          <a:xfrm>
            <a:off x="4372355" y="3291840"/>
            <a:ext cx="3134995" cy="1138555"/>
          </a:xfrm>
          <a:custGeom>
            <a:avLst/>
            <a:gdLst/>
            <a:ahLst/>
            <a:cxnLst/>
            <a:rect l="l" t="t" r="r" b="b"/>
            <a:pathLst>
              <a:path w="3134995" h="1138554">
                <a:moveTo>
                  <a:pt x="0" y="442722"/>
                </a:moveTo>
                <a:lnTo>
                  <a:pt x="2597" y="394481"/>
                </a:lnTo>
                <a:lnTo>
                  <a:pt x="10211" y="347746"/>
                </a:lnTo>
                <a:lnTo>
                  <a:pt x="22569" y="302785"/>
                </a:lnTo>
                <a:lnTo>
                  <a:pt x="39404" y="259870"/>
                </a:lnTo>
                <a:lnTo>
                  <a:pt x="60443" y="219269"/>
                </a:lnTo>
                <a:lnTo>
                  <a:pt x="85418" y="181254"/>
                </a:lnTo>
                <a:lnTo>
                  <a:pt x="114058" y="146093"/>
                </a:lnTo>
                <a:lnTo>
                  <a:pt x="146093" y="114058"/>
                </a:lnTo>
                <a:lnTo>
                  <a:pt x="181254" y="85418"/>
                </a:lnTo>
                <a:lnTo>
                  <a:pt x="219269" y="60443"/>
                </a:lnTo>
                <a:lnTo>
                  <a:pt x="259870" y="39404"/>
                </a:lnTo>
                <a:lnTo>
                  <a:pt x="302785" y="22569"/>
                </a:lnTo>
                <a:lnTo>
                  <a:pt x="347746" y="10211"/>
                </a:lnTo>
                <a:lnTo>
                  <a:pt x="394481" y="2597"/>
                </a:lnTo>
                <a:lnTo>
                  <a:pt x="442722" y="0"/>
                </a:lnTo>
                <a:lnTo>
                  <a:pt x="2692146" y="0"/>
                </a:lnTo>
                <a:lnTo>
                  <a:pt x="2740386" y="2597"/>
                </a:lnTo>
                <a:lnTo>
                  <a:pt x="2787121" y="10211"/>
                </a:lnTo>
                <a:lnTo>
                  <a:pt x="2832082" y="22569"/>
                </a:lnTo>
                <a:lnTo>
                  <a:pt x="2874997" y="39404"/>
                </a:lnTo>
                <a:lnTo>
                  <a:pt x="2915598" y="60443"/>
                </a:lnTo>
                <a:lnTo>
                  <a:pt x="2953613" y="85418"/>
                </a:lnTo>
                <a:lnTo>
                  <a:pt x="2988774" y="114058"/>
                </a:lnTo>
                <a:lnTo>
                  <a:pt x="3020809" y="146093"/>
                </a:lnTo>
                <a:lnTo>
                  <a:pt x="3049449" y="181254"/>
                </a:lnTo>
                <a:lnTo>
                  <a:pt x="3074424" y="219269"/>
                </a:lnTo>
                <a:lnTo>
                  <a:pt x="3095463" y="259870"/>
                </a:lnTo>
                <a:lnTo>
                  <a:pt x="3112298" y="302785"/>
                </a:lnTo>
                <a:lnTo>
                  <a:pt x="3124656" y="347746"/>
                </a:lnTo>
                <a:lnTo>
                  <a:pt x="3132270" y="394481"/>
                </a:lnTo>
                <a:lnTo>
                  <a:pt x="3134868" y="442722"/>
                </a:lnTo>
                <a:lnTo>
                  <a:pt x="3134868" y="695706"/>
                </a:lnTo>
                <a:lnTo>
                  <a:pt x="3132270" y="743946"/>
                </a:lnTo>
                <a:lnTo>
                  <a:pt x="3124656" y="790681"/>
                </a:lnTo>
                <a:lnTo>
                  <a:pt x="3112298" y="835642"/>
                </a:lnTo>
                <a:lnTo>
                  <a:pt x="3095463" y="878557"/>
                </a:lnTo>
                <a:lnTo>
                  <a:pt x="3074424" y="919158"/>
                </a:lnTo>
                <a:lnTo>
                  <a:pt x="3049449" y="957173"/>
                </a:lnTo>
                <a:lnTo>
                  <a:pt x="3020809" y="992334"/>
                </a:lnTo>
                <a:lnTo>
                  <a:pt x="2988774" y="1024369"/>
                </a:lnTo>
                <a:lnTo>
                  <a:pt x="2953613" y="1053009"/>
                </a:lnTo>
                <a:lnTo>
                  <a:pt x="2915598" y="1077984"/>
                </a:lnTo>
                <a:lnTo>
                  <a:pt x="2874997" y="1099023"/>
                </a:lnTo>
                <a:lnTo>
                  <a:pt x="2832082" y="1115858"/>
                </a:lnTo>
                <a:lnTo>
                  <a:pt x="2787121" y="1128216"/>
                </a:lnTo>
                <a:lnTo>
                  <a:pt x="2740386" y="1135830"/>
                </a:lnTo>
                <a:lnTo>
                  <a:pt x="2692146" y="1138428"/>
                </a:lnTo>
                <a:lnTo>
                  <a:pt x="442722" y="1138428"/>
                </a:lnTo>
                <a:lnTo>
                  <a:pt x="394481" y="1135830"/>
                </a:lnTo>
                <a:lnTo>
                  <a:pt x="347746" y="1128216"/>
                </a:lnTo>
                <a:lnTo>
                  <a:pt x="302785" y="1115858"/>
                </a:lnTo>
                <a:lnTo>
                  <a:pt x="259870" y="1099023"/>
                </a:lnTo>
                <a:lnTo>
                  <a:pt x="219269" y="1077984"/>
                </a:lnTo>
                <a:lnTo>
                  <a:pt x="181254" y="1053009"/>
                </a:lnTo>
                <a:lnTo>
                  <a:pt x="146093" y="1024369"/>
                </a:lnTo>
                <a:lnTo>
                  <a:pt x="114058" y="992334"/>
                </a:lnTo>
                <a:lnTo>
                  <a:pt x="85418" y="957173"/>
                </a:lnTo>
                <a:lnTo>
                  <a:pt x="60443" y="919158"/>
                </a:lnTo>
                <a:lnTo>
                  <a:pt x="39404" y="878557"/>
                </a:lnTo>
                <a:lnTo>
                  <a:pt x="22569" y="835642"/>
                </a:lnTo>
                <a:lnTo>
                  <a:pt x="10211" y="790681"/>
                </a:lnTo>
                <a:lnTo>
                  <a:pt x="2597" y="743946"/>
                </a:lnTo>
                <a:lnTo>
                  <a:pt x="0" y="695706"/>
                </a:lnTo>
                <a:lnTo>
                  <a:pt x="0" y="442722"/>
                </a:lnTo>
                <a:close/>
              </a:path>
            </a:pathLst>
          </a:custGeom>
          <a:ln w="762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8266" y="3578881"/>
            <a:ext cx="14039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1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cs typeface="Calibri"/>
              </a:rPr>
              <a:t>BROKER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54667" y="1416011"/>
            <a:ext cx="421640" cy="819150"/>
          </a:xfrm>
          <a:custGeom>
            <a:avLst/>
            <a:gdLst/>
            <a:ahLst/>
            <a:cxnLst/>
            <a:rect l="l" t="t" r="r" b="b"/>
            <a:pathLst>
              <a:path w="421639" h="819150">
                <a:moveTo>
                  <a:pt x="281686" y="626592"/>
                </a:moveTo>
                <a:lnTo>
                  <a:pt x="274281" y="593496"/>
                </a:lnTo>
                <a:lnTo>
                  <a:pt x="255600" y="565175"/>
                </a:lnTo>
                <a:lnTo>
                  <a:pt x="227203" y="545007"/>
                </a:lnTo>
                <a:lnTo>
                  <a:pt x="279501" y="323100"/>
                </a:lnTo>
                <a:lnTo>
                  <a:pt x="242862" y="314464"/>
                </a:lnTo>
                <a:lnTo>
                  <a:pt x="190550" y="536371"/>
                </a:lnTo>
                <a:lnTo>
                  <a:pt x="156133" y="541731"/>
                </a:lnTo>
                <a:lnTo>
                  <a:pt x="126771" y="558723"/>
                </a:lnTo>
                <a:lnTo>
                  <a:pt x="105371" y="585038"/>
                </a:lnTo>
                <a:lnTo>
                  <a:pt x="94830" y="618350"/>
                </a:lnTo>
                <a:lnTo>
                  <a:pt x="96672" y="653224"/>
                </a:lnTo>
                <a:lnTo>
                  <a:pt x="110515" y="684110"/>
                </a:lnTo>
                <a:lnTo>
                  <a:pt x="134327" y="708101"/>
                </a:lnTo>
                <a:lnTo>
                  <a:pt x="166090" y="722261"/>
                </a:lnTo>
                <a:lnTo>
                  <a:pt x="200812" y="723773"/>
                </a:lnTo>
                <a:lnTo>
                  <a:pt x="232829" y="712939"/>
                </a:lnTo>
                <a:lnTo>
                  <a:pt x="259016" y="691476"/>
                </a:lnTo>
                <a:lnTo>
                  <a:pt x="276237" y="661098"/>
                </a:lnTo>
                <a:lnTo>
                  <a:pt x="281686" y="626592"/>
                </a:lnTo>
                <a:close/>
              </a:path>
              <a:path w="421639" h="819150">
                <a:moveTo>
                  <a:pt x="421360" y="92684"/>
                </a:moveTo>
                <a:lnTo>
                  <a:pt x="415963" y="78435"/>
                </a:lnTo>
                <a:lnTo>
                  <a:pt x="405993" y="52133"/>
                </a:lnTo>
                <a:lnTo>
                  <a:pt x="376605" y="20243"/>
                </a:lnTo>
                <a:lnTo>
                  <a:pt x="365696" y="15214"/>
                </a:lnTo>
                <a:lnTo>
                  <a:pt x="365696" y="102108"/>
                </a:lnTo>
                <a:lnTo>
                  <a:pt x="364998" y="124498"/>
                </a:lnTo>
                <a:lnTo>
                  <a:pt x="269900" y="527977"/>
                </a:lnTo>
                <a:lnTo>
                  <a:pt x="299478" y="561416"/>
                </a:lnTo>
                <a:lnTo>
                  <a:pt x="315747" y="601687"/>
                </a:lnTo>
                <a:lnTo>
                  <a:pt x="318020" y="645210"/>
                </a:lnTo>
                <a:lnTo>
                  <a:pt x="305600" y="688352"/>
                </a:lnTo>
                <a:lnTo>
                  <a:pt x="279311" y="724230"/>
                </a:lnTo>
                <a:lnTo>
                  <a:pt x="243687" y="748995"/>
                </a:lnTo>
                <a:lnTo>
                  <a:pt x="201955" y="761111"/>
                </a:lnTo>
                <a:lnTo>
                  <a:pt x="157441" y="758939"/>
                </a:lnTo>
                <a:lnTo>
                  <a:pt x="116420" y="741349"/>
                </a:lnTo>
                <a:lnTo>
                  <a:pt x="84289" y="711809"/>
                </a:lnTo>
                <a:lnTo>
                  <a:pt x="63474" y="673493"/>
                </a:lnTo>
                <a:lnTo>
                  <a:pt x="56400" y="629615"/>
                </a:lnTo>
                <a:lnTo>
                  <a:pt x="64160" y="585381"/>
                </a:lnTo>
                <a:lnTo>
                  <a:pt x="85674" y="547458"/>
                </a:lnTo>
                <a:lnTo>
                  <a:pt x="118427" y="518744"/>
                </a:lnTo>
                <a:lnTo>
                  <a:pt x="159956" y="502056"/>
                </a:lnTo>
                <a:lnTo>
                  <a:pt x="255054" y="98590"/>
                </a:lnTo>
                <a:lnTo>
                  <a:pt x="264426" y="78244"/>
                </a:lnTo>
                <a:lnTo>
                  <a:pt x="280365" y="63538"/>
                </a:lnTo>
                <a:lnTo>
                  <a:pt x="300621" y="55829"/>
                </a:lnTo>
                <a:lnTo>
                  <a:pt x="322999" y="56527"/>
                </a:lnTo>
                <a:lnTo>
                  <a:pt x="343319" y="65900"/>
                </a:lnTo>
                <a:lnTo>
                  <a:pt x="358013" y="81838"/>
                </a:lnTo>
                <a:lnTo>
                  <a:pt x="365696" y="102108"/>
                </a:lnTo>
                <a:lnTo>
                  <a:pt x="365696" y="15214"/>
                </a:lnTo>
                <a:lnTo>
                  <a:pt x="335965" y="1498"/>
                </a:lnTo>
                <a:lnTo>
                  <a:pt x="291261" y="0"/>
                </a:lnTo>
                <a:lnTo>
                  <a:pt x="250774" y="15176"/>
                </a:lnTo>
                <a:lnTo>
                  <a:pt x="218922" y="44564"/>
                </a:lnTo>
                <a:lnTo>
                  <a:pt x="218757" y="44932"/>
                </a:lnTo>
                <a:lnTo>
                  <a:pt x="200088" y="85623"/>
                </a:lnTo>
                <a:lnTo>
                  <a:pt x="112331" y="457923"/>
                </a:lnTo>
                <a:lnTo>
                  <a:pt x="71374" y="482523"/>
                </a:lnTo>
                <a:lnTo>
                  <a:pt x="38544" y="515670"/>
                </a:lnTo>
                <a:lnTo>
                  <a:pt x="14973" y="555472"/>
                </a:lnTo>
                <a:lnTo>
                  <a:pt x="1765" y="599986"/>
                </a:lnTo>
                <a:lnTo>
                  <a:pt x="0" y="647293"/>
                </a:lnTo>
                <a:lnTo>
                  <a:pt x="10160" y="693953"/>
                </a:lnTo>
                <a:lnTo>
                  <a:pt x="31191" y="735609"/>
                </a:lnTo>
                <a:lnTo>
                  <a:pt x="61607" y="770597"/>
                </a:lnTo>
                <a:lnTo>
                  <a:pt x="99860" y="797267"/>
                </a:lnTo>
                <a:lnTo>
                  <a:pt x="144475" y="813955"/>
                </a:lnTo>
                <a:lnTo>
                  <a:pt x="191833" y="818946"/>
                </a:lnTo>
                <a:lnTo>
                  <a:pt x="237985" y="812177"/>
                </a:lnTo>
                <a:lnTo>
                  <a:pt x="280809" y="794448"/>
                </a:lnTo>
                <a:lnTo>
                  <a:pt x="318236" y="766572"/>
                </a:lnTo>
                <a:lnTo>
                  <a:pt x="348157" y="729361"/>
                </a:lnTo>
                <a:lnTo>
                  <a:pt x="367715" y="686244"/>
                </a:lnTo>
                <a:lnTo>
                  <a:pt x="375767" y="640511"/>
                </a:lnTo>
                <a:lnTo>
                  <a:pt x="372452" y="594372"/>
                </a:lnTo>
                <a:lnTo>
                  <a:pt x="357898" y="550049"/>
                </a:lnTo>
                <a:lnTo>
                  <a:pt x="332219" y="509752"/>
                </a:lnTo>
                <a:lnTo>
                  <a:pt x="419976" y="137452"/>
                </a:lnTo>
                <a:lnTo>
                  <a:pt x="421360" y="926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7716" y="2210038"/>
            <a:ext cx="1184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sz="2400" b="1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25155" y="1427378"/>
            <a:ext cx="593725" cy="703580"/>
          </a:xfrm>
          <a:custGeom>
            <a:avLst/>
            <a:gdLst/>
            <a:ahLst/>
            <a:cxnLst/>
            <a:rect l="l" t="t" r="r" b="b"/>
            <a:pathLst>
              <a:path w="593725" h="703580">
                <a:moveTo>
                  <a:pt x="338886" y="541540"/>
                </a:moveTo>
                <a:lnTo>
                  <a:pt x="316877" y="440791"/>
                </a:lnTo>
                <a:lnTo>
                  <a:pt x="263740" y="324307"/>
                </a:lnTo>
                <a:lnTo>
                  <a:pt x="209689" y="228053"/>
                </a:lnTo>
                <a:lnTo>
                  <a:pt x="184962" y="187985"/>
                </a:lnTo>
                <a:lnTo>
                  <a:pt x="80733" y="323303"/>
                </a:lnTo>
                <a:lnTo>
                  <a:pt x="26733" y="403656"/>
                </a:lnTo>
                <a:lnTo>
                  <a:pt x="5600" y="460768"/>
                </a:lnTo>
                <a:lnTo>
                  <a:pt x="0" y="526338"/>
                </a:lnTo>
                <a:lnTo>
                  <a:pt x="4038" y="571677"/>
                </a:lnTo>
                <a:lnTo>
                  <a:pt x="19304" y="612952"/>
                </a:lnTo>
                <a:lnTo>
                  <a:pt x="44272" y="648462"/>
                </a:lnTo>
                <a:lnTo>
                  <a:pt x="77381" y="676529"/>
                </a:lnTo>
                <a:lnTo>
                  <a:pt x="117081" y="695439"/>
                </a:lnTo>
                <a:lnTo>
                  <a:pt x="161836" y="703529"/>
                </a:lnTo>
                <a:lnTo>
                  <a:pt x="207137" y="699477"/>
                </a:lnTo>
                <a:lnTo>
                  <a:pt x="248373" y="684199"/>
                </a:lnTo>
                <a:lnTo>
                  <a:pt x="283857" y="659206"/>
                </a:lnTo>
                <a:lnTo>
                  <a:pt x="311899" y="626071"/>
                </a:lnTo>
                <a:lnTo>
                  <a:pt x="330809" y="586333"/>
                </a:lnTo>
                <a:lnTo>
                  <a:pt x="338886" y="541540"/>
                </a:lnTo>
                <a:close/>
              </a:path>
              <a:path w="593725" h="703580">
                <a:moveTo>
                  <a:pt x="593293" y="242862"/>
                </a:moveTo>
                <a:lnTo>
                  <a:pt x="578167" y="173659"/>
                </a:lnTo>
                <a:lnTo>
                  <a:pt x="541667" y="93649"/>
                </a:lnTo>
                <a:lnTo>
                  <a:pt x="504545" y="27533"/>
                </a:lnTo>
                <a:lnTo>
                  <a:pt x="487565" y="0"/>
                </a:lnTo>
                <a:lnTo>
                  <a:pt x="415975" y="92964"/>
                </a:lnTo>
                <a:lnTo>
                  <a:pt x="378866" y="148158"/>
                </a:lnTo>
                <a:lnTo>
                  <a:pt x="364363" y="187375"/>
                </a:lnTo>
                <a:lnTo>
                  <a:pt x="360514" y="232422"/>
                </a:lnTo>
                <a:lnTo>
                  <a:pt x="367626" y="278155"/>
                </a:lnTo>
                <a:lnTo>
                  <a:pt x="390918" y="316306"/>
                </a:lnTo>
                <a:lnTo>
                  <a:pt x="426796" y="342938"/>
                </a:lnTo>
                <a:lnTo>
                  <a:pt x="471678" y="354126"/>
                </a:lnTo>
                <a:lnTo>
                  <a:pt x="517372" y="347002"/>
                </a:lnTo>
                <a:lnTo>
                  <a:pt x="555498" y="323684"/>
                </a:lnTo>
                <a:lnTo>
                  <a:pt x="582104" y="287782"/>
                </a:lnTo>
                <a:lnTo>
                  <a:pt x="593293" y="242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84273" y="2200667"/>
            <a:ext cx="1225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sz="2400" b="1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4549" y="2717921"/>
            <a:ext cx="661670" cy="796290"/>
          </a:xfrm>
          <a:custGeom>
            <a:avLst/>
            <a:gdLst/>
            <a:ahLst/>
            <a:cxnLst/>
            <a:rect l="l" t="t" r="r" b="b"/>
            <a:pathLst>
              <a:path w="661670" h="796289">
                <a:moveTo>
                  <a:pt x="2105" y="14736"/>
                </a:moveTo>
                <a:lnTo>
                  <a:pt x="3297" y="75052"/>
                </a:lnTo>
                <a:lnTo>
                  <a:pt x="10077" y="124573"/>
                </a:lnTo>
                <a:lnTo>
                  <a:pt x="20295" y="173931"/>
                </a:lnTo>
                <a:lnTo>
                  <a:pt x="33906" y="222993"/>
                </a:lnTo>
                <a:lnTo>
                  <a:pt x="50866" y="271628"/>
                </a:lnTo>
                <a:lnTo>
                  <a:pt x="71130" y="319705"/>
                </a:lnTo>
                <a:lnTo>
                  <a:pt x="105274" y="384987"/>
                </a:lnTo>
                <a:lnTo>
                  <a:pt x="126653" y="418631"/>
                </a:lnTo>
                <a:lnTo>
                  <a:pt x="151176" y="452412"/>
                </a:lnTo>
                <a:lnTo>
                  <a:pt x="179046" y="485930"/>
                </a:lnTo>
                <a:lnTo>
                  <a:pt x="210468" y="518785"/>
                </a:lnTo>
                <a:lnTo>
                  <a:pt x="245647" y="550577"/>
                </a:lnTo>
                <a:lnTo>
                  <a:pt x="284785" y="580908"/>
                </a:lnTo>
                <a:lnTo>
                  <a:pt x="328088" y="609376"/>
                </a:lnTo>
                <a:lnTo>
                  <a:pt x="375759" y="635584"/>
                </a:lnTo>
                <a:lnTo>
                  <a:pt x="428002" y="659130"/>
                </a:lnTo>
                <a:lnTo>
                  <a:pt x="485022" y="679615"/>
                </a:lnTo>
                <a:lnTo>
                  <a:pt x="547023" y="696640"/>
                </a:lnTo>
                <a:lnTo>
                  <a:pt x="420769" y="740206"/>
                </a:lnTo>
                <a:lnTo>
                  <a:pt x="410431" y="746198"/>
                </a:lnTo>
                <a:lnTo>
                  <a:pt x="404322" y="755180"/>
                </a:lnTo>
                <a:lnTo>
                  <a:pt x="402662" y="765809"/>
                </a:lnTo>
                <a:lnTo>
                  <a:pt x="405670" y="776744"/>
                </a:lnTo>
                <a:lnTo>
                  <a:pt x="413534" y="786725"/>
                </a:lnTo>
                <a:lnTo>
                  <a:pt x="424288" y="793222"/>
                </a:lnTo>
                <a:lnTo>
                  <a:pt x="436401" y="795888"/>
                </a:lnTo>
                <a:lnTo>
                  <a:pt x="448345" y="794379"/>
                </a:lnTo>
                <a:lnTo>
                  <a:pt x="648878" y="726510"/>
                </a:lnTo>
                <a:lnTo>
                  <a:pt x="654083" y="722550"/>
                </a:lnTo>
                <a:lnTo>
                  <a:pt x="660554" y="706891"/>
                </a:lnTo>
                <a:lnTo>
                  <a:pt x="661336" y="702121"/>
                </a:lnTo>
                <a:lnTo>
                  <a:pt x="660085" y="696512"/>
                </a:lnTo>
                <a:lnTo>
                  <a:pt x="657099" y="692222"/>
                </a:lnTo>
                <a:lnTo>
                  <a:pt x="562134" y="510388"/>
                </a:lnTo>
                <a:lnTo>
                  <a:pt x="554270" y="500406"/>
                </a:lnTo>
                <a:lnTo>
                  <a:pt x="543516" y="493909"/>
                </a:lnTo>
                <a:lnTo>
                  <a:pt x="531403" y="491243"/>
                </a:lnTo>
                <a:lnTo>
                  <a:pt x="519460" y="492753"/>
                </a:lnTo>
                <a:lnTo>
                  <a:pt x="509121" y="498745"/>
                </a:lnTo>
                <a:lnTo>
                  <a:pt x="503012" y="507726"/>
                </a:lnTo>
                <a:lnTo>
                  <a:pt x="501352" y="518355"/>
                </a:lnTo>
                <a:lnTo>
                  <a:pt x="504361" y="529290"/>
                </a:lnTo>
                <a:lnTo>
                  <a:pt x="562856" y="641055"/>
                </a:lnTo>
                <a:lnTo>
                  <a:pt x="512996" y="627983"/>
                </a:lnTo>
                <a:lnTo>
                  <a:pt x="465588" y="612147"/>
                </a:lnTo>
                <a:lnTo>
                  <a:pt x="420648" y="593555"/>
                </a:lnTo>
                <a:lnTo>
                  <a:pt x="378196" y="572214"/>
                </a:lnTo>
                <a:lnTo>
                  <a:pt x="338248" y="548130"/>
                </a:lnTo>
                <a:lnTo>
                  <a:pt x="300822" y="521312"/>
                </a:lnTo>
                <a:lnTo>
                  <a:pt x="265935" y="491766"/>
                </a:lnTo>
                <a:lnTo>
                  <a:pt x="233606" y="459501"/>
                </a:lnTo>
                <a:lnTo>
                  <a:pt x="203852" y="424522"/>
                </a:lnTo>
                <a:lnTo>
                  <a:pt x="176691" y="386838"/>
                </a:lnTo>
                <a:lnTo>
                  <a:pt x="152140" y="346455"/>
                </a:lnTo>
                <a:lnTo>
                  <a:pt x="130217" y="303382"/>
                </a:lnTo>
                <a:lnTo>
                  <a:pt x="111725" y="259173"/>
                </a:lnTo>
                <a:lnTo>
                  <a:pt x="96148" y="214387"/>
                </a:lnTo>
                <a:lnTo>
                  <a:pt x="83542" y="169130"/>
                </a:lnTo>
                <a:lnTo>
                  <a:pt x="73960" y="123511"/>
                </a:lnTo>
                <a:lnTo>
                  <a:pt x="67457" y="77636"/>
                </a:lnTo>
                <a:lnTo>
                  <a:pt x="64088" y="31614"/>
                </a:lnTo>
                <a:lnTo>
                  <a:pt x="61368" y="19891"/>
                </a:lnTo>
                <a:lnTo>
                  <a:pt x="54414" y="10047"/>
                </a:lnTo>
                <a:lnTo>
                  <a:pt x="44262" y="3083"/>
                </a:lnTo>
                <a:lnTo>
                  <a:pt x="31949" y="0"/>
                </a:lnTo>
                <a:lnTo>
                  <a:pt x="19090" y="1162"/>
                </a:lnTo>
                <a:lnTo>
                  <a:pt x="8805" y="6349"/>
                </a:lnTo>
                <a:lnTo>
                  <a:pt x="2105" y="147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97568" y="2699179"/>
            <a:ext cx="661670" cy="796290"/>
          </a:xfrm>
          <a:custGeom>
            <a:avLst/>
            <a:gdLst/>
            <a:ahLst/>
            <a:cxnLst/>
            <a:rect l="l" t="t" r="r" b="b"/>
            <a:pathLst>
              <a:path w="661670" h="796289">
                <a:moveTo>
                  <a:pt x="659230" y="14736"/>
                </a:moveTo>
                <a:lnTo>
                  <a:pt x="658039" y="75052"/>
                </a:lnTo>
                <a:lnTo>
                  <a:pt x="651258" y="124573"/>
                </a:lnTo>
                <a:lnTo>
                  <a:pt x="641040" y="173931"/>
                </a:lnTo>
                <a:lnTo>
                  <a:pt x="627429" y="222993"/>
                </a:lnTo>
                <a:lnTo>
                  <a:pt x="610469" y="271628"/>
                </a:lnTo>
                <a:lnTo>
                  <a:pt x="590205" y="319705"/>
                </a:lnTo>
                <a:lnTo>
                  <a:pt x="556061" y="384987"/>
                </a:lnTo>
                <a:lnTo>
                  <a:pt x="534682" y="418631"/>
                </a:lnTo>
                <a:lnTo>
                  <a:pt x="510160" y="452412"/>
                </a:lnTo>
                <a:lnTo>
                  <a:pt x="482289" y="485930"/>
                </a:lnTo>
                <a:lnTo>
                  <a:pt x="450867" y="518785"/>
                </a:lnTo>
                <a:lnTo>
                  <a:pt x="415689" y="550577"/>
                </a:lnTo>
                <a:lnTo>
                  <a:pt x="376550" y="580908"/>
                </a:lnTo>
                <a:lnTo>
                  <a:pt x="333248" y="609376"/>
                </a:lnTo>
                <a:lnTo>
                  <a:pt x="285577" y="635584"/>
                </a:lnTo>
                <a:lnTo>
                  <a:pt x="233333" y="659130"/>
                </a:lnTo>
                <a:lnTo>
                  <a:pt x="176313" y="679615"/>
                </a:lnTo>
                <a:lnTo>
                  <a:pt x="114312" y="696640"/>
                </a:lnTo>
                <a:lnTo>
                  <a:pt x="240566" y="740206"/>
                </a:lnTo>
                <a:lnTo>
                  <a:pt x="250905" y="746198"/>
                </a:lnTo>
                <a:lnTo>
                  <a:pt x="257014" y="755180"/>
                </a:lnTo>
                <a:lnTo>
                  <a:pt x="258674" y="765809"/>
                </a:lnTo>
                <a:lnTo>
                  <a:pt x="255665" y="776744"/>
                </a:lnTo>
                <a:lnTo>
                  <a:pt x="247801" y="786725"/>
                </a:lnTo>
                <a:lnTo>
                  <a:pt x="237048" y="793222"/>
                </a:lnTo>
                <a:lnTo>
                  <a:pt x="224934" y="795888"/>
                </a:lnTo>
                <a:lnTo>
                  <a:pt x="212991" y="794379"/>
                </a:lnTo>
                <a:lnTo>
                  <a:pt x="12457" y="726510"/>
                </a:lnTo>
                <a:lnTo>
                  <a:pt x="7252" y="722550"/>
                </a:lnTo>
                <a:lnTo>
                  <a:pt x="781" y="706891"/>
                </a:lnTo>
                <a:lnTo>
                  <a:pt x="0" y="702121"/>
                </a:lnTo>
                <a:lnTo>
                  <a:pt x="1250" y="696512"/>
                </a:lnTo>
                <a:lnTo>
                  <a:pt x="4236" y="692222"/>
                </a:lnTo>
                <a:lnTo>
                  <a:pt x="99202" y="510388"/>
                </a:lnTo>
                <a:lnTo>
                  <a:pt x="107065" y="500406"/>
                </a:lnTo>
                <a:lnTo>
                  <a:pt x="117819" y="493909"/>
                </a:lnTo>
                <a:lnTo>
                  <a:pt x="129932" y="491243"/>
                </a:lnTo>
                <a:lnTo>
                  <a:pt x="141876" y="492753"/>
                </a:lnTo>
                <a:lnTo>
                  <a:pt x="152214" y="498745"/>
                </a:lnTo>
                <a:lnTo>
                  <a:pt x="158324" y="507726"/>
                </a:lnTo>
                <a:lnTo>
                  <a:pt x="159984" y="518355"/>
                </a:lnTo>
                <a:lnTo>
                  <a:pt x="156975" y="529290"/>
                </a:lnTo>
                <a:lnTo>
                  <a:pt x="98479" y="641055"/>
                </a:lnTo>
                <a:lnTo>
                  <a:pt x="148339" y="627983"/>
                </a:lnTo>
                <a:lnTo>
                  <a:pt x="195748" y="612147"/>
                </a:lnTo>
                <a:lnTo>
                  <a:pt x="240687" y="593555"/>
                </a:lnTo>
                <a:lnTo>
                  <a:pt x="283139" y="572214"/>
                </a:lnTo>
                <a:lnTo>
                  <a:pt x="323088" y="548130"/>
                </a:lnTo>
                <a:lnTo>
                  <a:pt x="360514" y="521312"/>
                </a:lnTo>
                <a:lnTo>
                  <a:pt x="395400" y="491766"/>
                </a:lnTo>
                <a:lnTo>
                  <a:pt x="427729" y="459501"/>
                </a:lnTo>
                <a:lnTo>
                  <a:pt x="457483" y="424522"/>
                </a:lnTo>
                <a:lnTo>
                  <a:pt x="484644" y="386838"/>
                </a:lnTo>
                <a:lnTo>
                  <a:pt x="509196" y="346455"/>
                </a:lnTo>
                <a:lnTo>
                  <a:pt x="531119" y="303382"/>
                </a:lnTo>
                <a:lnTo>
                  <a:pt x="549611" y="259173"/>
                </a:lnTo>
                <a:lnTo>
                  <a:pt x="565187" y="214387"/>
                </a:lnTo>
                <a:lnTo>
                  <a:pt x="577794" y="169130"/>
                </a:lnTo>
                <a:lnTo>
                  <a:pt x="587376" y="123511"/>
                </a:lnTo>
                <a:lnTo>
                  <a:pt x="593878" y="77636"/>
                </a:lnTo>
                <a:lnTo>
                  <a:pt x="597247" y="31614"/>
                </a:lnTo>
                <a:lnTo>
                  <a:pt x="599967" y="19891"/>
                </a:lnTo>
                <a:lnTo>
                  <a:pt x="606921" y="10047"/>
                </a:lnTo>
                <a:lnTo>
                  <a:pt x="617073" y="3083"/>
                </a:lnTo>
                <a:lnTo>
                  <a:pt x="629386" y="0"/>
                </a:lnTo>
                <a:lnTo>
                  <a:pt x="642245" y="1162"/>
                </a:lnTo>
                <a:lnTo>
                  <a:pt x="652530" y="6349"/>
                </a:lnTo>
                <a:lnTo>
                  <a:pt x="659230" y="147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24920A20-742D-1490-9057-492C08736B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MQTT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Publisher</a:t>
            </a:r>
            <a:r>
              <a:rPr spc="-8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Broker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Subscriber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1619" y="1703106"/>
            <a:ext cx="8929370" cy="2814320"/>
            <a:chOff x="1531619" y="1703106"/>
            <a:chExt cx="8929370" cy="2814320"/>
          </a:xfrm>
        </p:grpSpPr>
        <p:sp>
          <p:nvSpPr>
            <p:cNvPr id="4" name="object 4"/>
            <p:cNvSpPr/>
            <p:nvPr/>
          </p:nvSpPr>
          <p:spPr>
            <a:xfrm>
              <a:off x="1569719" y="3291838"/>
              <a:ext cx="8853170" cy="1187450"/>
            </a:xfrm>
            <a:custGeom>
              <a:avLst/>
              <a:gdLst/>
              <a:ahLst/>
              <a:cxnLst/>
              <a:rect l="l" t="t" r="r" b="b"/>
              <a:pathLst>
                <a:path w="8853170" h="1187450">
                  <a:moveTo>
                    <a:pt x="0" y="375069"/>
                  </a:moveTo>
                  <a:lnTo>
                    <a:pt x="2922" y="328020"/>
                  </a:lnTo>
                  <a:lnTo>
                    <a:pt x="11454" y="282715"/>
                  </a:lnTo>
                  <a:lnTo>
                    <a:pt x="25245" y="239506"/>
                  </a:lnTo>
                  <a:lnTo>
                    <a:pt x="43944" y="198745"/>
                  </a:lnTo>
                  <a:lnTo>
                    <a:pt x="67198" y="160781"/>
                  </a:lnTo>
                  <a:lnTo>
                    <a:pt x="94657" y="125968"/>
                  </a:lnTo>
                  <a:lnTo>
                    <a:pt x="125968" y="94657"/>
                  </a:lnTo>
                  <a:lnTo>
                    <a:pt x="160781" y="67198"/>
                  </a:lnTo>
                  <a:lnTo>
                    <a:pt x="198745" y="43944"/>
                  </a:lnTo>
                  <a:lnTo>
                    <a:pt x="239506" y="25245"/>
                  </a:lnTo>
                  <a:lnTo>
                    <a:pt x="282715" y="11454"/>
                  </a:lnTo>
                  <a:lnTo>
                    <a:pt x="328020" y="2922"/>
                  </a:lnTo>
                  <a:lnTo>
                    <a:pt x="375069" y="0"/>
                  </a:lnTo>
                  <a:lnTo>
                    <a:pt x="8477846" y="0"/>
                  </a:lnTo>
                  <a:lnTo>
                    <a:pt x="8524895" y="2922"/>
                  </a:lnTo>
                  <a:lnTo>
                    <a:pt x="8570200" y="11454"/>
                  </a:lnTo>
                  <a:lnTo>
                    <a:pt x="8613409" y="25245"/>
                  </a:lnTo>
                  <a:lnTo>
                    <a:pt x="8654170" y="43944"/>
                  </a:lnTo>
                  <a:lnTo>
                    <a:pt x="8692134" y="67198"/>
                  </a:lnTo>
                  <a:lnTo>
                    <a:pt x="8726947" y="94657"/>
                  </a:lnTo>
                  <a:lnTo>
                    <a:pt x="8758258" y="125968"/>
                  </a:lnTo>
                  <a:lnTo>
                    <a:pt x="8785717" y="160781"/>
                  </a:lnTo>
                  <a:lnTo>
                    <a:pt x="8808971" y="198745"/>
                  </a:lnTo>
                  <a:lnTo>
                    <a:pt x="8827670" y="239506"/>
                  </a:lnTo>
                  <a:lnTo>
                    <a:pt x="8841461" y="282715"/>
                  </a:lnTo>
                  <a:lnTo>
                    <a:pt x="8849993" y="328020"/>
                  </a:lnTo>
                  <a:lnTo>
                    <a:pt x="8852916" y="375069"/>
                  </a:lnTo>
                  <a:lnTo>
                    <a:pt x="8852916" y="812126"/>
                  </a:lnTo>
                  <a:lnTo>
                    <a:pt x="8849993" y="859175"/>
                  </a:lnTo>
                  <a:lnTo>
                    <a:pt x="8841461" y="904480"/>
                  </a:lnTo>
                  <a:lnTo>
                    <a:pt x="8827670" y="947689"/>
                  </a:lnTo>
                  <a:lnTo>
                    <a:pt x="8808971" y="988450"/>
                  </a:lnTo>
                  <a:lnTo>
                    <a:pt x="8785717" y="1026414"/>
                  </a:lnTo>
                  <a:lnTo>
                    <a:pt x="8758258" y="1061227"/>
                  </a:lnTo>
                  <a:lnTo>
                    <a:pt x="8726947" y="1092538"/>
                  </a:lnTo>
                  <a:lnTo>
                    <a:pt x="8692134" y="1119997"/>
                  </a:lnTo>
                  <a:lnTo>
                    <a:pt x="8654170" y="1143251"/>
                  </a:lnTo>
                  <a:lnTo>
                    <a:pt x="8613409" y="1161950"/>
                  </a:lnTo>
                  <a:lnTo>
                    <a:pt x="8570200" y="1175741"/>
                  </a:lnTo>
                  <a:lnTo>
                    <a:pt x="8524895" y="1184273"/>
                  </a:lnTo>
                  <a:lnTo>
                    <a:pt x="8477846" y="1187195"/>
                  </a:lnTo>
                  <a:lnTo>
                    <a:pt x="375069" y="1187195"/>
                  </a:lnTo>
                  <a:lnTo>
                    <a:pt x="328020" y="1184273"/>
                  </a:lnTo>
                  <a:lnTo>
                    <a:pt x="282715" y="1175741"/>
                  </a:lnTo>
                  <a:lnTo>
                    <a:pt x="239506" y="1161950"/>
                  </a:lnTo>
                  <a:lnTo>
                    <a:pt x="198745" y="1143251"/>
                  </a:lnTo>
                  <a:lnTo>
                    <a:pt x="160781" y="1119997"/>
                  </a:lnTo>
                  <a:lnTo>
                    <a:pt x="125968" y="1092538"/>
                  </a:lnTo>
                  <a:lnTo>
                    <a:pt x="94657" y="1061227"/>
                  </a:lnTo>
                  <a:lnTo>
                    <a:pt x="67198" y="1026414"/>
                  </a:lnTo>
                  <a:lnTo>
                    <a:pt x="43944" y="988450"/>
                  </a:lnTo>
                  <a:lnTo>
                    <a:pt x="25245" y="947689"/>
                  </a:lnTo>
                  <a:lnTo>
                    <a:pt x="11454" y="904480"/>
                  </a:lnTo>
                  <a:lnTo>
                    <a:pt x="2922" y="859175"/>
                  </a:lnTo>
                  <a:lnTo>
                    <a:pt x="0" y="812126"/>
                  </a:lnTo>
                  <a:lnTo>
                    <a:pt x="0" y="375069"/>
                  </a:lnTo>
                  <a:close/>
                </a:path>
              </a:pathLst>
            </a:custGeom>
            <a:ln w="76199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745244" y="1703107"/>
              <a:ext cx="421640" cy="819150"/>
            </a:xfrm>
            <a:custGeom>
              <a:avLst/>
              <a:gdLst/>
              <a:ahLst/>
              <a:cxnLst/>
              <a:rect l="l" t="t" r="r" b="b"/>
              <a:pathLst>
                <a:path w="421639" h="819150">
                  <a:moveTo>
                    <a:pt x="281686" y="626592"/>
                  </a:moveTo>
                  <a:lnTo>
                    <a:pt x="274281" y="593496"/>
                  </a:lnTo>
                  <a:lnTo>
                    <a:pt x="255600" y="565188"/>
                  </a:lnTo>
                  <a:lnTo>
                    <a:pt x="227203" y="545020"/>
                  </a:lnTo>
                  <a:lnTo>
                    <a:pt x="279501" y="323113"/>
                  </a:lnTo>
                  <a:lnTo>
                    <a:pt x="242849" y="314464"/>
                  </a:lnTo>
                  <a:lnTo>
                    <a:pt x="190550" y="536384"/>
                  </a:lnTo>
                  <a:lnTo>
                    <a:pt x="156133" y="541743"/>
                  </a:lnTo>
                  <a:lnTo>
                    <a:pt x="126771" y="558736"/>
                  </a:lnTo>
                  <a:lnTo>
                    <a:pt x="105371" y="585038"/>
                  </a:lnTo>
                  <a:lnTo>
                    <a:pt x="94830" y="618363"/>
                  </a:lnTo>
                  <a:lnTo>
                    <a:pt x="96672" y="653224"/>
                  </a:lnTo>
                  <a:lnTo>
                    <a:pt x="110515" y="684123"/>
                  </a:lnTo>
                  <a:lnTo>
                    <a:pt x="134327" y="708113"/>
                  </a:lnTo>
                  <a:lnTo>
                    <a:pt x="166077" y="722261"/>
                  </a:lnTo>
                  <a:lnTo>
                    <a:pt x="200812" y="723785"/>
                  </a:lnTo>
                  <a:lnTo>
                    <a:pt x="232829" y="712952"/>
                  </a:lnTo>
                  <a:lnTo>
                    <a:pt x="259016" y="691489"/>
                  </a:lnTo>
                  <a:lnTo>
                    <a:pt x="276237" y="661111"/>
                  </a:lnTo>
                  <a:lnTo>
                    <a:pt x="281686" y="626592"/>
                  </a:lnTo>
                  <a:close/>
                </a:path>
                <a:path w="421639" h="819150">
                  <a:moveTo>
                    <a:pt x="421360" y="92697"/>
                  </a:moveTo>
                  <a:lnTo>
                    <a:pt x="415963" y="78447"/>
                  </a:lnTo>
                  <a:lnTo>
                    <a:pt x="405980" y="52133"/>
                  </a:lnTo>
                  <a:lnTo>
                    <a:pt x="376605" y="20256"/>
                  </a:lnTo>
                  <a:lnTo>
                    <a:pt x="365696" y="15227"/>
                  </a:lnTo>
                  <a:lnTo>
                    <a:pt x="365696" y="102120"/>
                  </a:lnTo>
                  <a:lnTo>
                    <a:pt x="364998" y="124510"/>
                  </a:lnTo>
                  <a:lnTo>
                    <a:pt x="269900" y="527977"/>
                  </a:lnTo>
                  <a:lnTo>
                    <a:pt x="299478" y="561416"/>
                  </a:lnTo>
                  <a:lnTo>
                    <a:pt x="315747" y="601700"/>
                  </a:lnTo>
                  <a:lnTo>
                    <a:pt x="318020" y="645223"/>
                  </a:lnTo>
                  <a:lnTo>
                    <a:pt x="305600" y="688365"/>
                  </a:lnTo>
                  <a:lnTo>
                    <a:pt x="279311" y="724242"/>
                  </a:lnTo>
                  <a:lnTo>
                    <a:pt x="279158" y="724344"/>
                  </a:lnTo>
                  <a:lnTo>
                    <a:pt x="243687" y="749007"/>
                  </a:lnTo>
                  <a:lnTo>
                    <a:pt x="201955" y="761123"/>
                  </a:lnTo>
                  <a:lnTo>
                    <a:pt x="157441" y="758939"/>
                  </a:lnTo>
                  <a:lnTo>
                    <a:pt x="116408" y="741362"/>
                  </a:lnTo>
                  <a:lnTo>
                    <a:pt x="84289" y="711822"/>
                  </a:lnTo>
                  <a:lnTo>
                    <a:pt x="63474" y="673506"/>
                  </a:lnTo>
                  <a:lnTo>
                    <a:pt x="63449" y="673366"/>
                  </a:lnTo>
                  <a:lnTo>
                    <a:pt x="56388" y="629627"/>
                  </a:lnTo>
                  <a:lnTo>
                    <a:pt x="64160" y="585381"/>
                  </a:lnTo>
                  <a:lnTo>
                    <a:pt x="85661" y="547471"/>
                  </a:lnTo>
                  <a:lnTo>
                    <a:pt x="118427" y="518744"/>
                  </a:lnTo>
                  <a:lnTo>
                    <a:pt x="159956" y="502069"/>
                  </a:lnTo>
                  <a:lnTo>
                    <a:pt x="255054" y="98590"/>
                  </a:lnTo>
                  <a:lnTo>
                    <a:pt x="264426" y="78257"/>
                  </a:lnTo>
                  <a:lnTo>
                    <a:pt x="280352" y="63538"/>
                  </a:lnTo>
                  <a:lnTo>
                    <a:pt x="300621" y="55841"/>
                  </a:lnTo>
                  <a:lnTo>
                    <a:pt x="322986" y="56527"/>
                  </a:lnTo>
                  <a:lnTo>
                    <a:pt x="343306" y="65900"/>
                  </a:lnTo>
                  <a:lnTo>
                    <a:pt x="358000" y="81838"/>
                  </a:lnTo>
                  <a:lnTo>
                    <a:pt x="365696" y="102120"/>
                  </a:lnTo>
                  <a:lnTo>
                    <a:pt x="365696" y="15227"/>
                  </a:lnTo>
                  <a:lnTo>
                    <a:pt x="335953" y="1511"/>
                  </a:lnTo>
                  <a:lnTo>
                    <a:pt x="291249" y="0"/>
                  </a:lnTo>
                  <a:lnTo>
                    <a:pt x="250774" y="15189"/>
                  </a:lnTo>
                  <a:lnTo>
                    <a:pt x="218909" y="44564"/>
                  </a:lnTo>
                  <a:lnTo>
                    <a:pt x="218744" y="44932"/>
                  </a:lnTo>
                  <a:lnTo>
                    <a:pt x="200075" y="85636"/>
                  </a:lnTo>
                  <a:lnTo>
                    <a:pt x="112331" y="457936"/>
                  </a:lnTo>
                  <a:lnTo>
                    <a:pt x="71361" y="482523"/>
                  </a:lnTo>
                  <a:lnTo>
                    <a:pt x="38544" y="515683"/>
                  </a:lnTo>
                  <a:lnTo>
                    <a:pt x="14973" y="555485"/>
                  </a:lnTo>
                  <a:lnTo>
                    <a:pt x="1765" y="599998"/>
                  </a:lnTo>
                  <a:lnTo>
                    <a:pt x="0" y="647306"/>
                  </a:lnTo>
                  <a:lnTo>
                    <a:pt x="10160" y="693966"/>
                  </a:lnTo>
                  <a:lnTo>
                    <a:pt x="31191" y="735622"/>
                  </a:lnTo>
                  <a:lnTo>
                    <a:pt x="61595" y="770610"/>
                  </a:lnTo>
                  <a:lnTo>
                    <a:pt x="99860" y="797280"/>
                  </a:lnTo>
                  <a:lnTo>
                    <a:pt x="144462" y="813968"/>
                  </a:lnTo>
                  <a:lnTo>
                    <a:pt x="191833" y="818959"/>
                  </a:lnTo>
                  <a:lnTo>
                    <a:pt x="237972" y="812177"/>
                  </a:lnTo>
                  <a:lnTo>
                    <a:pt x="280809" y="794461"/>
                  </a:lnTo>
                  <a:lnTo>
                    <a:pt x="287362" y="789571"/>
                  </a:lnTo>
                  <a:lnTo>
                    <a:pt x="318236" y="766584"/>
                  </a:lnTo>
                  <a:lnTo>
                    <a:pt x="348157" y="729361"/>
                  </a:lnTo>
                  <a:lnTo>
                    <a:pt x="367703" y="686244"/>
                  </a:lnTo>
                  <a:lnTo>
                    <a:pt x="375767" y="640524"/>
                  </a:lnTo>
                  <a:lnTo>
                    <a:pt x="372452" y="594385"/>
                  </a:lnTo>
                  <a:lnTo>
                    <a:pt x="357886" y="550062"/>
                  </a:lnTo>
                  <a:lnTo>
                    <a:pt x="332219" y="509765"/>
                  </a:lnTo>
                  <a:lnTo>
                    <a:pt x="419963" y="137464"/>
                  </a:lnTo>
                  <a:lnTo>
                    <a:pt x="421360" y="926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88234" y="2691989"/>
            <a:ext cx="14039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0" cap="none" spc="-1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cs typeface="Calibri"/>
              </a:rPr>
              <a:t>BROKER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8289" y="2497143"/>
            <a:ext cx="1184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sz="2400" b="1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89176" y="3515866"/>
            <a:ext cx="4081779" cy="762000"/>
          </a:xfrm>
          <a:custGeom>
            <a:avLst/>
            <a:gdLst/>
            <a:ahLst/>
            <a:cxnLst/>
            <a:rect l="l" t="t" r="r" b="b"/>
            <a:pathLst>
              <a:path w="4081779" h="762000">
                <a:moveTo>
                  <a:pt x="0" y="240741"/>
                </a:moveTo>
                <a:lnTo>
                  <a:pt x="4891" y="192223"/>
                </a:lnTo>
                <a:lnTo>
                  <a:pt x="18918" y="147034"/>
                </a:lnTo>
                <a:lnTo>
                  <a:pt x="41115" y="106141"/>
                </a:lnTo>
                <a:lnTo>
                  <a:pt x="70511" y="70511"/>
                </a:lnTo>
                <a:lnTo>
                  <a:pt x="106141" y="41115"/>
                </a:lnTo>
                <a:lnTo>
                  <a:pt x="147034" y="18918"/>
                </a:lnTo>
                <a:lnTo>
                  <a:pt x="192223" y="4891"/>
                </a:lnTo>
                <a:lnTo>
                  <a:pt x="240741" y="0"/>
                </a:lnTo>
                <a:lnTo>
                  <a:pt x="3840530" y="0"/>
                </a:lnTo>
                <a:lnTo>
                  <a:pt x="3889048" y="4891"/>
                </a:lnTo>
                <a:lnTo>
                  <a:pt x="3934237" y="18918"/>
                </a:lnTo>
                <a:lnTo>
                  <a:pt x="3975130" y="41115"/>
                </a:lnTo>
                <a:lnTo>
                  <a:pt x="4010760" y="70511"/>
                </a:lnTo>
                <a:lnTo>
                  <a:pt x="4040156" y="106141"/>
                </a:lnTo>
                <a:lnTo>
                  <a:pt x="4062353" y="147034"/>
                </a:lnTo>
                <a:lnTo>
                  <a:pt x="4076380" y="192223"/>
                </a:lnTo>
                <a:lnTo>
                  <a:pt x="4081272" y="240741"/>
                </a:lnTo>
                <a:lnTo>
                  <a:pt x="4081272" y="521258"/>
                </a:lnTo>
                <a:lnTo>
                  <a:pt x="4076380" y="569776"/>
                </a:lnTo>
                <a:lnTo>
                  <a:pt x="4062353" y="614965"/>
                </a:lnTo>
                <a:lnTo>
                  <a:pt x="4040156" y="655858"/>
                </a:lnTo>
                <a:lnTo>
                  <a:pt x="4010760" y="691488"/>
                </a:lnTo>
                <a:lnTo>
                  <a:pt x="3975130" y="720884"/>
                </a:lnTo>
                <a:lnTo>
                  <a:pt x="3934237" y="743081"/>
                </a:lnTo>
                <a:lnTo>
                  <a:pt x="3889048" y="757108"/>
                </a:lnTo>
                <a:lnTo>
                  <a:pt x="3840530" y="761999"/>
                </a:lnTo>
                <a:lnTo>
                  <a:pt x="240741" y="761999"/>
                </a:lnTo>
                <a:lnTo>
                  <a:pt x="192223" y="757108"/>
                </a:lnTo>
                <a:lnTo>
                  <a:pt x="147034" y="743081"/>
                </a:lnTo>
                <a:lnTo>
                  <a:pt x="106141" y="720884"/>
                </a:lnTo>
                <a:lnTo>
                  <a:pt x="70511" y="691488"/>
                </a:lnTo>
                <a:lnTo>
                  <a:pt x="41115" y="655858"/>
                </a:lnTo>
                <a:lnTo>
                  <a:pt x="18918" y="614965"/>
                </a:lnTo>
                <a:lnTo>
                  <a:pt x="4891" y="569776"/>
                </a:lnTo>
                <a:lnTo>
                  <a:pt x="0" y="521258"/>
                </a:lnTo>
                <a:lnTo>
                  <a:pt x="0" y="240741"/>
                </a:lnTo>
                <a:close/>
              </a:path>
            </a:pathLst>
          </a:custGeom>
          <a:ln w="57150">
            <a:solidFill>
              <a:srgbClr val="D25C9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8552" y="3664676"/>
            <a:ext cx="2466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D25C9A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400" b="1" i="0" u="none" strike="noStrike" kern="0" cap="none" spc="-114" normalizeH="0" baseline="0" noProof="0" dirty="0">
                <a:ln>
                  <a:noFill/>
                </a:ln>
                <a:solidFill>
                  <a:srgbClr val="D25C9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30" normalizeH="0" baseline="0" noProof="0" dirty="0">
                <a:ln>
                  <a:noFill/>
                </a:ln>
                <a:solidFill>
                  <a:srgbClr val="D25C9A"/>
                </a:solidFill>
                <a:effectLst/>
                <a:uLnTx/>
                <a:uFillTx/>
                <a:latin typeface="Calibri"/>
                <a:cs typeface="Calibri"/>
              </a:rPr>
              <a:t>Temperature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14968" y="3664676"/>
            <a:ext cx="2011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D25C9A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400" b="1" i="0" u="none" strike="noStrike" kern="0" cap="none" spc="-114" normalizeH="0" baseline="0" noProof="0" dirty="0">
                <a:ln>
                  <a:noFill/>
                </a:ln>
                <a:solidFill>
                  <a:srgbClr val="D25C9A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D25C9A"/>
                </a:solidFill>
                <a:effectLst/>
                <a:uLnTx/>
                <a:uFillTx/>
                <a:latin typeface="Calibri"/>
                <a:cs typeface="Calibri"/>
              </a:rPr>
              <a:t>Humidity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11480" y="1775919"/>
            <a:ext cx="8190230" cy="2518410"/>
            <a:chOff x="2011480" y="1775919"/>
            <a:chExt cx="8190230" cy="2518410"/>
          </a:xfrm>
        </p:grpSpPr>
        <p:sp>
          <p:nvSpPr>
            <p:cNvPr id="12" name="object 12"/>
            <p:cNvSpPr/>
            <p:nvPr/>
          </p:nvSpPr>
          <p:spPr>
            <a:xfrm>
              <a:off x="6091427" y="3503674"/>
              <a:ext cx="4081779" cy="762000"/>
            </a:xfrm>
            <a:custGeom>
              <a:avLst/>
              <a:gdLst/>
              <a:ahLst/>
              <a:cxnLst/>
              <a:rect l="l" t="t" r="r" b="b"/>
              <a:pathLst>
                <a:path w="4081779" h="762000">
                  <a:moveTo>
                    <a:pt x="0" y="240741"/>
                  </a:moveTo>
                  <a:lnTo>
                    <a:pt x="4891" y="192223"/>
                  </a:lnTo>
                  <a:lnTo>
                    <a:pt x="18918" y="147034"/>
                  </a:lnTo>
                  <a:lnTo>
                    <a:pt x="41115" y="106141"/>
                  </a:lnTo>
                  <a:lnTo>
                    <a:pt x="70511" y="70511"/>
                  </a:lnTo>
                  <a:lnTo>
                    <a:pt x="106141" y="41115"/>
                  </a:lnTo>
                  <a:lnTo>
                    <a:pt x="147034" y="18918"/>
                  </a:lnTo>
                  <a:lnTo>
                    <a:pt x="192223" y="4891"/>
                  </a:lnTo>
                  <a:lnTo>
                    <a:pt x="240741" y="0"/>
                  </a:lnTo>
                  <a:lnTo>
                    <a:pt x="3840530" y="0"/>
                  </a:lnTo>
                  <a:lnTo>
                    <a:pt x="3889048" y="4891"/>
                  </a:lnTo>
                  <a:lnTo>
                    <a:pt x="3934237" y="18918"/>
                  </a:lnTo>
                  <a:lnTo>
                    <a:pt x="3975130" y="41115"/>
                  </a:lnTo>
                  <a:lnTo>
                    <a:pt x="4010760" y="70511"/>
                  </a:lnTo>
                  <a:lnTo>
                    <a:pt x="4040156" y="106141"/>
                  </a:lnTo>
                  <a:lnTo>
                    <a:pt x="4062353" y="147034"/>
                  </a:lnTo>
                  <a:lnTo>
                    <a:pt x="4076380" y="192223"/>
                  </a:lnTo>
                  <a:lnTo>
                    <a:pt x="4081272" y="240741"/>
                  </a:lnTo>
                  <a:lnTo>
                    <a:pt x="4081272" y="521258"/>
                  </a:lnTo>
                  <a:lnTo>
                    <a:pt x="4076380" y="569776"/>
                  </a:lnTo>
                  <a:lnTo>
                    <a:pt x="4062353" y="614965"/>
                  </a:lnTo>
                  <a:lnTo>
                    <a:pt x="4040156" y="655858"/>
                  </a:lnTo>
                  <a:lnTo>
                    <a:pt x="4010760" y="691488"/>
                  </a:lnTo>
                  <a:lnTo>
                    <a:pt x="3975130" y="720884"/>
                  </a:lnTo>
                  <a:lnTo>
                    <a:pt x="3934237" y="743081"/>
                  </a:lnTo>
                  <a:lnTo>
                    <a:pt x="3889048" y="757108"/>
                  </a:lnTo>
                  <a:lnTo>
                    <a:pt x="3840530" y="761999"/>
                  </a:lnTo>
                  <a:lnTo>
                    <a:pt x="240741" y="761999"/>
                  </a:lnTo>
                  <a:lnTo>
                    <a:pt x="192223" y="757108"/>
                  </a:lnTo>
                  <a:lnTo>
                    <a:pt x="147034" y="743081"/>
                  </a:lnTo>
                  <a:lnTo>
                    <a:pt x="106141" y="720884"/>
                  </a:lnTo>
                  <a:lnTo>
                    <a:pt x="70511" y="691488"/>
                  </a:lnTo>
                  <a:lnTo>
                    <a:pt x="41115" y="655858"/>
                  </a:lnTo>
                  <a:lnTo>
                    <a:pt x="18918" y="614965"/>
                  </a:lnTo>
                  <a:lnTo>
                    <a:pt x="4891" y="569776"/>
                  </a:lnTo>
                  <a:lnTo>
                    <a:pt x="0" y="521258"/>
                  </a:lnTo>
                  <a:lnTo>
                    <a:pt x="0" y="240741"/>
                  </a:lnTo>
                  <a:close/>
                </a:path>
              </a:pathLst>
            </a:custGeom>
            <a:ln w="57150">
              <a:solidFill>
                <a:srgbClr val="D25C9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011476" y="2866580"/>
              <a:ext cx="7938770" cy="993140"/>
            </a:xfrm>
            <a:custGeom>
              <a:avLst/>
              <a:gdLst/>
              <a:ahLst/>
              <a:cxnLst/>
              <a:rect l="l" t="t" r="r" b="b"/>
              <a:pathLst>
                <a:path w="7938770" h="993139">
                  <a:moveTo>
                    <a:pt x="289979" y="768667"/>
                  </a:moveTo>
                  <a:lnTo>
                    <a:pt x="266954" y="728649"/>
                  </a:lnTo>
                  <a:lnTo>
                    <a:pt x="255117" y="727075"/>
                  </a:lnTo>
                  <a:lnTo>
                    <a:pt x="244792" y="730453"/>
                  </a:lnTo>
                  <a:lnTo>
                    <a:pt x="236982" y="737857"/>
                  </a:lnTo>
                  <a:lnTo>
                    <a:pt x="232689" y="748347"/>
                  </a:lnTo>
                  <a:lnTo>
                    <a:pt x="210731" y="872578"/>
                  </a:lnTo>
                  <a:lnTo>
                    <a:pt x="179235" y="831773"/>
                  </a:lnTo>
                  <a:lnTo>
                    <a:pt x="151371" y="790270"/>
                  </a:lnTo>
                  <a:lnTo>
                    <a:pt x="127152" y="748106"/>
                  </a:lnTo>
                  <a:lnTo>
                    <a:pt x="106578" y="705281"/>
                  </a:lnTo>
                  <a:lnTo>
                    <a:pt x="89649" y="661809"/>
                  </a:lnTo>
                  <a:lnTo>
                    <a:pt x="76403" y="617715"/>
                  </a:lnTo>
                  <a:lnTo>
                    <a:pt x="66827" y="573011"/>
                  </a:lnTo>
                  <a:lnTo>
                    <a:pt x="60934" y="527710"/>
                  </a:lnTo>
                  <a:lnTo>
                    <a:pt x="58737" y="481850"/>
                  </a:lnTo>
                  <a:lnTo>
                    <a:pt x="60248" y="435419"/>
                  </a:lnTo>
                  <a:lnTo>
                    <a:pt x="65481" y="388442"/>
                  </a:lnTo>
                  <a:lnTo>
                    <a:pt x="74434" y="340956"/>
                  </a:lnTo>
                  <a:lnTo>
                    <a:pt x="86791" y="294652"/>
                  </a:lnTo>
                  <a:lnTo>
                    <a:pt x="101815" y="249682"/>
                  </a:lnTo>
                  <a:lnTo>
                    <a:pt x="119481" y="206146"/>
                  </a:lnTo>
                  <a:lnTo>
                    <a:pt x="139750" y="164172"/>
                  </a:lnTo>
                  <a:lnTo>
                    <a:pt x="162623" y="123875"/>
                  </a:lnTo>
                  <a:lnTo>
                    <a:pt x="188074" y="85382"/>
                  </a:lnTo>
                  <a:lnTo>
                    <a:pt x="193078" y="74434"/>
                  </a:lnTo>
                  <a:lnTo>
                    <a:pt x="171043" y="33782"/>
                  </a:lnTo>
                  <a:lnTo>
                    <a:pt x="159727" y="31610"/>
                  </a:lnTo>
                  <a:lnTo>
                    <a:pt x="149301" y="34163"/>
                  </a:lnTo>
                  <a:lnTo>
                    <a:pt x="113398" y="82638"/>
                  </a:lnTo>
                  <a:lnTo>
                    <a:pt x="88519" y="125996"/>
                  </a:lnTo>
                  <a:lnTo>
                    <a:pt x="66471" y="171310"/>
                  </a:lnTo>
                  <a:lnTo>
                    <a:pt x="47269" y="218478"/>
                  </a:lnTo>
                  <a:lnTo>
                    <a:pt x="31000" y="267347"/>
                  </a:lnTo>
                  <a:lnTo>
                    <a:pt x="17678" y="317792"/>
                  </a:lnTo>
                  <a:lnTo>
                    <a:pt x="4838" y="390334"/>
                  </a:lnTo>
                  <a:lnTo>
                    <a:pt x="1219" y="430034"/>
                  </a:lnTo>
                  <a:lnTo>
                    <a:pt x="0" y="471754"/>
                  </a:lnTo>
                  <a:lnTo>
                    <a:pt x="1587" y="515315"/>
                  </a:lnTo>
                  <a:lnTo>
                    <a:pt x="6400" y="560527"/>
                  </a:lnTo>
                  <a:lnTo>
                    <a:pt x="14833" y="607187"/>
                  </a:lnTo>
                  <a:lnTo>
                    <a:pt x="27305" y="655104"/>
                  </a:lnTo>
                  <a:lnTo>
                    <a:pt x="44196" y="704088"/>
                  </a:lnTo>
                  <a:lnTo>
                    <a:pt x="65938" y="753960"/>
                  </a:lnTo>
                  <a:lnTo>
                    <a:pt x="92925" y="804519"/>
                  </a:lnTo>
                  <a:lnTo>
                    <a:pt x="125552" y="855560"/>
                  </a:lnTo>
                  <a:lnTo>
                    <a:pt x="164249" y="906919"/>
                  </a:lnTo>
                  <a:lnTo>
                    <a:pt x="37668" y="864298"/>
                  </a:lnTo>
                  <a:lnTo>
                    <a:pt x="25819" y="862723"/>
                  </a:lnTo>
                  <a:lnTo>
                    <a:pt x="15506" y="866101"/>
                  </a:lnTo>
                  <a:lnTo>
                    <a:pt x="7696" y="873506"/>
                  </a:lnTo>
                  <a:lnTo>
                    <a:pt x="3403" y="883996"/>
                  </a:lnTo>
                  <a:lnTo>
                    <a:pt x="3530" y="896708"/>
                  </a:lnTo>
                  <a:lnTo>
                    <a:pt x="226644" y="992784"/>
                  </a:lnTo>
                  <a:lnTo>
                    <a:pt x="233184" y="992822"/>
                  </a:lnTo>
                  <a:lnTo>
                    <a:pt x="247878" y="984377"/>
                  </a:lnTo>
                  <a:lnTo>
                    <a:pt x="251409" y="981075"/>
                  </a:lnTo>
                  <a:lnTo>
                    <a:pt x="253847" y="975868"/>
                  </a:lnTo>
                  <a:lnTo>
                    <a:pt x="254101" y="970648"/>
                  </a:lnTo>
                  <a:lnTo>
                    <a:pt x="289979" y="768667"/>
                  </a:lnTo>
                  <a:close/>
                </a:path>
                <a:path w="7938770" h="993139">
                  <a:moveTo>
                    <a:pt x="7938592" y="440143"/>
                  </a:moveTo>
                  <a:lnTo>
                    <a:pt x="7937386" y="398411"/>
                  </a:lnTo>
                  <a:lnTo>
                    <a:pt x="7933753" y="358711"/>
                  </a:lnTo>
                  <a:lnTo>
                    <a:pt x="7920914" y="286169"/>
                  </a:lnTo>
                  <a:lnTo>
                    <a:pt x="7907591" y="235724"/>
                  </a:lnTo>
                  <a:lnTo>
                    <a:pt x="7891323" y="186855"/>
                  </a:lnTo>
                  <a:lnTo>
                    <a:pt x="7872133" y="139700"/>
                  </a:lnTo>
                  <a:lnTo>
                    <a:pt x="7850073" y="94373"/>
                  </a:lnTo>
                  <a:lnTo>
                    <a:pt x="7825194" y="51028"/>
                  </a:lnTo>
                  <a:lnTo>
                    <a:pt x="7797533" y="9779"/>
                  </a:lnTo>
                  <a:lnTo>
                    <a:pt x="7778864" y="0"/>
                  </a:lnTo>
                  <a:lnTo>
                    <a:pt x="7767561" y="2171"/>
                  </a:lnTo>
                  <a:lnTo>
                    <a:pt x="7756665" y="9105"/>
                  </a:lnTo>
                  <a:lnTo>
                    <a:pt x="7748803" y="19062"/>
                  </a:lnTo>
                  <a:lnTo>
                    <a:pt x="7745019" y="30784"/>
                  </a:lnTo>
                  <a:lnTo>
                    <a:pt x="7745514" y="42824"/>
                  </a:lnTo>
                  <a:lnTo>
                    <a:pt x="7750530" y="53771"/>
                  </a:lnTo>
                  <a:lnTo>
                    <a:pt x="7775969" y="92265"/>
                  </a:lnTo>
                  <a:lnTo>
                    <a:pt x="7798841" y="132562"/>
                  </a:lnTo>
                  <a:lnTo>
                    <a:pt x="7819123" y="174536"/>
                  </a:lnTo>
                  <a:lnTo>
                    <a:pt x="7836776" y="218059"/>
                  </a:lnTo>
                  <a:lnTo>
                    <a:pt x="7851800" y="263042"/>
                  </a:lnTo>
                  <a:lnTo>
                    <a:pt x="7864170" y="309333"/>
                  </a:lnTo>
                  <a:lnTo>
                    <a:pt x="7873111" y="356831"/>
                  </a:lnTo>
                  <a:lnTo>
                    <a:pt x="7878343" y="403809"/>
                  </a:lnTo>
                  <a:lnTo>
                    <a:pt x="7879855" y="450227"/>
                  </a:lnTo>
                  <a:lnTo>
                    <a:pt x="7877657" y="496100"/>
                  </a:lnTo>
                  <a:lnTo>
                    <a:pt x="7871765" y="541401"/>
                  </a:lnTo>
                  <a:lnTo>
                    <a:pt x="7862189" y="586092"/>
                  </a:lnTo>
                  <a:lnTo>
                    <a:pt x="7848943" y="630186"/>
                  </a:lnTo>
                  <a:lnTo>
                    <a:pt x="7832026" y="673658"/>
                  </a:lnTo>
                  <a:lnTo>
                    <a:pt x="7811440" y="716483"/>
                  </a:lnTo>
                  <a:lnTo>
                    <a:pt x="7787221" y="758659"/>
                  </a:lnTo>
                  <a:lnTo>
                    <a:pt x="7759357" y="800150"/>
                  </a:lnTo>
                  <a:lnTo>
                    <a:pt x="7727861" y="840955"/>
                  </a:lnTo>
                  <a:lnTo>
                    <a:pt x="7705903" y="716737"/>
                  </a:lnTo>
                  <a:lnTo>
                    <a:pt x="7701610" y="706247"/>
                  </a:lnTo>
                  <a:lnTo>
                    <a:pt x="7693800" y="698842"/>
                  </a:lnTo>
                  <a:lnTo>
                    <a:pt x="7683487" y="695464"/>
                  </a:lnTo>
                  <a:lnTo>
                    <a:pt x="7671638" y="697026"/>
                  </a:lnTo>
                  <a:lnTo>
                    <a:pt x="7661262" y="703135"/>
                  </a:lnTo>
                  <a:lnTo>
                    <a:pt x="7653299" y="712635"/>
                  </a:lnTo>
                  <a:lnTo>
                    <a:pt x="7648753" y="724357"/>
                  </a:lnTo>
                  <a:lnTo>
                    <a:pt x="7648626" y="737057"/>
                  </a:lnTo>
                  <a:lnTo>
                    <a:pt x="7684490" y="939038"/>
                  </a:lnTo>
                  <a:lnTo>
                    <a:pt x="7684744" y="944257"/>
                  </a:lnTo>
                  <a:lnTo>
                    <a:pt x="7687183" y="949464"/>
                  </a:lnTo>
                  <a:lnTo>
                    <a:pt x="7690713" y="952766"/>
                  </a:lnTo>
                  <a:lnTo>
                    <a:pt x="7705407" y="961212"/>
                  </a:lnTo>
                  <a:lnTo>
                    <a:pt x="7711948" y="961161"/>
                  </a:lnTo>
                  <a:lnTo>
                    <a:pt x="7912176" y="892416"/>
                  </a:lnTo>
                  <a:lnTo>
                    <a:pt x="7935201" y="852385"/>
                  </a:lnTo>
                  <a:lnTo>
                    <a:pt x="7930896" y="841895"/>
                  </a:lnTo>
                  <a:lnTo>
                    <a:pt x="7923098" y="834491"/>
                  </a:lnTo>
                  <a:lnTo>
                    <a:pt x="7912773" y="831113"/>
                  </a:lnTo>
                  <a:lnTo>
                    <a:pt x="7900924" y="832675"/>
                  </a:lnTo>
                  <a:lnTo>
                    <a:pt x="7774343" y="875296"/>
                  </a:lnTo>
                  <a:lnTo>
                    <a:pt x="7813040" y="823950"/>
                  </a:lnTo>
                  <a:lnTo>
                    <a:pt x="7845679" y="772896"/>
                  </a:lnTo>
                  <a:lnTo>
                    <a:pt x="7872654" y="722350"/>
                  </a:lnTo>
                  <a:lnTo>
                    <a:pt x="7894396" y="672477"/>
                  </a:lnTo>
                  <a:lnTo>
                    <a:pt x="7911287" y="623493"/>
                  </a:lnTo>
                  <a:lnTo>
                    <a:pt x="7923758" y="575564"/>
                  </a:lnTo>
                  <a:lnTo>
                    <a:pt x="7932191" y="528904"/>
                  </a:lnTo>
                  <a:lnTo>
                    <a:pt x="7937005" y="483704"/>
                  </a:lnTo>
                  <a:lnTo>
                    <a:pt x="7938592" y="4401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884330" y="1775919"/>
              <a:ext cx="339090" cy="515620"/>
            </a:xfrm>
            <a:custGeom>
              <a:avLst/>
              <a:gdLst/>
              <a:ahLst/>
              <a:cxnLst/>
              <a:rect l="l" t="t" r="r" b="b"/>
              <a:pathLst>
                <a:path w="339090" h="515619">
                  <a:moveTo>
                    <a:pt x="161833" y="515543"/>
                  </a:moveTo>
                  <a:lnTo>
                    <a:pt x="117078" y="507462"/>
                  </a:lnTo>
                  <a:lnTo>
                    <a:pt x="77374" y="488544"/>
                  </a:lnTo>
                  <a:lnTo>
                    <a:pt x="44267" y="460481"/>
                  </a:lnTo>
                  <a:lnTo>
                    <a:pt x="19305" y="424967"/>
                  </a:lnTo>
                  <a:lnTo>
                    <a:pt x="4034" y="383694"/>
                  </a:lnTo>
                  <a:lnTo>
                    <a:pt x="0" y="338356"/>
                  </a:lnTo>
                  <a:lnTo>
                    <a:pt x="5594" y="272781"/>
                  </a:lnTo>
                  <a:lnTo>
                    <a:pt x="26725" y="215678"/>
                  </a:lnTo>
                  <a:lnTo>
                    <a:pt x="80733" y="135324"/>
                  </a:lnTo>
                  <a:lnTo>
                    <a:pt x="184957" y="0"/>
                  </a:lnTo>
                  <a:lnTo>
                    <a:pt x="209688" y="40075"/>
                  </a:lnTo>
                  <a:lnTo>
                    <a:pt x="263732" y="136332"/>
                  </a:lnTo>
                  <a:lnTo>
                    <a:pt x="316870" y="252811"/>
                  </a:lnTo>
                  <a:lnTo>
                    <a:pt x="338879" y="353556"/>
                  </a:lnTo>
                  <a:lnTo>
                    <a:pt x="330802" y="398351"/>
                  </a:lnTo>
                  <a:lnTo>
                    <a:pt x="311897" y="438091"/>
                  </a:lnTo>
                  <a:lnTo>
                    <a:pt x="283855" y="471227"/>
                  </a:lnTo>
                  <a:lnTo>
                    <a:pt x="248370" y="496214"/>
                  </a:lnTo>
                  <a:lnTo>
                    <a:pt x="207132" y="511502"/>
                  </a:lnTo>
                  <a:lnTo>
                    <a:pt x="161833" y="5155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43438" y="2361233"/>
            <a:ext cx="1225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sz="2400" b="1" i="1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44841" y="1587941"/>
            <a:ext cx="233045" cy="354330"/>
          </a:xfrm>
          <a:custGeom>
            <a:avLst/>
            <a:gdLst/>
            <a:ahLst/>
            <a:cxnLst/>
            <a:rect l="l" t="t" r="r" b="b"/>
            <a:pathLst>
              <a:path w="233045" h="354330">
                <a:moveTo>
                  <a:pt x="111162" y="354125"/>
                </a:moveTo>
                <a:lnTo>
                  <a:pt x="66284" y="342935"/>
                </a:lnTo>
                <a:lnTo>
                  <a:pt x="30407" y="316303"/>
                </a:lnTo>
                <a:lnTo>
                  <a:pt x="7117" y="278155"/>
                </a:lnTo>
                <a:lnTo>
                  <a:pt x="0" y="232416"/>
                </a:lnTo>
                <a:lnTo>
                  <a:pt x="3842" y="187373"/>
                </a:lnTo>
                <a:lnTo>
                  <a:pt x="18357" y="148148"/>
                </a:lnTo>
                <a:lnTo>
                  <a:pt x="55455" y="92953"/>
                </a:lnTo>
                <a:lnTo>
                  <a:pt x="127046" y="0"/>
                </a:lnTo>
                <a:lnTo>
                  <a:pt x="144034" y="27527"/>
                </a:lnTo>
                <a:lnTo>
                  <a:pt x="181157" y="93646"/>
                </a:lnTo>
                <a:lnTo>
                  <a:pt x="217657" y="173655"/>
                </a:lnTo>
                <a:lnTo>
                  <a:pt x="232775" y="242857"/>
                </a:lnTo>
                <a:lnTo>
                  <a:pt x="221591" y="287775"/>
                </a:lnTo>
                <a:lnTo>
                  <a:pt x="194979" y="323685"/>
                </a:lnTo>
                <a:lnTo>
                  <a:pt x="156862" y="346997"/>
                </a:lnTo>
                <a:lnTo>
                  <a:pt x="111162" y="3541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0345" y="1420043"/>
            <a:ext cx="1390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58614" y="1564396"/>
            <a:ext cx="2095500" cy="1610360"/>
          </a:xfrm>
          <a:custGeom>
            <a:avLst/>
            <a:gdLst/>
            <a:ahLst/>
            <a:cxnLst/>
            <a:rect l="l" t="t" r="r" b="b"/>
            <a:pathLst>
              <a:path w="2095500" h="1610360">
                <a:moveTo>
                  <a:pt x="1126517" y="0"/>
                </a:moveTo>
                <a:lnTo>
                  <a:pt x="1180178" y="4175"/>
                </a:lnTo>
                <a:lnTo>
                  <a:pt x="1232931" y="10369"/>
                </a:lnTo>
                <a:lnTo>
                  <a:pt x="1284715" y="18525"/>
                </a:lnTo>
                <a:lnTo>
                  <a:pt x="1335469" y="28590"/>
                </a:lnTo>
                <a:lnTo>
                  <a:pt x="1385133" y="40509"/>
                </a:lnTo>
                <a:lnTo>
                  <a:pt x="1433646" y="54228"/>
                </a:lnTo>
                <a:lnTo>
                  <a:pt x="1480947" y="69692"/>
                </a:lnTo>
                <a:lnTo>
                  <a:pt x="1526976" y="86848"/>
                </a:lnTo>
                <a:lnTo>
                  <a:pt x="1571673" y="105641"/>
                </a:lnTo>
                <a:lnTo>
                  <a:pt x="1614975" y="126017"/>
                </a:lnTo>
                <a:lnTo>
                  <a:pt x="1656823" y="147921"/>
                </a:lnTo>
                <a:lnTo>
                  <a:pt x="1697156" y="171299"/>
                </a:lnTo>
                <a:lnTo>
                  <a:pt x="1735914" y="196096"/>
                </a:lnTo>
                <a:lnTo>
                  <a:pt x="1773035" y="222259"/>
                </a:lnTo>
                <a:lnTo>
                  <a:pt x="1808459" y="249733"/>
                </a:lnTo>
                <a:lnTo>
                  <a:pt x="1842126" y="278463"/>
                </a:lnTo>
                <a:lnTo>
                  <a:pt x="1873974" y="308396"/>
                </a:lnTo>
                <a:lnTo>
                  <a:pt x="1903943" y="339476"/>
                </a:lnTo>
                <a:lnTo>
                  <a:pt x="1931973" y="371650"/>
                </a:lnTo>
                <a:lnTo>
                  <a:pt x="1958002" y="404864"/>
                </a:lnTo>
                <a:lnTo>
                  <a:pt x="1981970" y="439063"/>
                </a:lnTo>
                <a:lnTo>
                  <a:pt x="2003816" y="474192"/>
                </a:lnTo>
                <a:lnTo>
                  <a:pt x="2023480" y="510197"/>
                </a:lnTo>
                <a:lnTo>
                  <a:pt x="2040901" y="547025"/>
                </a:lnTo>
                <a:lnTo>
                  <a:pt x="2056019" y="584620"/>
                </a:lnTo>
                <a:lnTo>
                  <a:pt x="2068771" y="622929"/>
                </a:lnTo>
                <a:lnTo>
                  <a:pt x="2079099" y="661896"/>
                </a:lnTo>
                <a:lnTo>
                  <a:pt x="2086941" y="701468"/>
                </a:lnTo>
                <a:lnTo>
                  <a:pt x="2092237" y="741591"/>
                </a:lnTo>
                <a:lnTo>
                  <a:pt x="2094925" y="782209"/>
                </a:lnTo>
                <a:lnTo>
                  <a:pt x="2094946" y="823270"/>
                </a:lnTo>
                <a:lnTo>
                  <a:pt x="2092238" y="864717"/>
                </a:lnTo>
                <a:lnTo>
                  <a:pt x="2086812" y="906006"/>
                </a:lnTo>
                <a:lnTo>
                  <a:pt x="2078763" y="946597"/>
                </a:lnTo>
                <a:lnTo>
                  <a:pt x="2068164" y="986442"/>
                </a:lnTo>
                <a:lnTo>
                  <a:pt x="2055084" y="1025495"/>
                </a:lnTo>
                <a:lnTo>
                  <a:pt x="2039594" y="1063709"/>
                </a:lnTo>
                <a:lnTo>
                  <a:pt x="2021764" y="1101037"/>
                </a:lnTo>
                <a:lnTo>
                  <a:pt x="2001666" y="1137433"/>
                </a:lnTo>
                <a:lnTo>
                  <a:pt x="1979370" y="1172850"/>
                </a:lnTo>
                <a:lnTo>
                  <a:pt x="1954947" y="1207242"/>
                </a:lnTo>
                <a:lnTo>
                  <a:pt x="1928466" y="1240561"/>
                </a:lnTo>
                <a:lnTo>
                  <a:pt x="1900000" y="1272762"/>
                </a:lnTo>
                <a:lnTo>
                  <a:pt x="1869617" y="1303797"/>
                </a:lnTo>
                <a:lnTo>
                  <a:pt x="1837390" y="1333619"/>
                </a:lnTo>
                <a:lnTo>
                  <a:pt x="1803388" y="1362182"/>
                </a:lnTo>
                <a:lnTo>
                  <a:pt x="1767683" y="1389440"/>
                </a:lnTo>
                <a:lnTo>
                  <a:pt x="1730344" y="1415345"/>
                </a:lnTo>
                <a:lnTo>
                  <a:pt x="1691442" y="1439851"/>
                </a:lnTo>
                <a:lnTo>
                  <a:pt x="1651049" y="1462911"/>
                </a:lnTo>
                <a:lnTo>
                  <a:pt x="1609234" y="1484478"/>
                </a:lnTo>
                <a:lnTo>
                  <a:pt x="1566069" y="1504507"/>
                </a:lnTo>
                <a:lnTo>
                  <a:pt x="1521623" y="1522949"/>
                </a:lnTo>
                <a:lnTo>
                  <a:pt x="1475968" y="1539759"/>
                </a:lnTo>
                <a:lnTo>
                  <a:pt x="1429174" y="1554890"/>
                </a:lnTo>
                <a:lnTo>
                  <a:pt x="1381312" y="1568294"/>
                </a:lnTo>
                <a:lnTo>
                  <a:pt x="1332452" y="1579926"/>
                </a:lnTo>
                <a:lnTo>
                  <a:pt x="1282665" y="1589739"/>
                </a:lnTo>
                <a:lnTo>
                  <a:pt x="1232021" y="1597686"/>
                </a:lnTo>
                <a:lnTo>
                  <a:pt x="1180592" y="1603720"/>
                </a:lnTo>
                <a:lnTo>
                  <a:pt x="1128447" y="1607794"/>
                </a:lnTo>
                <a:lnTo>
                  <a:pt x="1075658" y="1609862"/>
                </a:lnTo>
                <a:lnTo>
                  <a:pt x="1022295" y="1609878"/>
                </a:lnTo>
                <a:lnTo>
                  <a:pt x="968428" y="1607794"/>
                </a:lnTo>
                <a:lnTo>
                  <a:pt x="914768" y="1603619"/>
                </a:lnTo>
                <a:lnTo>
                  <a:pt x="862016" y="1597427"/>
                </a:lnTo>
                <a:lnTo>
                  <a:pt x="810233" y="1589272"/>
                </a:lnTo>
                <a:lnTo>
                  <a:pt x="759480" y="1579208"/>
                </a:lnTo>
                <a:lnTo>
                  <a:pt x="709817" y="1567289"/>
                </a:lnTo>
                <a:lnTo>
                  <a:pt x="661304" y="1553570"/>
                </a:lnTo>
                <a:lnTo>
                  <a:pt x="614003" y="1538106"/>
                </a:lnTo>
                <a:lnTo>
                  <a:pt x="567974" y="1520951"/>
                </a:lnTo>
                <a:lnTo>
                  <a:pt x="523278" y="1502158"/>
                </a:lnTo>
                <a:lnTo>
                  <a:pt x="479976" y="1481782"/>
                </a:lnTo>
                <a:lnTo>
                  <a:pt x="438128" y="1459878"/>
                </a:lnTo>
                <a:lnTo>
                  <a:pt x="397795" y="1436501"/>
                </a:lnTo>
                <a:lnTo>
                  <a:pt x="359037" y="1411703"/>
                </a:lnTo>
                <a:lnTo>
                  <a:pt x="321915" y="1385540"/>
                </a:lnTo>
                <a:lnTo>
                  <a:pt x="286491" y="1358066"/>
                </a:lnTo>
                <a:lnTo>
                  <a:pt x="252824" y="1329335"/>
                </a:lnTo>
                <a:lnTo>
                  <a:pt x="220976" y="1299403"/>
                </a:lnTo>
                <a:lnTo>
                  <a:pt x="191006" y="1268322"/>
                </a:lnTo>
                <a:lnTo>
                  <a:pt x="162976" y="1236147"/>
                </a:lnTo>
                <a:lnTo>
                  <a:pt x="136947" y="1202933"/>
                </a:lnTo>
                <a:lnTo>
                  <a:pt x="112978" y="1168734"/>
                </a:lnTo>
                <a:lnTo>
                  <a:pt x="91131" y="1133604"/>
                </a:lnTo>
                <a:lnTo>
                  <a:pt x="71467" y="1097598"/>
                </a:lnTo>
                <a:lnTo>
                  <a:pt x="54046" y="1060770"/>
                </a:lnTo>
                <a:lnTo>
                  <a:pt x="38928" y="1023175"/>
                </a:lnTo>
                <a:lnTo>
                  <a:pt x="26175" y="984866"/>
                </a:lnTo>
                <a:lnTo>
                  <a:pt x="15847" y="945898"/>
                </a:lnTo>
                <a:lnTo>
                  <a:pt x="8005" y="906326"/>
                </a:lnTo>
                <a:lnTo>
                  <a:pt x="2709" y="866203"/>
                </a:lnTo>
                <a:lnTo>
                  <a:pt x="20" y="825584"/>
                </a:lnTo>
                <a:lnTo>
                  <a:pt x="0" y="784524"/>
                </a:lnTo>
                <a:lnTo>
                  <a:pt x="2707" y="743077"/>
                </a:lnTo>
                <a:lnTo>
                  <a:pt x="8475" y="699879"/>
                </a:lnTo>
                <a:lnTo>
                  <a:pt x="17183" y="657268"/>
                </a:lnTo>
                <a:lnTo>
                  <a:pt x="28768" y="615318"/>
                </a:lnTo>
                <a:lnTo>
                  <a:pt x="43162" y="574100"/>
                </a:lnTo>
                <a:lnTo>
                  <a:pt x="60301" y="533690"/>
                </a:lnTo>
                <a:lnTo>
                  <a:pt x="80118" y="494159"/>
                </a:lnTo>
                <a:lnTo>
                  <a:pt x="102548" y="455582"/>
                </a:lnTo>
                <a:lnTo>
                  <a:pt x="127525" y="418031"/>
                </a:lnTo>
                <a:lnTo>
                  <a:pt x="154984" y="381580"/>
                </a:lnTo>
                <a:lnTo>
                  <a:pt x="184859" y="346303"/>
                </a:lnTo>
                <a:lnTo>
                  <a:pt x="217083" y="312272"/>
                </a:lnTo>
                <a:lnTo>
                  <a:pt x="251592" y="279562"/>
                </a:lnTo>
                <a:lnTo>
                  <a:pt x="288320" y="248244"/>
                </a:lnTo>
                <a:lnTo>
                  <a:pt x="327201" y="218393"/>
                </a:lnTo>
                <a:lnTo>
                  <a:pt x="368169" y="190082"/>
                </a:lnTo>
                <a:lnTo>
                  <a:pt x="411159" y="163385"/>
                </a:lnTo>
                <a:lnTo>
                  <a:pt x="456104" y="138374"/>
                </a:lnTo>
                <a:lnTo>
                  <a:pt x="502940" y="115122"/>
                </a:lnTo>
                <a:lnTo>
                  <a:pt x="551601" y="93704"/>
                </a:lnTo>
                <a:lnTo>
                  <a:pt x="602020" y="74193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251440" y="1282820"/>
            <a:ext cx="1390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212848" y="1387993"/>
            <a:ext cx="8056880" cy="4764405"/>
            <a:chOff x="2212848" y="1387993"/>
            <a:chExt cx="8056880" cy="4764405"/>
          </a:xfrm>
        </p:grpSpPr>
        <p:sp>
          <p:nvSpPr>
            <p:cNvPr id="21" name="object 21"/>
            <p:cNvSpPr/>
            <p:nvPr/>
          </p:nvSpPr>
          <p:spPr>
            <a:xfrm>
              <a:off x="8146059" y="1416568"/>
              <a:ext cx="2095500" cy="1610360"/>
            </a:xfrm>
            <a:custGeom>
              <a:avLst/>
              <a:gdLst/>
              <a:ahLst/>
              <a:cxnLst/>
              <a:rect l="l" t="t" r="r" b="b"/>
              <a:pathLst>
                <a:path w="2095500" h="1610360">
                  <a:moveTo>
                    <a:pt x="968428" y="0"/>
                  </a:moveTo>
                  <a:lnTo>
                    <a:pt x="914767" y="4175"/>
                  </a:lnTo>
                  <a:lnTo>
                    <a:pt x="862014" y="10369"/>
                  </a:lnTo>
                  <a:lnTo>
                    <a:pt x="810230" y="18525"/>
                  </a:lnTo>
                  <a:lnTo>
                    <a:pt x="759476" y="28590"/>
                  </a:lnTo>
                  <a:lnTo>
                    <a:pt x="709812" y="40509"/>
                  </a:lnTo>
                  <a:lnTo>
                    <a:pt x="661299" y="54228"/>
                  </a:lnTo>
                  <a:lnTo>
                    <a:pt x="613998" y="69692"/>
                  </a:lnTo>
                  <a:lnTo>
                    <a:pt x="567969" y="86848"/>
                  </a:lnTo>
                  <a:lnTo>
                    <a:pt x="523273" y="105641"/>
                  </a:lnTo>
                  <a:lnTo>
                    <a:pt x="479970" y="126017"/>
                  </a:lnTo>
                  <a:lnTo>
                    <a:pt x="438122" y="147921"/>
                  </a:lnTo>
                  <a:lnTo>
                    <a:pt x="397789" y="171299"/>
                  </a:lnTo>
                  <a:lnTo>
                    <a:pt x="359031" y="196096"/>
                  </a:lnTo>
                  <a:lnTo>
                    <a:pt x="321910" y="222259"/>
                  </a:lnTo>
                  <a:lnTo>
                    <a:pt x="286486" y="249733"/>
                  </a:lnTo>
                  <a:lnTo>
                    <a:pt x="252819" y="278463"/>
                  </a:lnTo>
                  <a:lnTo>
                    <a:pt x="220971" y="308396"/>
                  </a:lnTo>
                  <a:lnTo>
                    <a:pt x="191002" y="339476"/>
                  </a:lnTo>
                  <a:lnTo>
                    <a:pt x="162973" y="371650"/>
                  </a:lnTo>
                  <a:lnTo>
                    <a:pt x="136943" y="404864"/>
                  </a:lnTo>
                  <a:lnTo>
                    <a:pt x="112975" y="439063"/>
                  </a:lnTo>
                  <a:lnTo>
                    <a:pt x="91129" y="474192"/>
                  </a:lnTo>
                  <a:lnTo>
                    <a:pt x="71465" y="510197"/>
                  </a:lnTo>
                  <a:lnTo>
                    <a:pt x="54044" y="547025"/>
                  </a:lnTo>
                  <a:lnTo>
                    <a:pt x="38927" y="584620"/>
                  </a:lnTo>
                  <a:lnTo>
                    <a:pt x="26174" y="622929"/>
                  </a:lnTo>
                  <a:lnTo>
                    <a:pt x="15846" y="661896"/>
                  </a:lnTo>
                  <a:lnTo>
                    <a:pt x="8004" y="701468"/>
                  </a:lnTo>
                  <a:lnTo>
                    <a:pt x="2709" y="741591"/>
                  </a:lnTo>
                  <a:lnTo>
                    <a:pt x="20" y="782209"/>
                  </a:lnTo>
                  <a:lnTo>
                    <a:pt x="0" y="823270"/>
                  </a:lnTo>
                  <a:lnTo>
                    <a:pt x="2707" y="864717"/>
                  </a:lnTo>
                  <a:lnTo>
                    <a:pt x="8134" y="906006"/>
                  </a:lnTo>
                  <a:lnTo>
                    <a:pt x="16182" y="946597"/>
                  </a:lnTo>
                  <a:lnTo>
                    <a:pt x="26782" y="986442"/>
                  </a:lnTo>
                  <a:lnTo>
                    <a:pt x="39862" y="1025495"/>
                  </a:lnTo>
                  <a:lnTo>
                    <a:pt x="55352" y="1063709"/>
                  </a:lnTo>
                  <a:lnTo>
                    <a:pt x="73181" y="1101037"/>
                  </a:lnTo>
                  <a:lnTo>
                    <a:pt x="93279" y="1137433"/>
                  </a:lnTo>
                  <a:lnTo>
                    <a:pt x="115575" y="1172850"/>
                  </a:lnTo>
                  <a:lnTo>
                    <a:pt x="139999" y="1207242"/>
                  </a:lnTo>
                  <a:lnTo>
                    <a:pt x="166479" y="1240561"/>
                  </a:lnTo>
                  <a:lnTo>
                    <a:pt x="194946" y="1272762"/>
                  </a:lnTo>
                  <a:lnTo>
                    <a:pt x="225328" y="1303797"/>
                  </a:lnTo>
                  <a:lnTo>
                    <a:pt x="257556" y="1333619"/>
                  </a:lnTo>
                  <a:lnTo>
                    <a:pt x="291557" y="1362182"/>
                  </a:lnTo>
                  <a:lnTo>
                    <a:pt x="327263" y="1389440"/>
                  </a:lnTo>
                  <a:lnTo>
                    <a:pt x="364602" y="1415345"/>
                  </a:lnTo>
                  <a:lnTo>
                    <a:pt x="403503" y="1439851"/>
                  </a:lnTo>
                  <a:lnTo>
                    <a:pt x="443896" y="1462911"/>
                  </a:lnTo>
                  <a:lnTo>
                    <a:pt x="485711" y="1484478"/>
                  </a:lnTo>
                  <a:lnTo>
                    <a:pt x="528877" y="1504507"/>
                  </a:lnTo>
                  <a:lnTo>
                    <a:pt x="573322" y="1522949"/>
                  </a:lnTo>
                  <a:lnTo>
                    <a:pt x="618977" y="1539759"/>
                  </a:lnTo>
                  <a:lnTo>
                    <a:pt x="665771" y="1554890"/>
                  </a:lnTo>
                  <a:lnTo>
                    <a:pt x="713634" y="1568294"/>
                  </a:lnTo>
                  <a:lnTo>
                    <a:pt x="762494" y="1579926"/>
                  </a:lnTo>
                  <a:lnTo>
                    <a:pt x="812281" y="1589739"/>
                  </a:lnTo>
                  <a:lnTo>
                    <a:pt x="862924" y="1597686"/>
                  </a:lnTo>
                  <a:lnTo>
                    <a:pt x="914354" y="1603720"/>
                  </a:lnTo>
                  <a:lnTo>
                    <a:pt x="966498" y="1607794"/>
                  </a:lnTo>
                  <a:lnTo>
                    <a:pt x="1019288" y="1609862"/>
                  </a:lnTo>
                  <a:lnTo>
                    <a:pt x="1072651" y="1609878"/>
                  </a:lnTo>
                  <a:lnTo>
                    <a:pt x="1126518" y="1607794"/>
                  </a:lnTo>
                  <a:lnTo>
                    <a:pt x="1180177" y="1603619"/>
                  </a:lnTo>
                  <a:lnTo>
                    <a:pt x="1232929" y="1597427"/>
                  </a:lnTo>
                  <a:lnTo>
                    <a:pt x="1284712" y="1589272"/>
                  </a:lnTo>
                  <a:lnTo>
                    <a:pt x="1335466" y="1579208"/>
                  </a:lnTo>
                  <a:lnTo>
                    <a:pt x="1385129" y="1567289"/>
                  </a:lnTo>
                  <a:lnTo>
                    <a:pt x="1433641" y="1553570"/>
                  </a:lnTo>
                  <a:lnTo>
                    <a:pt x="1480942" y="1538106"/>
                  </a:lnTo>
                  <a:lnTo>
                    <a:pt x="1526971" y="1520951"/>
                  </a:lnTo>
                  <a:lnTo>
                    <a:pt x="1571667" y="1502158"/>
                  </a:lnTo>
                  <a:lnTo>
                    <a:pt x="1614969" y="1481782"/>
                  </a:lnTo>
                  <a:lnTo>
                    <a:pt x="1656818" y="1459878"/>
                  </a:lnTo>
                  <a:lnTo>
                    <a:pt x="1697151" y="1436501"/>
                  </a:lnTo>
                  <a:lnTo>
                    <a:pt x="1735909" y="1411703"/>
                  </a:lnTo>
                  <a:lnTo>
                    <a:pt x="1773030" y="1385540"/>
                  </a:lnTo>
                  <a:lnTo>
                    <a:pt x="1808454" y="1358066"/>
                  </a:lnTo>
                  <a:lnTo>
                    <a:pt x="1842121" y="1329335"/>
                  </a:lnTo>
                  <a:lnTo>
                    <a:pt x="1873970" y="1299403"/>
                  </a:lnTo>
                  <a:lnTo>
                    <a:pt x="1903939" y="1268322"/>
                  </a:lnTo>
                  <a:lnTo>
                    <a:pt x="1931969" y="1236147"/>
                  </a:lnTo>
                  <a:lnTo>
                    <a:pt x="1957999" y="1202933"/>
                  </a:lnTo>
                  <a:lnTo>
                    <a:pt x="1981967" y="1168734"/>
                  </a:lnTo>
                  <a:lnTo>
                    <a:pt x="2003814" y="1133604"/>
                  </a:lnTo>
                  <a:lnTo>
                    <a:pt x="2023478" y="1097598"/>
                  </a:lnTo>
                  <a:lnTo>
                    <a:pt x="2040900" y="1060770"/>
                  </a:lnTo>
                  <a:lnTo>
                    <a:pt x="2056017" y="1023175"/>
                  </a:lnTo>
                  <a:lnTo>
                    <a:pt x="2068770" y="984866"/>
                  </a:lnTo>
                  <a:lnTo>
                    <a:pt x="2079098" y="945898"/>
                  </a:lnTo>
                  <a:lnTo>
                    <a:pt x="2086941" y="906326"/>
                  </a:lnTo>
                  <a:lnTo>
                    <a:pt x="2092236" y="866203"/>
                  </a:lnTo>
                  <a:lnTo>
                    <a:pt x="2094925" y="825584"/>
                  </a:lnTo>
                  <a:lnTo>
                    <a:pt x="2094946" y="784524"/>
                  </a:lnTo>
                  <a:lnTo>
                    <a:pt x="2092238" y="743077"/>
                  </a:lnTo>
                  <a:lnTo>
                    <a:pt x="2086471" y="699879"/>
                  </a:lnTo>
                  <a:lnTo>
                    <a:pt x="2077762" y="657268"/>
                  </a:lnTo>
                  <a:lnTo>
                    <a:pt x="2066178" y="615318"/>
                  </a:lnTo>
                  <a:lnTo>
                    <a:pt x="2051783" y="574100"/>
                  </a:lnTo>
                  <a:lnTo>
                    <a:pt x="2034645" y="533690"/>
                  </a:lnTo>
                  <a:lnTo>
                    <a:pt x="2014828" y="494159"/>
                  </a:lnTo>
                  <a:lnTo>
                    <a:pt x="1992397" y="455582"/>
                  </a:lnTo>
                  <a:lnTo>
                    <a:pt x="1967420" y="418031"/>
                  </a:lnTo>
                  <a:lnTo>
                    <a:pt x="1939961" y="381580"/>
                  </a:lnTo>
                  <a:lnTo>
                    <a:pt x="1910087" y="346303"/>
                  </a:lnTo>
                  <a:lnTo>
                    <a:pt x="1877862" y="312272"/>
                  </a:lnTo>
                  <a:lnTo>
                    <a:pt x="1843353" y="279562"/>
                  </a:lnTo>
                  <a:lnTo>
                    <a:pt x="1806625" y="248244"/>
                  </a:lnTo>
                  <a:lnTo>
                    <a:pt x="1767745" y="218393"/>
                  </a:lnTo>
                  <a:lnTo>
                    <a:pt x="1726776" y="190082"/>
                  </a:lnTo>
                  <a:lnTo>
                    <a:pt x="1683787" y="163385"/>
                  </a:lnTo>
                  <a:lnTo>
                    <a:pt x="1638841" y="138374"/>
                  </a:lnTo>
                  <a:lnTo>
                    <a:pt x="1592005" y="115122"/>
                  </a:lnTo>
                  <a:lnTo>
                    <a:pt x="1543345" y="93704"/>
                  </a:lnTo>
                  <a:lnTo>
                    <a:pt x="1492925" y="74193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0110" y="5253181"/>
              <a:ext cx="558723" cy="75447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231898" y="5135117"/>
              <a:ext cx="992505" cy="998219"/>
            </a:xfrm>
            <a:custGeom>
              <a:avLst/>
              <a:gdLst/>
              <a:ahLst/>
              <a:cxnLst/>
              <a:rect l="l" t="t" r="r" b="b"/>
              <a:pathLst>
                <a:path w="992505" h="998220">
                  <a:moveTo>
                    <a:pt x="0" y="499109"/>
                  </a:moveTo>
                  <a:lnTo>
                    <a:pt x="2270" y="451041"/>
                  </a:lnTo>
                  <a:lnTo>
                    <a:pt x="8944" y="404266"/>
                  </a:lnTo>
                  <a:lnTo>
                    <a:pt x="19814" y="358993"/>
                  </a:lnTo>
                  <a:lnTo>
                    <a:pt x="34670" y="315431"/>
                  </a:lnTo>
                  <a:lnTo>
                    <a:pt x="53306" y="273789"/>
                  </a:lnTo>
                  <a:lnTo>
                    <a:pt x="75514" y="234277"/>
                  </a:lnTo>
                  <a:lnTo>
                    <a:pt x="101085" y="197103"/>
                  </a:lnTo>
                  <a:lnTo>
                    <a:pt x="129812" y="162477"/>
                  </a:lnTo>
                  <a:lnTo>
                    <a:pt x="161487" y="130608"/>
                  </a:lnTo>
                  <a:lnTo>
                    <a:pt x="195902" y="101704"/>
                  </a:lnTo>
                  <a:lnTo>
                    <a:pt x="232848" y="75976"/>
                  </a:lnTo>
                  <a:lnTo>
                    <a:pt x="272120" y="53633"/>
                  </a:lnTo>
                  <a:lnTo>
                    <a:pt x="313507" y="34882"/>
                  </a:lnTo>
                  <a:lnTo>
                    <a:pt x="356803" y="19935"/>
                  </a:lnTo>
                  <a:lnTo>
                    <a:pt x="401799" y="8999"/>
                  </a:lnTo>
                  <a:lnTo>
                    <a:pt x="448288" y="2284"/>
                  </a:lnTo>
                  <a:lnTo>
                    <a:pt x="496062" y="0"/>
                  </a:lnTo>
                  <a:lnTo>
                    <a:pt x="543835" y="2284"/>
                  </a:lnTo>
                  <a:lnTo>
                    <a:pt x="590324" y="8999"/>
                  </a:lnTo>
                  <a:lnTo>
                    <a:pt x="635320" y="19935"/>
                  </a:lnTo>
                  <a:lnTo>
                    <a:pt x="678616" y="34882"/>
                  </a:lnTo>
                  <a:lnTo>
                    <a:pt x="720003" y="53633"/>
                  </a:lnTo>
                  <a:lnTo>
                    <a:pt x="759275" y="75976"/>
                  </a:lnTo>
                  <a:lnTo>
                    <a:pt x="796221" y="101704"/>
                  </a:lnTo>
                  <a:lnTo>
                    <a:pt x="830636" y="130608"/>
                  </a:lnTo>
                  <a:lnTo>
                    <a:pt x="862311" y="162477"/>
                  </a:lnTo>
                  <a:lnTo>
                    <a:pt x="891038" y="197103"/>
                  </a:lnTo>
                  <a:lnTo>
                    <a:pt x="916609" y="234277"/>
                  </a:lnTo>
                  <a:lnTo>
                    <a:pt x="938817" y="273789"/>
                  </a:lnTo>
                  <a:lnTo>
                    <a:pt x="957453" y="315431"/>
                  </a:lnTo>
                  <a:lnTo>
                    <a:pt x="972309" y="358993"/>
                  </a:lnTo>
                  <a:lnTo>
                    <a:pt x="983179" y="404266"/>
                  </a:lnTo>
                  <a:lnTo>
                    <a:pt x="989853" y="451041"/>
                  </a:lnTo>
                  <a:lnTo>
                    <a:pt x="992124" y="499109"/>
                  </a:lnTo>
                  <a:lnTo>
                    <a:pt x="989853" y="547178"/>
                  </a:lnTo>
                  <a:lnTo>
                    <a:pt x="983179" y="593953"/>
                  </a:lnTo>
                  <a:lnTo>
                    <a:pt x="972309" y="639226"/>
                  </a:lnTo>
                  <a:lnTo>
                    <a:pt x="957453" y="682788"/>
                  </a:lnTo>
                  <a:lnTo>
                    <a:pt x="938817" y="724430"/>
                  </a:lnTo>
                  <a:lnTo>
                    <a:pt x="916609" y="763942"/>
                  </a:lnTo>
                  <a:lnTo>
                    <a:pt x="891038" y="801116"/>
                  </a:lnTo>
                  <a:lnTo>
                    <a:pt x="862311" y="835742"/>
                  </a:lnTo>
                  <a:lnTo>
                    <a:pt x="830636" y="867611"/>
                  </a:lnTo>
                  <a:lnTo>
                    <a:pt x="796221" y="896515"/>
                  </a:lnTo>
                  <a:lnTo>
                    <a:pt x="759275" y="922243"/>
                  </a:lnTo>
                  <a:lnTo>
                    <a:pt x="720003" y="944586"/>
                  </a:lnTo>
                  <a:lnTo>
                    <a:pt x="678616" y="963337"/>
                  </a:lnTo>
                  <a:lnTo>
                    <a:pt x="635320" y="978284"/>
                  </a:lnTo>
                  <a:lnTo>
                    <a:pt x="590324" y="989220"/>
                  </a:lnTo>
                  <a:lnTo>
                    <a:pt x="543835" y="995935"/>
                  </a:lnTo>
                  <a:lnTo>
                    <a:pt x="496062" y="998219"/>
                  </a:lnTo>
                  <a:lnTo>
                    <a:pt x="448288" y="995935"/>
                  </a:lnTo>
                  <a:lnTo>
                    <a:pt x="401799" y="989220"/>
                  </a:lnTo>
                  <a:lnTo>
                    <a:pt x="356803" y="978284"/>
                  </a:lnTo>
                  <a:lnTo>
                    <a:pt x="313507" y="963337"/>
                  </a:lnTo>
                  <a:lnTo>
                    <a:pt x="272120" y="944586"/>
                  </a:lnTo>
                  <a:lnTo>
                    <a:pt x="232848" y="922243"/>
                  </a:lnTo>
                  <a:lnTo>
                    <a:pt x="195902" y="896515"/>
                  </a:lnTo>
                  <a:lnTo>
                    <a:pt x="161487" y="867611"/>
                  </a:lnTo>
                  <a:lnTo>
                    <a:pt x="129812" y="835742"/>
                  </a:lnTo>
                  <a:lnTo>
                    <a:pt x="101085" y="801116"/>
                  </a:lnTo>
                  <a:lnTo>
                    <a:pt x="75514" y="763942"/>
                  </a:lnTo>
                  <a:lnTo>
                    <a:pt x="53306" y="724430"/>
                  </a:lnTo>
                  <a:lnTo>
                    <a:pt x="34670" y="682788"/>
                  </a:lnTo>
                  <a:lnTo>
                    <a:pt x="19814" y="639226"/>
                  </a:lnTo>
                  <a:lnTo>
                    <a:pt x="8944" y="593953"/>
                  </a:lnTo>
                  <a:lnTo>
                    <a:pt x="2270" y="547178"/>
                  </a:lnTo>
                  <a:lnTo>
                    <a:pt x="0" y="49910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785612" y="6060986"/>
            <a:ext cx="1969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Heating</a:t>
            </a:r>
            <a:r>
              <a:rPr kumimoji="0" sz="2400" b="1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341131" y="4187952"/>
            <a:ext cx="3124200" cy="2597150"/>
            <a:chOff x="1341131" y="4187952"/>
            <a:chExt cx="3124200" cy="259715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6052" y="4187952"/>
              <a:ext cx="239267" cy="2362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25631" y="4359090"/>
              <a:ext cx="659765" cy="797560"/>
            </a:xfrm>
            <a:custGeom>
              <a:avLst/>
              <a:gdLst/>
              <a:ahLst/>
              <a:cxnLst/>
              <a:rect l="l" t="t" r="r" b="b"/>
              <a:pathLst>
                <a:path w="659764" h="797560">
                  <a:moveTo>
                    <a:pt x="657151" y="14646"/>
                  </a:moveTo>
                  <a:lnTo>
                    <a:pt x="656141" y="74966"/>
                  </a:lnTo>
                  <a:lnTo>
                    <a:pt x="649511" y="124507"/>
                  </a:lnTo>
                  <a:lnTo>
                    <a:pt x="639442" y="173895"/>
                  </a:lnTo>
                  <a:lnTo>
                    <a:pt x="625979" y="222998"/>
                  </a:lnTo>
                  <a:lnTo>
                    <a:pt x="609166" y="271684"/>
                  </a:lnTo>
                  <a:lnTo>
                    <a:pt x="589047" y="319822"/>
                  </a:lnTo>
                  <a:lnTo>
                    <a:pt x="555101" y="385206"/>
                  </a:lnTo>
                  <a:lnTo>
                    <a:pt x="533824" y="418915"/>
                  </a:lnTo>
                  <a:lnTo>
                    <a:pt x="509403" y="452770"/>
                  </a:lnTo>
                  <a:lnTo>
                    <a:pt x="481634" y="486372"/>
                  </a:lnTo>
                  <a:lnTo>
                    <a:pt x="450311" y="519322"/>
                  </a:lnTo>
                  <a:lnTo>
                    <a:pt x="415229" y="551220"/>
                  </a:lnTo>
                  <a:lnTo>
                    <a:pt x="376183" y="581669"/>
                  </a:lnTo>
                  <a:lnTo>
                    <a:pt x="332966" y="610268"/>
                  </a:lnTo>
                  <a:lnTo>
                    <a:pt x="285375" y="636619"/>
                  </a:lnTo>
                  <a:lnTo>
                    <a:pt x="233202" y="660323"/>
                  </a:lnTo>
                  <a:lnTo>
                    <a:pt x="176244" y="680981"/>
                  </a:lnTo>
                  <a:lnTo>
                    <a:pt x="114295" y="698193"/>
                  </a:lnTo>
                  <a:lnTo>
                    <a:pt x="240680" y="741377"/>
                  </a:lnTo>
                  <a:lnTo>
                    <a:pt x="251037" y="747338"/>
                  </a:lnTo>
                  <a:lnTo>
                    <a:pt x="257173" y="756301"/>
                  </a:lnTo>
                  <a:lnTo>
                    <a:pt x="258865" y="766925"/>
                  </a:lnTo>
                  <a:lnTo>
                    <a:pt x="255889" y="777869"/>
                  </a:lnTo>
                  <a:lnTo>
                    <a:pt x="248056" y="787874"/>
                  </a:lnTo>
                  <a:lnTo>
                    <a:pt x="237322" y="794403"/>
                  </a:lnTo>
                  <a:lnTo>
                    <a:pt x="225216" y="797106"/>
                  </a:lnTo>
                  <a:lnTo>
                    <a:pt x="213268" y="795633"/>
                  </a:lnTo>
                  <a:lnTo>
                    <a:pt x="12531" y="728370"/>
                  </a:lnTo>
                  <a:lnTo>
                    <a:pt x="7314" y="724425"/>
                  </a:lnTo>
                  <a:lnTo>
                    <a:pt x="795" y="708786"/>
                  </a:lnTo>
                  <a:lnTo>
                    <a:pt x="0" y="704019"/>
                  </a:lnTo>
                  <a:lnTo>
                    <a:pt x="1233" y="698406"/>
                  </a:lnTo>
                  <a:lnTo>
                    <a:pt x="4206" y="694107"/>
                  </a:lnTo>
                  <a:lnTo>
                    <a:pt x="98622" y="511987"/>
                  </a:lnTo>
                  <a:lnTo>
                    <a:pt x="106456" y="501982"/>
                  </a:lnTo>
                  <a:lnTo>
                    <a:pt x="117190" y="495452"/>
                  </a:lnTo>
                  <a:lnTo>
                    <a:pt x="129295" y="492749"/>
                  </a:lnTo>
                  <a:lnTo>
                    <a:pt x="141243" y="494223"/>
                  </a:lnTo>
                  <a:lnTo>
                    <a:pt x="151599" y="500184"/>
                  </a:lnTo>
                  <a:lnTo>
                    <a:pt x="157736" y="509147"/>
                  </a:lnTo>
                  <a:lnTo>
                    <a:pt x="159428" y="519771"/>
                  </a:lnTo>
                  <a:lnTo>
                    <a:pt x="156452" y="530715"/>
                  </a:lnTo>
                  <a:lnTo>
                    <a:pt x="98294" y="642655"/>
                  </a:lnTo>
                  <a:lnTo>
                    <a:pt x="148114" y="629433"/>
                  </a:lnTo>
                  <a:lnTo>
                    <a:pt x="195475" y="613454"/>
                  </a:lnTo>
                  <a:lnTo>
                    <a:pt x="240358" y="594727"/>
                  </a:lnTo>
                  <a:lnTo>
                    <a:pt x="282746" y="573257"/>
                  </a:lnTo>
                  <a:lnTo>
                    <a:pt x="322621" y="549053"/>
                  </a:lnTo>
                  <a:lnTo>
                    <a:pt x="359966" y="522122"/>
                  </a:lnTo>
                  <a:lnTo>
                    <a:pt x="394763" y="492471"/>
                  </a:lnTo>
                  <a:lnTo>
                    <a:pt x="426994" y="460108"/>
                  </a:lnTo>
                  <a:lnTo>
                    <a:pt x="456642" y="425039"/>
                  </a:lnTo>
                  <a:lnTo>
                    <a:pt x="483690" y="387273"/>
                  </a:lnTo>
                  <a:lnTo>
                    <a:pt x="508119" y="346817"/>
                  </a:lnTo>
                  <a:lnTo>
                    <a:pt x="529912" y="303677"/>
                  </a:lnTo>
                  <a:lnTo>
                    <a:pt x="548270" y="259413"/>
                  </a:lnTo>
                  <a:lnTo>
                    <a:pt x="563711" y="214580"/>
                  </a:lnTo>
                  <a:lnTo>
                    <a:pt x="576181" y="169285"/>
                  </a:lnTo>
                  <a:lnTo>
                    <a:pt x="585625" y="123637"/>
                  </a:lnTo>
                  <a:lnTo>
                    <a:pt x="591989" y="77743"/>
                  </a:lnTo>
                  <a:lnTo>
                    <a:pt x="595219" y="31711"/>
                  </a:lnTo>
                  <a:lnTo>
                    <a:pt x="597904" y="19980"/>
                  </a:lnTo>
                  <a:lnTo>
                    <a:pt x="604828" y="10115"/>
                  </a:lnTo>
                  <a:lnTo>
                    <a:pt x="614959" y="3120"/>
                  </a:lnTo>
                  <a:lnTo>
                    <a:pt x="627262" y="0"/>
                  </a:lnTo>
                  <a:lnTo>
                    <a:pt x="640125" y="1124"/>
                  </a:lnTo>
                  <a:lnTo>
                    <a:pt x="650425" y="6280"/>
                  </a:lnTo>
                  <a:lnTo>
                    <a:pt x="657151" y="1464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369706" y="5020068"/>
              <a:ext cx="2809875" cy="1736089"/>
            </a:xfrm>
            <a:custGeom>
              <a:avLst/>
              <a:gdLst/>
              <a:ahLst/>
              <a:cxnLst/>
              <a:rect l="l" t="t" r="r" b="b"/>
              <a:pathLst>
                <a:path w="2809875" h="1736090">
                  <a:moveTo>
                    <a:pt x="1822780" y="39331"/>
                  </a:moveTo>
                  <a:lnTo>
                    <a:pt x="1882093" y="51647"/>
                  </a:lnTo>
                  <a:lnTo>
                    <a:pt x="1939933" y="65425"/>
                  </a:lnTo>
                  <a:lnTo>
                    <a:pt x="1996264" y="80623"/>
                  </a:lnTo>
                  <a:lnTo>
                    <a:pt x="2051048" y="97196"/>
                  </a:lnTo>
                  <a:lnTo>
                    <a:pt x="2104246" y="115099"/>
                  </a:lnTo>
                  <a:lnTo>
                    <a:pt x="2155823" y="134289"/>
                  </a:lnTo>
                  <a:lnTo>
                    <a:pt x="2205740" y="154722"/>
                  </a:lnTo>
                  <a:lnTo>
                    <a:pt x="2253959" y="176352"/>
                  </a:lnTo>
                  <a:lnTo>
                    <a:pt x="2300444" y="199137"/>
                  </a:lnTo>
                  <a:lnTo>
                    <a:pt x="2345157" y="223031"/>
                  </a:lnTo>
                  <a:lnTo>
                    <a:pt x="2388059" y="247992"/>
                  </a:lnTo>
                  <a:lnTo>
                    <a:pt x="2429115" y="273973"/>
                  </a:lnTo>
                  <a:lnTo>
                    <a:pt x="2468285" y="300932"/>
                  </a:lnTo>
                  <a:lnTo>
                    <a:pt x="2505534" y="328824"/>
                  </a:lnTo>
                  <a:lnTo>
                    <a:pt x="2540823" y="357605"/>
                  </a:lnTo>
                  <a:lnTo>
                    <a:pt x="2574114" y="387230"/>
                  </a:lnTo>
                  <a:lnTo>
                    <a:pt x="2605370" y="417657"/>
                  </a:lnTo>
                  <a:lnTo>
                    <a:pt x="2634555" y="448839"/>
                  </a:lnTo>
                  <a:lnTo>
                    <a:pt x="2661629" y="480734"/>
                  </a:lnTo>
                  <a:lnTo>
                    <a:pt x="2686556" y="513297"/>
                  </a:lnTo>
                  <a:lnTo>
                    <a:pt x="2709298" y="546484"/>
                  </a:lnTo>
                  <a:lnTo>
                    <a:pt x="2729818" y="580250"/>
                  </a:lnTo>
                  <a:lnTo>
                    <a:pt x="2748078" y="614552"/>
                  </a:lnTo>
                  <a:lnTo>
                    <a:pt x="2764041" y="649345"/>
                  </a:lnTo>
                  <a:lnTo>
                    <a:pt x="2788925" y="720228"/>
                  </a:lnTo>
                  <a:lnTo>
                    <a:pt x="2804169" y="792547"/>
                  </a:lnTo>
                  <a:lnTo>
                    <a:pt x="2809474" y="865947"/>
                  </a:lnTo>
                  <a:lnTo>
                    <a:pt x="2808305" y="902942"/>
                  </a:lnTo>
                  <a:lnTo>
                    <a:pt x="2798138" y="977301"/>
                  </a:lnTo>
                  <a:lnTo>
                    <a:pt x="2789064" y="1014577"/>
                  </a:lnTo>
                  <a:lnTo>
                    <a:pt x="2777281" y="1051859"/>
                  </a:lnTo>
                  <a:lnTo>
                    <a:pt x="2762751" y="1089101"/>
                  </a:lnTo>
                  <a:lnTo>
                    <a:pt x="2745435" y="1126261"/>
                  </a:lnTo>
                  <a:lnTo>
                    <a:pt x="2707746" y="1191761"/>
                  </a:lnTo>
                  <a:lnTo>
                    <a:pt x="2686053" y="1223385"/>
                  </a:lnTo>
                  <a:lnTo>
                    <a:pt x="2662531" y="1254236"/>
                  </a:lnTo>
                  <a:lnTo>
                    <a:pt x="2637233" y="1284297"/>
                  </a:lnTo>
                  <a:lnTo>
                    <a:pt x="2610210" y="1313550"/>
                  </a:lnTo>
                  <a:lnTo>
                    <a:pt x="2581517" y="1341979"/>
                  </a:lnTo>
                  <a:lnTo>
                    <a:pt x="2551205" y="1369567"/>
                  </a:lnTo>
                  <a:lnTo>
                    <a:pt x="2519327" y="1396296"/>
                  </a:lnTo>
                  <a:lnTo>
                    <a:pt x="2485935" y="1422150"/>
                  </a:lnTo>
                  <a:lnTo>
                    <a:pt x="2451082" y="1447112"/>
                  </a:lnTo>
                  <a:lnTo>
                    <a:pt x="2414821" y="1471164"/>
                  </a:lnTo>
                  <a:lnTo>
                    <a:pt x="2377203" y="1494289"/>
                  </a:lnTo>
                  <a:lnTo>
                    <a:pt x="2338282" y="1516471"/>
                  </a:lnTo>
                  <a:lnTo>
                    <a:pt x="2298110" y="1537693"/>
                  </a:lnTo>
                  <a:lnTo>
                    <a:pt x="2256740" y="1557937"/>
                  </a:lnTo>
                  <a:lnTo>
                    <a:pt x="2214224" y="1577186"/>
                  </a:lnTo>
                  <a:lnTo>
                    <a:pt x="2170614" y="1595423"/>
                  </a:lnTo>
                  <a:lnTo>
                    <a:pt x="2125964" y="1612632"/>
                  </a:lnTo>
                  <a:lnTo>
                    <a:pt x="2080326" y="1628795"/>
                  </a:lnTo>
                  <a:lnTo>
                    <a:pt x="2033751" y="1643895"/>
                  </a:lnTo>
                  <a:lnTo>
                    <a:pt x="1986294" y="1657915"/>
                  </a:lnTo>
                  <a:lnTo>
                    <a:pt x="1938006" y="1670839"/>
                  </a:lnTo>
                  <a:lnTo>
                    <a:pt x="1888940" y="1682648"/>
                  </a:lnTo>
                  <a:lnTo>
                    <a:pt x="1839149" y="1693327"/>
                  </a:lnTo>
                  <a:lnTo>
                    <a:pt x="1788684" y="1702857"/>
                  </a:lnTo>
                  <a:lnTo>
                    <a:pt x="1737600" y="1711223"/>
                  </a:lnTo>
                  <a:lnTo>
                    <a:pt x="1685947" y="1718407"/>
                  </a:lnTo>
                  <a:lnTo>
                    <a:pt x="1633779" y="1724391"/>
                  </a:lnTo>
                  <a:lnTo>
                    <a:pt x="1581148" y="1729160"/>
                  </a:lnTo>
                  <a:lnTo>
                    <a:pt x="1528107" y="1732695"/>
                  </a:lnTo>
                  <a:lnTo>
                    <a:pt x="1474708" y="1734980"/>
                  </a:lnTo>
                  <a:lnTo>
                    <a:pt x="1421003" y="1735998"/>
                  </a:lnTo>
                  <a:lnTo>
                    <a:pt x="1367047" y="1735732"/>
                  </a:lnTo>
                  <a:lnTo>
                    <a:pt x="1312890" y="1734164"/>
                  </a:lnTo>
                  <a:lnTo>
                    <a:pt x="1258585" y="1731278"/>
                  </a:lnTo>
                  <a:lnTo>
                    <a:pt x="1204186" y="1727057"/>
                  </a:lnTo>
                  <a:lnTo>
                    <a:pt x="1149744" y="1721484"/>
                  </a:lnTo>
                  <a:lnTo>
                    <a:pt x="1095312" y="1714541"/>
                  </a:lnTo>
                  <a:lnTo>
                    <a:pt x="1040942" y="1706211"/>
                  </a:lnTo>
                  <a:lnTo>
                    <a:pt x="986688" y="1696478"/>
                  </a:lnTo>
                  <a:lnTo>
                    <a:pt x="927376" y="1684163"/>
                  </a:lnTo>
                  <a:lnTo>
                    <a:pt x="869535" y="1670384"/>
                  </a:lnTo>
                  <a:lnTo>
                    <a:pt x="813205" y="1655186"/>
                  </a:lnTo>
                  <a:lnTo>
                    <a:pt x="758421" y="1638614"/>
                  </a:lnTo>
                  <a:lnTo>
                    <a:pt x="705223" y="1620710"/>
                  </a:lnTo>
                  <a:lnTo>
                    <a:pt x="653646" y="1601520"/>
                  </a:lnTo>
                  <a:lnTo>
                    <a:pt x="603730" y="1581088"/>
                  </a:lnTo>
                  <a:lnTo>
                    <a:pt x="555510" y="1559457"/>
                  </a:lnTo>
                  <a:lnTo>
                    <a:pt x="509026" y="1536673"/>
                  </a:lnTo>
                  <a:lnTo>
                    <a:pt x="464314" y="1512778"/>
                  </a:lnTo>
                  <a:lnTo>
                    <a:pt x="421411" y="1487818"/>
                  </a:lnTo>
                  <a:lnTo>
                    <a:pt x="380356" y="1461837"/>
                  </a:lnTo>
                  <a:lnTo>
                    <a:pt x="341186" y="1434878"/>
                  </a:lnTo>
                  <a:lnTo>
                    <a:pt x="303938" y="1406986"/>
                  </a:lnTo>
                  <a:lnTo>
                    <a:pt x="268650" y="1378205"/>
                  </a:lnTo>
                  <a:lnTo>
                    <a:pt x="235359" y="1348579"/>
                  </a:lnTo>
                  <a:lnTo>
                    <a:pt x="204102" y="1318153"/>
                  </a:lnTo>
                  <a:lnTo>
                    <a:pt x="174918" y="1286970"/>
                  </a:lnTo>
                  <a:lnTo>
                    <a:pt x="147844" y="1255075"/>
                  </a:lnTo>
                  <a:lnTo>
                    <a:pt x="122917" y="1222513"/>
                  </a:lnTo>
                  <a:lnTo>
                    <a:pt x="100175" y="1189326"/>
                  </a:lnTo>
                  <a:lnTo>
                    <a:pt x="79655" y="1155560"/>
                  </a:lnTo>
                  <a:lnTo>
                    <a:pt x="61395" y="1121258"/>
                  </a:lnTo>
                  <a:lnTo>
                    <a:pt x="45433" y="1086465"/>
                  </a:lnTo>
                  <a:lnTo>
                    <a:pt x="20549" y="1015581"/>
                  </a:lnTo>
                  <a:lnTo>
                    <a:pt x="5305" y="943263"/>
                  </a:lnTo>
                  <a:lnTo>
                    <a:pt x="0" y="869863"/>
                  </a:lnTo>
                  <a:lnTo>
                    <a:pt x="1168" y="832868"/>
                  </a:lnTo>
                  <a:lnTo>
                    <a:pt x="11334" y="758508"/>
                  </a:lnTo>
                  <a:lnTo>
                    <a:pt x="20406" y="721232"/>
                  </a:lnTo>
                  <a:lnTo>
                    <a:pt x="32189" y="683951"/>
                  </a:lnTo>
                  <a:lnTo>
                    <a:pt x="46719" y="646708"/>
                  </a:lnTo>
                  <a:lnTo>
                    <a:pt x="64033" y="609549"/>
                  </a:lnTo>
                  <a:lnTo>
                    <a:pt x="102308" y="543221"/>
                  </a:lnTo>
                  <a:lnTo>
                    <a:pt x="124456" y="511123"/>
                  </a:lnTo>
                  <a:lnTo>
                    <a:pt x="148542" y="479767"/>
                  </a:lnTo>
                  <a:lnTo>
                    <a:pt x="174512" y="449178"/>
                  </a:lnTo>
                  <a:lnTo>
                    <a:pt x="202316" y="419378"/>
                  </a:lnTo>
                  <a:lnTo>
                    <a:pt x="231901" y="390393"/>
                  </a:lnTo>
                  <a:lnTo>
                    <a:pt x="263214" y="362245"/>
                  </a:lnTo>
                  <a:lnTo>
                    <a:pt x="296204" y="334959"/>
                  </a:lnTo>
                  <a:lnTo>
                    <a:pt x="330819" y="308558"/>
                  </a:lnTo>
                  <a:lnTo>
                    <a:pt x="367005" y="283066"/>
                  </a:lnTo>
                  <a:lnTo>
                    <a:pt x="404712" y="258508"/>
                  </a:lnTo>
                  <a:lnTo>
                    <a:pt x="443887" y="234906"/>
                  </a:lnTo>
                  <a:lnTo>
                    <a:pt x="484477" y="212285"/>
                  </a:lnTo>
                  <a:lnTo>
                    <a:pt x="526431" y="190669"/>
                  </a:lnTo>
                  <a:lnTo>
                    <a:pt x="569696" y="170081"/>
                  </a:lnTo>
                  <a:lnTo>
                    <a:pt x="614221" y="150546"/>
                  </a:lnTo>
                  <a:lnTo>
                    <a:pt x="659953" y="132086"/>
                  </a:lnTo>
                  <a:lnTo>
                    <a:pt x="706839" y="114727"/>
                  </a:lnTo>
                  <a:lnTo>
                    <a:pt x="754829" y="98491"/>
                  </a:lnTo>
                  <a:lnTo>
                    <a:pt x="803869" y="83403"/>
                  </a:lnTo>
                  <a:lnTo>
                    <a:pt x="853907" y="69487"/>
                  </a:lnTo>
                  <a:lnTo>
                    <a:pt x="904891" y="56766"/>
                  </a:lnTo>
                  <a:lnTo>
                    <a:pt x="956770" y="45264"/>
                  </a:lnTo>
                  <a:lnTo>
                    <a:pt x="1009490" y="35005"/>
                  </a:lnTo>
                  <a:lnTo>
                    <a:pt x="1063000" y="26013"/>
                  </a:lnTo>
                  <a:lnTo>
                    <a:pt x="1117248" y="18312"/>
                  </a:lnTo>
                  <a:lnTo>
                    <a:pt x="1172181" y="11925"/>
                  </a:lnTo>
                  <a:lnTo>
                    <a:pt x="1227747" y="6876"/>
                  </a:lnTo>
                  <a:lnTo>
                    <a:pt x="1283895" y="3190"/>
                  </a:lnTo>
                  <a:lnTo>
                    <a:pt x="1340571" y="890"/>
                  </a:lnTo>
                  <a:lnTo>
                    <a:pt x="1397724" y="0"/>
                  </a:lnTo>
                </a:path>
              </a:pathLst>
            </a:custGeom>
            <a:ln w="571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0568" y="4759234"/>
            <a:ext cx="1548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62955" y="4137659"/>
            <a:ext cx="3434079" cy="2014855"/>
            <a:chOff x="5362955" y="4137659"/>
            <a:chExt cx="3434079" cy="201485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2955" y="4152899"/>
              <a:ext cx="239267" cy="2362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443620" y="4324099"/>
              <a:ext cx="659765" cy="797560"/>
            </a:xfrm>
            <a:custGeom>
              <a:avLst/>
              <a:gdLst/>
              <a:ahLst/>
              <a:cxnLst/>
              <a:rect l="l" t="t" r="r" b="b"/>
              <a:pathLst>
                <a:path w="659764" h="797560">
                  <a:moveTo>
                    <a:pt x="2138" y="14646"/>
                  </a:moveTo>
                  <a:lnTo>
                    <a:pt x="3147" y="74966"/>
                  </a:lnTo>
                  <a:lnTo>
                    <a:pt x="9778" y="124507"/>
                  </a:lnTo>
                  <a:lnTo>
                    <a:pt x="19847" y="173895"/>
                  </a:lnTo>
                  <a:lnTo>
                    <a:pt x="33310" y="222998"/>
                  </a:lnTo>
                  <a:lnTo>
                    <a:pt x="50123" y="271684"/>
                  </a:lnTo>
                  <a:lnTo>
                    <a:pt x="70241" y="319822"/>
                  </a:lnTo>
                  <a:lnTo>
                    <a:pt x="104188" y="385206"/>
                  </a:lnTo>
                  <a:lnTo>
                    <a:pt x="125465" y="418915"/>
                  </a:lnTo>
                  <a:lnTo>
                    <a:pt x="149886" y="452770"/>
                  </a:lnTo>
                  <a:lnTo>
                    <a:pt x="177655" y="486372"/>
                  </a:lnTo>
                  <a:lnTo>
                    <a:pt x="208977" y="519322"/>
                  </a:lnTo>
                  <a:lnTo>
                    <a:pt x="244059" y="551220"/>
                  </a:lnTo>
                  <a:lnTo>
                    <a:pt x="283106" y="581669"/>
                  </a:lnTo>
                  <a:lnTo>
                    <a:pt x="326322" y="610268"/>
                  </a:lnTo>
                  <a:lnTo>
                    <a:pt x="373914" y="636619"/>
                  </a:lnTo>
                  <a:lnTo>
                    <a:pt x="426086" y="660323"/>
                  </a:lnTo>
                  <a:lnTo>
                    <a:pt x="483044" y="680981"/>
                  </a:lnTo>
                  <a:lnTo>
                    <a:pt x="544993" y="698193"/>
                  </a:lnTo>
                  <a:lnTo>
                    <a:pt x="418609" y="741377"/>
                  </a:lnTo>
                  <a:lnTo>
                    <a:pt x="408252" y="747338"/>
                  </a:lnTo>
                  <a:lnTo>
                    <a:pt x="402116" y="756301"/>
                  </a:lnTo>
                  <a:lnTo>
                    <a:pt x="400424" y="766925"/>
                  </a:lnTo>
                  <a:lnTo>
                    <a:pt x="403399" y="777869"/>
                  </a:lnTo>
                  <a:lnTo>
                    <a:pt x="411233" y="787874"/>
                  </a:lnTo>
                  <a:lnTo>
                    <a:pt x="421967" y="794403"/>
                  </a:lnTo>
                  <a:lnTo>
                    <a:pt x="434072" y="797106"/>
                  </a:lnTo>
                  <a:lnTo>
                    <a:pt x="446020" y="795633"/>
                  </a:lnTo>
                  <a:lnTo>
                    <a:pt x="646758" y="728370"/>
                  </a:lnTo>
                  <a:lnTo>
                    <a:pt x="651975" y="724425"/>
                  </a:lnTo>
                  <a:lnTo>
                    <a:pt x="658493" y="708786"/>
                  </a:lnTo>
                  <a:lnTo>
                    <a:pt x="659289" y="704019"/>
                  </a:lnTo>
                  <a:lnTo>
                    <a:pt x="658055" y="698406"/>
                  </a:lnTo>
                  <a:lnTo>
                    <a:pt x="655083" y="694107"/>
                  </a:lnTo>
                  <a:lnTo>
                    <a:pt x="560667" y="511987"/>
                  </a:lnTo>
                  <a:lnTo>
                    <a:pt x="552833" y="501982"/>
                  </a:lnTo>
                  <a:lnTo>
                    <a:pt x="542099" y="495452"/>
                  </a:lnTo>
                  <a:lnTo>
                    <a:pt x="529994" y="492749"/>
                  </a:lnTo>
                  <a:lnTo>
                    <a:pt x="518046" y="494223"/>
                  </a:lnTo>
                  <a:lnTo>
                    <a:pt x="507689" y="500184"/>
                  </a:lnTo>
                  <a:lnTo>
                    <a:pt x="501553" y="509147"/>
                  </a:lnTo>
                  <a:lnTo>
                    <a:pt x="499861" y="519771"/>
                  </a:lnTo>
                  <a:lnTo>
                    <a:pt x="502837" y="530715"/>
                  </a:lnTo>
                  <a:lnTo>
                    <a:pt x="560994" y="642655"/>
                  </a:lnTo>
                  <a:lnTo>
                    <a:pt x="511174" y="629433"/>
                  </a:lnTo>
                  <a:lnTo>
                    <a:pt x="463814" y="613454"/>
                  </a:lnTo>
                  <a:lnTo>
                    <a:pt x="418931" y="594727"/>
                  </a:lnTo>
                  <a:lnTo>
                    <a:pt x="376543" y="573257"/>
                  </a:lnTo>
                  <a:lnTo>
                    <a:pt x="336668" y="549053"/>
                  </a:lnTo>
                  <a:lnTo>
                    <a:pt x="299323" y="522122"/>
                  </a:lnTo>
                  <a:lnTo>
                    <a:pt x="264526" y="492471"/>
                  </a:lnTo>
                  <a:lnTo>
                    <a:pt x="232294" y="460108"/>
                  </a:lnTo>
                  <a:lnTo>
                    <a:pt x="202646" y="425039"/>
                  </a:lnTo>
                  <a:lnTo>
                    <a:pt x="175599" y="387273"/>
                  </a:lnTo>
                  <a:lnTo>
                    <a:pt x="151170" y="346817"/>
                  </a:lnTo>
                  <a:lnTo>
                    <a:pt x="129377" y="303677"/>
                  </a:lnTo>
                  <a:lnTo>
                    <a:pt x="111018" y="259413"/>
                  </a:lnTo>
                  <a:lnTo>
                    <a:pt x="95577" y="214580"/>
                  </a:lnTo>
                  <a:lnTo>
                    <a:pt x="83107" y="169285"/>
                  </a:lnTo>
                  <a:lnTo>
                    <a:pt x="73663" y="123637"/>
                  </a:lnTo>
                  <a:lnTo>
                    <a:pt x="67299" y="77743"/>
                  </a:lnTo>
                  <a:lnTo>
                    <a:pt x="64070" y="31711"/>
                  </a:lnTo>
                  <a:lnTo>
                    <a:pt x="61385" y="19980"/>
                  </a:lnTo>
                  <a:lnTo>
                    <a:pt x="54460" y="10115"/>
                  </a:lnTo>
                  <a:lnTo>
                    <a:pt x="44330" y="3120"/>
                  </a:lnTo>
                  <a:lnTo>
                    <a:pt x="32026" y="0"/>
                  </a:lnTo>
                  <a:lnTo>
                    <a:pt x="19163" y="1124"/>
                  </a:lnTo>
                  <a:lnTo>
                    <a:pt x="8863" y="6280"/>
                  </a:lnTo>
                  <a:lnTo>
                    <a:pt x="2138" y="1464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7260" y="4137659"/>
              <a:ext cx="239268" cy="23774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056840" y="4309493"/>
              <a:ext cx="659765" cy="797560"/>
            </a:xfrm>
            <a:custGeom>
              <a:avLst/>
              <a:gdLst/>
              <a:ahLst/>
              <a:cxnLst/>
              <a:rect l="l" t="t" r="r" b="b"/>
              <a:pathLst>
                <a:path w="659765" h="797560">
                  <a:moveTo>
                    <a:pt x="657151" y="14646"/>
                  </a:moveTo>
                  <a:lnTo>
                    <a:pt x="656141" y="74966"/>
                  </a:lnTo>
                  <a:lnTo>
                    <a:pt x="649511" y="124507"/>
                  </a:lnTo>
                  <a:lnTo>
                    <a:pt x="639442" y="173895"/>
                  </a:lnTo>
                  <a:lnTo>
                    <a:pt x="625979" y="222998"/>
                  </a:lnTo>
                  <a:lnTo>
                    <a:pt x="609166" y="271684"/>
                  </a:lnTo>
                  <a:lnTo>
                    <a:pt x="589047" y="319822"/>
                  </a:lnTo>
                  <a:lnTo>
                    <a:pt x="555101" y="385206"/>
                  </a:lnTo>
                  <a:lnTo>
                    <a:pt x="533824" y="418915"/>
                  </a:lnTo>
                  <a:lnTo>
                    <a:pt x="509403" y="452770"/>
                  </a:lnTo>
                  <a:lnTo>
                    <a:pt x="481634" y="486372"/>
                  </a:lnTo>
                  <a:lnTo>
                    <a:pt x="450311" y="519322"/>
                  </a:lnTo>
                  <a:lnTo>
                    <a:pt x="415229" y="551220"/>
                  </a:lnTo>
                  <a:lnTo>
                    <a:pt x="376183" y="581669"/>
                  </a:lnTo>
                  <a:lnTo>
                    <a:pt x="332966" y="610268"/>
                  </a:lnTo>
                  <a:lnTo>
                    <a:pt x="285375" y="636619"/>
                  </a:lnTo>
                  <a:lnTo>
                    <a:pt x="233202" y="660323"/>
                  </a:lnTo>
                  <a:lnTo>
                    <a:pt x="176244" y="680981"/>
                  </a:lnTo>
                  <a:lnTo>
                    <a:pt x="114295" y="698193"/>
                  </a:lnTo>
                  <a:lnTo>
                    <a:pt x="240680" y="741377"/>
                  </a:lnTo>
                  <a:lnTo>
                    <a:pt x="251037" y="747338"/>
                  </a:lnTo>
                  <a:lnTo>
                    <a:pt x="257173" y="756301"/>
                  </a:lnTo>
                  <a:lnTo>
                    <a:pt x="258865" y="766925"/>
                  </a:lnTo>
                  <a:lnTo>
                    <a:pt x="255889" y="777869"/>
                  </a:lnTo>
                  <a:lnTo>
                    <a:pt x="248056" y="787874"/>
                  </a:lnTo>
                  <a:lnTo>
                    <a:pt x="237322" y="794403"/>
                  </a:lnTo>
                  <a:lnTo>
                    <a:pt x="225216" y="797106"/>
                  </a:lnTo>
                  <a:lnTo>
                    <a:pt x="213268" y="795633"/>
                  </a:lnTo>
                  <a:lnTo>
                    <a:pt x="12531" y="728370"/>
                  </a:lnTo>
                  <a:lnTo>
                    <a:pt x="7314" y="724425"/>
                  </a:lnTo>
                  <a:lnTo>
                    <a:pt x="795" y="708786"/>
                  </a:lnTo>
                  <a:lnTo>
                    <a:pt x="0" y="704019"/>
                  </a:lnTo>
                  <a:lnTo>
                    <a:pt x="1233" y="698406"/>
                  </a:lnTo>
                  <a:lnTo>
                    <a:pt x="4206" y="694107"/>
                  </a:lnTo>
                  <a:lnTo>
                    <a:pt x="98622" y="511987"/>
                  </a:lnTo>
                  <a:lnTo>
                    <a:pt x="106456" y="501982"/>
                  </a:lnTo>
                  <a:lnTo>
                    <a:pt x="117190" y="495452"/>
                  </a:lnTo>
                  <a:lnTo>
                    <a:pt x="129295" y="492749"/>
                  </a:lnTo>
                  <a:lnTo>
                    <a:pt x="141243" y="494223"/>
                  </a:lnTo>
                  <a:lnTo>
                    <a:pt x="151599" y="500184"/>
                  </a:lnTo>
                  <a:lnTo>
                    <a:pt x="157736" y="509147"/>
                  </a:lnTo>
                  <a:lnTo>
                    <a:pt x="159428" y="519771"/>
                  </a:lnTo>
                  <a:lnTo>
                    <a:pt x="156452" y="530715"/>
                  </a:lnTo>
                  <a:lnTo>
                    <a:pt x="98294" y="642655"/>
                  </a:lnTo>
                  <a:lnTo>
                    <a:pt x="148114" y="629433"/>
                  </a:lnTo>
                  <a:lnTo>
                    <a:pt x="195475" y="613454"/>
                  </a:lnTo>
                  <a:lnTo>
                    <a:pt x="240358" y="594727"/>
                  </a:lnTo>
                  <a:lnTo>
                    <a:pt x="282746" y="573257"/>
                  </a:lnTo>
                  <a:lnTo>
                    <a:pt x="322621" y="549053"/>
                  </a:lnTo>
                  <a:lnTo>
                    <a:pt x="359966" y="522122"/>
                  </a:lnTo>
                  <a:lnTo>
                    <a:pt x="394763" y="492471"/>
                  </a:lnTo>
                  <a:lnTo>
                    <a:pt x="426994" y="460108"/>
                  </a:lnTo>
                  <a:lnTo>
                    <a:pt x="456642" y="425039"/>
                  </a:lnTo>
                  <a:lnTo>
                    <a:pt x="483690" y="387273"/>
                  </a:lnTo>
                  <a:lnTo>
                    <a:pt x="508119" y="346817"/>
                  </a:lnTo>
                  <a:lnTo>
                    <a:pt x="529912" y="303677"/>
                  </a:lnTo>
                  <a:lnTo>
                    <a:pt x="548270" y="259413"/>
                  </a:lnTo>
                  <a:lnTo>
                    <a:pt x="563711" y="214580"/>
                  </a:lnTo>
                  <a:lnTo>
                    <a:pt x="576181" y="169285"/>
                  </a:lnTo>
                  <a:lnTo>
                    <a:pt x="585625" y="123637"/>
                  </a:lnTo>
                  <a:lnTo>
                    <a:pt x="591989" y="77743"/>
                  </a:lnTo>
                  <a:lnTo>
                    <a:pt x="595219" y="31711"/>
                  </a:lnTo>
                  <a:lnTo>
                    <a:pt x="597904" y="19980"/>
                  </a:lnTo>
                  <a:lnTo>
                    <a:pt x="604828" y="10115"/>
                  </a:lnTo>
                  <a:lnTo>
                    <a:pt x="614959" y="3120"/>
                  </a:lnTo>
                  <a:lnTo>
                    <a:pt x="627262" y="0"/>
                  </a:lnTo>
                  <a:lnTo>
                    <a:pt x="640125" y="1124"/>
                  </a:lnTo>
                  <a:lnTo>
                    <a:pt x="650425" y="6280"/>
                  </a:lnTo>
                  <a:lnTo>
                    <a:pt x="657151" y="1464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7419" y="5264796"/>
              <a:ext cx="747755" cy="75562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555486" y="5136641"/>
              <a:ext cx="990600" cy="996950"/>
            </a:xfrm>
            <a:custGeom>
              <a:avLst/>
              <a:gdLst/>
              <a:ahLst/>
              <a:cxnLst/>
              <a:rect l="l" t="t" r="r" b="b"/>
              <a:pathLst>
                <a:path w="990600" h="996950">
                  <a:moveTo>
                    <a:pt x="0" y="498347"/>
                  </a:moveTo>
                  <a:lnTo>
                    <a:pt x="2267" y="450353"/>
                  </a:lnTo>
                  <a:lnTo>
                    <a:pt x="8931" y="403649"/>
                  </a:lnTo>
                  <a:lnTo>
                    <a:pt x="19783" y="358444"/>
                  </a:lnTo>
                  <a:lnTo>
                    <a:pt x="34617" y="314949"/>
                  </a:lnTo>
                  <a:lnTo>
                    <a:pt x="53224" y="273370"/>
                  </a:lnTo>
                  <a:lnTo>
                    <a:pt x="75397" y="233918"/>
                  </a:lnTo>
                  <a:lnTo>
                    <a:pt x="100929" y="196801"/>
                  </a:lnTo>
                  <a:lnTo>
                    <a:pt x="129612" y="162228"/>
                  </a:lnTo>
                  <a:lnTo>
                    <a:pt x="161238" y="130407"/>
                  </a:lnTo>
                  <a:lnTo>
                    <a:pt x="195600" y="101549"/>
                  </a:lnTo>
                  <a:lnTo>
                    <a:pt x="232490" y="75860"/>
                  </a:lnTo>
                  <a:lnTo>
                    <a:pt x="271701" y="53550"/>
                  </a:lnTo>
                  <a:lnTo>
                    <a:pt x="313025" y="34829"/>
                  </a:lnTo>
                  <a:lnTo>
                    <a:pt x="356254" y="19904"/>
                  </a:lnTo>
                  <a:lnTo>
                    <a:pt x="401181" y="8985"/>
                  </a:lnTo>
                  <a:lnTo>
                    <a:pt x="447599" y="2281"/>
                  </a:lnTo>
                  <a:lnTo>
                    <a:pt x="495300" y="0"/>
                  </a:lnTo>
                  <a:lnTo>
                    <a:pt x="543000" y="2281"/>
                  </a:lnTo>
                  <a:lnTo>
                    <a:pt x="589418" y="8985"/>
                  </a:lnTo>
                  <a:lnTo>
                    <a:pt x="634345" y="19904"/>
                  </a:lnTo>
                  <a:lnTo>
                    <a:pt x="677574" y="34829"/>
                  </a:lnTo>
                  <a:lnTo>
                    <a:pt x="718898" y="53550"/>
                  </a:lnTo>
                  <a:lnTo>
                    <a:pt x="758109" y="75860"/>
                  </a:lnTo>
                  <a:lnTo>
                    <a:pt x="794999" y="101549"/>
                  </a:lnTo>
                  <a:lnTo>
                    <a:pt x="829361" y="130407"/>
                  </a:lnTo>
                  <a:lnTo>
                    <a:pt x="860987" y="162228"/>
                  </a:lnTo>
                  <a:lnTo>
                    <a:pt x="889670" y="196801"/>
                  </a:lnTo>
                  <a:lnTo>
                    <a:pt x="915202" y="233918"/>
                  </a:lnTo>
                  <a:lnTo>
                    <a:pt x="937375" y="273370"/>
                  </a:lnTo>
                  <a:lnTo>
                    <a:pt x="955982" y="314949"/>
                  </a:lnTo>
                  <a:lnTo>
                    <a:pt x="970816" y="358444"/>
                  </a:lnTo>
                  <a:lnTo>
                    <a:pt x="981668" y="403649"/>
                  </a:lnTo>
                  <a:lnTo>
                    <a:pt x="988332" y="450353"/>
                  </a:lnTo>
                  <a:lnTo>
                    <a:pt x="990600" y="498347"/>
                  </a:lnTo>
                  <a:lnTo>
                    <a:pt x="988332" y="546342"/>
                  </a:lnTo>
                  <a:lnTo>
                    <a:pt x="981668" y="593046"/>
                  </a:lnTo>
                  <a:lnTo>
                    <a:pt x="970816" y="638251"/>
                  </a:lnTo>
                  <a:lnTo>
                    <a:pt x="955982" y="681746"/>
                  </a:lnTo>
                  <a:lnTo>
                    <a:pt x="937375" y="723325"/>
                  </a:lnTo>
                  <a:lnTo>
                    <a:pt x="915202" y="762777"/>
                  </a:lnTo>
                  <a:lnTo>
                    <a:pt x="889670" y="799894"/>
                  </a:lnTo>
                  <a:lnTo>
                    <a:pt x="860987" y="834467"/>
                  </a:lnTo>
                  <a:lnTo>
                    <a:pt x="829361" y="866288"/>
                  </a:lnTo>
                  <a:lnTo>
                    <a:pt x="794999" y="895146"/>
                  </a:lnTo>
                  <a:lnTo>
                    <a:pt x="758109" y="920835"/>
                  </a:lnTo>
                  <a:lnTo>
                    <a:pt x="718898" y="943145"/>
                  </a:lnTo>
                  <a:lnTo>
                    <a:pt x="677574" y="961866"/>
                  </a:lnTo>
                  <a:lnTo>
                    <a:pt x="634345" y="976791"/>
                  </a:lnTo>
                  <a:lnTo>
                    <a:pt x="589418" y="987710"/>
                  </a:lnTo>
                  <a:lnTo>
                    <a:pt x="543000" y="994414"/>
                  </a:lnTo>
                  <a:lnTo>
                    <a:pt x="495300" y="996695"/>
                  </a:lnTo>
                  <a:lnTo>
                    <a:pt x="447599" y="994414"/>
                  </a:lnTo>
                  <a:lnTo>
                    <a:pt x="401181" y="987710"/>
                  </a:lnTo>
                  <a:lnTo>
                    <a:pt x="356254" y="976791"/>
                  </a:lnTo>
                  <a:lnTo>
                    <a:pt x="313025" y="961866"/>
                  </a:lnTo>
                  <a:lnTo>
                    <a:pt x="271701" y="943145"/>
                  </a:lnTo>
                  <a:lnTo>
                    <a:pt x="232490" y="920835"/>
                  </a:lnTo>
                  <a:lnTo>
                    <a:pt x="195600" y="895146"/>
                  </a:lnTo>
                  <a:lnTo>
                    <a:pt x="161238" y="866288"/>
                  </a:lnTo>
                  <a:lnTo>
                    <a:pt x="129612" y="834467"/>
                  </a:lnTo>
                  <a:lnTo>
                    <a:pt x="100929" y="799894"/>
                  </a:lnTo>
                  <a:lnTo>
                    <a:pt x="75397" y="762777"/>
                  </a:lnTo>
                  <a:lnTo>
                    <a:pt x="53224" y="723325"/>
                  </a:lnTo>
                  <a:lnTo>
                    <a:pt x="34617" y="681746"/>
                  </a:lnTo>
                  <a:lnTo>
                    <a:pt x="19783" y="638251"/>
                  </a:lnTo>
                  <a:lnTo>
                    <a:pt x="8931" y="593046"/>
                  </a:lnTo>
                  <a:lnTo>
                    <a:pt x="2267" y="546342"/>
                  </a:lnTo>
                  <a:lnTo>
                    <a:pt x="0" y="498347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240874" y="6068984"/>
            <a:ext cx="1807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Drying</a:t>
            </a:r>
            <a:r>
              <a:rPr kumimoji="0" sz="2400" b="1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system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693293" y="5021592"/>
            <a:ext cx="2809875" cy="1736089"/>
          </a:xfrm>
          <a:custGeom>
            <a:avLst/>
            <a:gdLst/>
            <a:ahLst/>
            <a:cxnLst/>
            <a:rect l="l" t="t" r="r" b="b"/>
            <a:pathLst>
              <a:path w="2809875" h="1736090">
                <a:moveTo>
                  <a:pt x="1822780" y="39331"/>
                </a:moveTo>
                <a:lnTo>
                  <a:pt x="1882093" y="51647"/>
                </a:lnTo>
                <a:lnTo>
                  <a:pt x="1939933" y="65425"/>
                </a:lnTo>
                <a:lnTo>
                  <a:pt x="1996264" y="80623"/>
                </a:lnTo>
                <a:lnTo>
                  <a:pt x="2051048" y="97196"/>
                </a:lnTo>
                <a:lnTo>
                  <a:pt x="2104246" y="115099"/>
                </a:lnTo>
                <a:lnTo>
                  <a:pt x="2155823" y="134289"/>
                </a:lnTo>
                <a:lnTo>
                  <a:pt x="2205740" y="154722"/>
                </a:lnTo>
                <a:lnTo>
                  <a:pt x="2253959" y="176352"/>
                </a:lnTo>
                <a:lnTo>
                  <a:pt x="2300444" y="199137"/>
                </a:lnTo>
                <a:lnTo>
                  <a:pt x="2345157" y="223031"/>
                </a:lnTo>
                <a:lnTo>
                  <a:pt x="2388059" y="247992"/>
                </a:lnTo>
                <a:lnTo>
                  <a:pt x="2429115" y="273973"/>
                </a:lnTo>
                <a:lnTo>
                  <a:pt x="2468285" y="300932"/>
                </a:lnTo>
                <a:lnTo>
                  <a:pt x="2505534" y="328824"/>
                </a:lnTo>
                <a:lnTo>
                  <a:pt x="2540823" y="357605"/>
                </a:lnTo>
                <a:lnTo>
                  <a:pt x="2574114" y="387230"/>
                </a:lnTo>
                <a:lnTo>
                  <a:pt x="2605370" y="417657"/>
                </a:lnTo>
                <a:lnTo>
                  <a:pt x="2634555" y="448839"/>
                </a:lnTo>
                <a:lnTo>
                  <a:pt x="2661629" y="480734"/>
                </a:lnTo>
                <a:lnTo>
                  <a:pt x="2686556" y="513297"/>
                </a:lnTo>
                <a:lnTo>
                  <a:pt x="2709298" y="546484"/>
                </a:lnTo>
                <a:lnTo>
                  <a:pt x="2729818" y="580250"/>
                </a:lnTo>
                <a:lnTo>
                  <a:pt x="2748078" y="614552"/>
                </a:lnTo>
                <a:lnTo>
                  <a:pt x="2764041" y="649345"/>
                </a:lnTo>
                <a:lnTo>
                  <a:pt x="2788925" y="720228"/>
                </a:lnTo>
                <a:lnTo>
                  <a:pt x="2804169" y="792547"/>
                </a:lnTo>
                <a:lnTo>
                  <a:pt x="2809474" y="865947"/>
                </a:lnTo>
                <a:lnTo>
                  <a:pt x="2808305" y="902942"/>
                </a:lnTo>
                <a:lnTo>
                  <a:pt x="2798138" y="977301"/>
                </a:lnTo>
                <a:lnTo>
                  <a:pt x="2789064" y="1014577"/>
                </a:lnTo>
                <a:lnTo>
                  <a:pt x="2777281" y="1051859"/>
                </a:lnTo>
                <a:lnTo>
                  <a:pt x="2762751" y="1089101"/>
                </a:lnTo>
                <a:lnTo>
                  <a:pt x="2745435" y="1126261"/>
                </a:lnTo>
                <a:lnTo>
                  <a:pt x="2707746" y="1191761"/>
                </a:lnTo>
                <a:lnTo>
                  <a:pt x="2686053" y="1223385"/>
                </a:lnTo>
                <a:lnTo>
                  <a:pt x="2662531" y="1254236"/>
                </a:lnTo>
                <a:lnTo>
                  <a:pt x="2637233" y="1284297"/>
                </a:lnTo>
                <a:lnTo>
                  <a:pt x="2610210" y="1313550"/>
                </a:lnTo>
                <a:lnTo>
                  <a:pt x="2581517" y="1341979"/>
                </a:lnTo>
                <a:lnTo>
                  <a:pt x="2551205" y="1369567"/>
                </a:lnTo>
                <a:lnTo>
                  <a:pt x="2519327" y="1396296"/>
                </a:lnTo>
                <a:lnTo>
                  <a:pt x="2485935" y="1422150"/>
                </a:lnTo>
                <a:lnTo>
                  <a:pt x="2451082" y="1447112"/>
                </a:lnTo>
                <a:lnTo>
                  <a:pt x="2414821" y="1471164"/>
                </a:lnTo>
                <a:lnTo>
                  <a:pt x="2377203" y="1494289"/>
                </a:lnTo>
                <a:lnTo>
                  <a:pt x="2338282" y="1516471"/>
                </a:lnTo>
                <a:lnTo>
                  <a:pt x="2298110" y="1537693"/>
                </a:lnTo>
                <a:lnTo>
                  <a:pt x="2256740" y="1557937"/>
                </a:lnTo>
                <a:lnTo>
                  <a:pt x="2214224" y="1577186"/>
                </a:lnTo>
                <a:lnTo>
                  <a:pt x="2170614" y="1595423"/>
                </a:lnTo>
                <a:lnTo>
                  <a:pt x="2125964" y="1612632"/>
                </a:lnTo>
                <a:lnTo>
                  <a:pt x="2080326" y="1628795"/>
                </a:lnTo>
                <a:lnTo>
                  <a:pt x="2033751" y="1643895"/>
                </a:lnTo>
                <a:lnTo>
                  <a:pt x="1986294" y="1657915"/>
                </a:lnTo>
                <a:lnTo>
                  <a:pt x="1938006" y="1670839"/>
                </a:lnTo>
                <a:lnTo>
                  <a:pt x="1888940" y="1682648"/>
                </a:lnTo>
                <a:lnTo>
                  <a:pt x="1839149" y="1693327"/>
                </a:lnTo>
                <a:lnTo>
                  <a:pt x="1788684" y="1702857"/>
                </a:lnTo>
                <a:lnTo>
                  <a:pt x="1737600" y="1711223"/>
                </a:lnTo>
                <a:lnTo>
                  <a:pt x="1685947" y="1718407"/>
                </a:lnTo>
                <a:lnTo>
                  <a:pt x="1633779" y="1724391"/>
                </a:lnTo>
                <a:lnTo>
                  <a:pt x="1581148" y="1729160"/>
                </a:lnTo>
                <a:lnTo>
                  <a:pt x="1528107" y="1732695"/>
                </a:lnTo>
                <a:lnTo>
                  <a:pt x="1474708" y="1734980"/>
                </a:lnTo>
                <a:lnTo>
                  <a:pt x="1421003" y="1735998"/>
                </a:lnTo>
                <a:lnTo>
                  <a:pt x="1367047" y="1735732"/>
                </a:lnTo>
                <a:lnTo>
                  <a:pt x="1312890" y="1734164"/>
                </a:lnTo>
                <a:lnTo>
                  <a:pt x="1258585" y="1731278"/>
                </a:lnTo>
                <a:lnTo>
                  <a:pt x="1204186" y="1727057"/>
                </a:lnTo>
                <a:lnTo>
                  <a:pt x="1149744" y="1721484"/>
                </a:lnTo>
                <a:lnTo>
                  <a:pt x="1095312" y="1714541"/>
                </a:lnTo>
                <a:lnTo>
                  <a:pt x="1040942" y="1706211"/>
                </a:lnTo>
                <a:lnTo>
                  <a:pt x="986688" y="1696478"/>
                </a:lnTo>
                <a:lnTo>
                  <a:pt x="927376" y="1684163"/>
                </a:lnTo>
                <a:lnTo>
                  <a:pt x="869535" y="1670384"/>
                </a:lnTo>
                <a:lnTo>
                  <a:pt x="813205" y="1655186"/>
                </a:lnTo>
                <a:lnTo>
                  <a:pt x="758421" y="1638614"/>
                </a:lnTo>
                <a:lnTo>
                  <a:pt x="705223" y="1620710"/>
                </a:lnTo>
                <a:lnTo>
                  <a:pt x="653646" y="1601520"/>
                </a:lnTo>
                <a:lnTo>
                  <a:pt x="603730" y="1581088"/>
                </a:lnTo>
                <a:lnTo>
                  <a:pt x="555510" y="1559457"/>
                </a:lnTo>
                <a:lnTo>
                  <a:pt x="509026" y="1536673"/>
                </a:lnTo>
                <a:lnTo>
                  <a:pt x="464314" y="1512778"/>
                </a:lnTo>
                <a:lnTo>
                  <a:pt x="421411" y="1487818"/>
                </a:lnTo>
                <a:lnTo>
                  <a:pt x="380356" y="1461837"/>
                </a:lnTo>
                <a:lnTo>
                  <a:pt x="341186" y="1434878"/>
                </a:lnTo>
                <a:lnTo>
                  <a:pt x="303938" y="1406986"/>
                </a:lnTo>
                <a:lnTo>
                  <a:pt x="268650" y="1378205"/>
                </a:lnTo>
                <a:lnTo>
                  <a:pt x="235359" y="1348579"/>
                </a:lnTo>
                <a:lnTo>
                  <a:pt x="204102" y="1318153"/>
                </a:lnTo>
                <a:lnTo>
                  <a:pt x="174918" y="1286970"/>
                </a:lnTo>
                <a:lnTo>
                  <a:pt x="147844" y="1255075"/>
                </a:lnTo>
                <a:lnTo>
                  <a:pt x="122917" y="1222513"/>
                </a:lnTo>
                <a:lnTo>
                  <a:pt x="100175" y="1189326"/>
                </a:lnTo>
                <a:lnTo>
                  <a:pt x="79655" y="1155560"/>
                </a:lnTo>
                <a:lnTo>
                  <a:pt x="61395" y="1121258"/>
                </a:lnTo>
                <a:lnTo>
                  <a:pt x="45433" y="1086465"/>
                </a:lnTo>
                <a:lnTo>
                  <a:pt x="20549" y="1015581"/>
                </a:lnTo>
                <a:lnTo>
                  <a:pt x="5305" y="943263"/>
                </a:lnTo>
                <a:lnTo>
                  <a:pt x="0" y="869863"/>
                </a:lnTo>
                <a:lnTo>
                  <a:pt x="1168" y="832868"/>
                </a:lnTo>
                <a:lnTo>
                  <a:pt x="11334" y="758508"/>
                </a:lnTo>
                <a:lnTo>
                  <a:pt x="20406" y="721232"/>
                </a:lnTo>
                <a:lnTo>
                  <a:pt x="32189" y="683951"/>
                </a:lnTo>
                <a:lnTo>
                  <a:pt x="46719" y="646708"/>
                </a:lnTo>
                <a:lnTo>
                  <a:pt x="64033" y="609549"/>
                </a:lnTo>
                <a:lnTo>
                  <a:pt x="102308" y="543221"/>
                </a:lnTo>
                <a:lnTo>
                  <a:pt x="124456" y="511123"/>
                </a:lnTo>
                <a:lnTo>
                  <a:pt x="148542" y="479767"/>
                </a:lnTo>
                <a:lnTo>
                  <a:pt x="174512" y="449178"/>
                </a:lnTo>
                <a:lnTo>
                  <a:pt x="202316" y="419378"/>
                </a:lnTo>
                <a:lnTo>
                  <a:pt x="231901" y="390393"/>
                </a:lnTo>
                <a:lnTo>
                  <a:pt x="263214" y="362245"/>
                </a:lnTo>
                <a:lnTo>
                  <a:pt x="296204" y="334959"/>
                </a:lnTo>
                <a:lnTo>
                  <a:pt x="330819" y="308558"/>
                </a:lnTo>
                <a:lnTo>
                  <a:pt x="367005" y="283066"/>
                </a:lnTo>
                <a:lnTo>
                  <a:pt x="404712" y="258508"/>
                </a:lnTo>
                <a:lnTo>
                  <a:pt x="443887" y="234906"/>
                </a:lnTo>
                <a:lnTo>
                  <a:pt x="484477" y="212285"/>
                </a:lnTo>
                <a:lnTo>
                  <a:pt x="526431" y="190669"/>
                </a:lnTo>
                <a:lnTo>
                  <a:pt x="569696" y="170081"/>
                </a:lnTo>
                <a:lnTo>
                  <a:pt x="614221" y="150546"/>
                </a:lnTo>
                <a:lnTo>
                  <a:pt x="659953" y="132086"/>
                </a:lnTo>
                <a:lnTo>
                  <a:pt x="706839" y="114727"/>
                </a:lnTo>
                <a:lnTo>
                  <a:pt x="754829" y="98491"/>
                </a:lnTo>
                <a:lnTo>
                  <a:pt x="803869" y="83403"/>
                </a:lnTo>
                <a:lnTo>
                  <a:pt x="853907" y="69487"/>
                </a:lnTo>
                <a:lnTo>
                  <a:pt x="904891" y="56766"/>
                </a:lnTo>
                <a:lnTo>
                  <a:pt x="956770" y="45264"/>
                </a:lnTo>
                <a:lnTo>
                  <a:pt x="1009490" y="35005"/>
                </a:lnTo>
                <a:lnTo>
                  <a:pt x="1063000" y="26013"/>
                </a:lnTo>
                <a:lnTo>
                  <a:pt x="1117248" y="18312"/>
                </a:lnTo>
                <a:lnTo>
                  <a:pt x="1172181" y="11925"/>
                </a:lnTo>
                <a:lnTo>
                  <a:pt x="1227747" y="6876"/>
                </a:lnTo>
                <a:lnTo>
                  <a:pt x="1283895" y="3190"/>
                </a:lnTo>
                <a:lnTo>
                  <a:pt x="1340571" y="890"/>
                </a:lnTo>
                <a:lnTo>
                  <a:pt x="1397724" y="0"/>
                </a:lnTo>
              </a:path>
            </a:pathLst>
          </a:custGeom>
          <a:ln w="571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30139" y="5309344"/>
            <a:ext cx="1548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0" name="object 7">
            <a:extLst>
              <a:ext uri="{FF2B5EF4-FFF2-40B4-BE49-F238E27FC236}">
                <a16:creationId xmlns:a16="http://schemas.microsoft.com/office/drawing/2014/main" id="{212B90AA-CCB3-239E-9F0B-6DC97D89500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MQTT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Publisher</a:t>
            </a:r>
            <a:r>
              <a:rPr spc="-8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Broker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Subscriber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5408" y="1850523"/>
            <a:ext cx="5034915" cy="4588510"/>
            <a:chOff x="605408" y="1850523"/>
            <a:chExt cx="5034915" cy="4588510"/>
          </a:xfrm>
        </p:grpSpPr>
        <p:sp>
          <p:nvSpPr>
            <p:cNvPr id="4" name="object 4"/>
            <p:cNvSpPr/>
            <p:nvPr/>
          </p:nvSpPr>
          <p:spPr>
            <a:xfrm>
              <a:off x="633983" y="1879098"/>
              <a:ext cx="4977765" cy="4531360"/>
            </a:xfrm>
            <a:custGeom>
              <a:avLst/>
              <a:gdLst/>
              <a:ahLst/>
              <a:cxnLst/>
              <a:rect l="l" t="t" r="r" b="b"/>
              <a:pathLst>
                <a:path w="4977765" h="4531360">
                  <a:moveTo>
                    <a:pt x="0" y="194005"/>
                  </a:moveTo>
                  <a:lnTo>
                    <a:pt x="5124" y="149520"/>
                  </a:lnTo>
                  <a:lnTo>
                    <a:pt x="19720" y="108684"/>
                  </a:lnTo>
                  <a:lnTo>
                    <a:pt x="42623" y="72663"/>
                  </a:lnTo>
                  <a:lnTo>
                    <a:pt x="72668" y="42619"/>
                  </a:lnTo>
                  <a:lnTo>
                    <a:pt x="108690" y="19718"/>
                  </a:lnTo>
                  <a:lnTo>
                    <a:pt x="149524" y="5123"/>
                  </a:lnTo>
                  <a:lnTo>
                    <a:pt x="194005" y="0"/>
                  </a:lnTo>
                  <a:lnTo>
                    <a:pt x="4783378" y="0"/>
                  </a:lnTo>
                  <a:lnTo>
                    <a:pt x="4827863" y="5123"/>
                  </a:lnTo>
                  <a:lnTo>
                    <a:pt x="4868699" y="19718"/>
                  </a:lnTo>
                  <a:lnTo>
                    <a:pt x="4904720" y="42619"/>
                  </a:lnTo>
                  <a:lnTo>
                    <a:pt x="4934764" y="72663"/>
                  </a:lnTo>
                  <a:lnTo>
                    <a:pt x="4957665" y="108684"/>
                  </a:lnTo>
                  <a:lnTo>
                    <a:pt x="4972260" y="149520"/>
                  </a:lnTo>
                  <a:lnTo>
                    <a:pt x="4977384" y="194005"/>
                  </a:lnTo>
                  <a:lnTo>
                    <a:pt x="4977384" y="4336834"/>
                  </a:lnTo>
                  <a:lnTo>
                    <a:pt x="4972260" y="4381319"/>
                  </a:lnTo>
                  <a:lnTo>
                    <a:pt x="4957665" y="4422156"/>
                  </a:lnTo>
                  <a:lnTo>
                    <a:pt x="4934764" y="4458181"/>
                  </a:lnTo>
                  <a:lnTo>
                    <a:pt x="4904720" y="4488227"/>
                  </a:lnTo>
                  <a:lnTo>
                    <a:pt x="4868699" y="4511131"/>
                  </a:lnTo>
                  <a:lnTo>
                    <a:pt x="4827863" y="4525727"/>
                  </a:lnTo>
                  <a:lnTo>
                    <a:pt x="4783378" y="4530852"/>
                  </a:lnTo>
                  <a:lnTo>
                    <a:pt x="194005" y="4530852"/>
                  </a:lnTo>
                  <a:lnTo>
                    <a:pt x="149524" y="4525727"/>
                  </a:lnTo>
                  <a:lnTo>
                    <a:pt x="108690" y="4511131"/>
                  </a:lnTo>
                  <a:lnTo>
                    <a:pt x="72668" y="4488227"/>
                  </a:lnTo>
                  <a:lnTo>
                    <a:pt x="42623" y="4458181"/>
                  </a:lnTo>
                  <a:lnTo>
                    <a:pt x="19720" y="4422156"/>
                  </a:lnTo>
                  <a:lnTo>
                    <a:pt x="5124" y="4381319"/>
                  </a:lnTo>
                  <a:lnTo>
                    <a:pt x="0" y="4336834"/>
                  </a:lnTo>
                  <a:lnTo>
                    <a:pt x="0" y="194005"/>
                  </a:lnTo>
                  <a:close/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86383" y="2031489"/>
              <a:ext cx="4689475" cy="2045335"/>
            </a:xfrm>
            <a:custGeom>
              <a:avLst/>
              <a:gdLst/>
              <a:ahLst/>
              <a:cxnLst/>
              <a:rect l="l" t="t" r="r" b="b"/>
              <a:pathLst>
                <a:path w="4689475" h="2045335">
                  <a:moveTo>
                    <a:pt x="0" y="87579"/>
                  </a:moveTo>
                  <a:lnTo>
                    <a:pt x="6881" y="53492"/>
                  </a:lnTo>
                  <a:lnTo>
                    <a:pt x="25649" y="25654"/>
                  </a:lnTo>
                  <a:lnTo>
                    <a:pt x="53487" y="6883"/>
                  </a:lnTo>
                  <a:lnTo>
                    <a:pt x="87579" y="0"/>
                  </a:lnTo>
                  <a:lnTo>
                    <a:pt x="4601768" y="0"/>
                  </a:lnTo>
                  <a:lnTo>
                    <a:pt x="4635860" y="6883"/>
                  </a:lnTo>
                  <a:lnTo>
                    <a:pt x="4663698" y="25654"/>
                  </a:lnTo>
                  <a:lnTo>
                    <a:pt x="4682466" y="53492"/>
                  </a:lnTo>
                  <a:lnTo>
                    <a:pt x="4689348" y="87579"/>
                  </a:lnTo>
                  <a:lnTo>
                    <a:pt x="4689348" y="1957628"/>
                  </a:lnTo>
                  <a:lnTo>
                    <a:pt x="4682466" y="1991720"/>
                  </a:lnTo>
                  <a:lnTo>
                    <a:pt x="4663698" y="2019558"/>
                  </a:lnTo>
                  <a:lnTo>
                    <a:pt x="4635860" y="2038326"/>
                  </a:lnTo>
                  <a:lnTo>
                    <a:pt x="4601768" y="2045208"/>
                  </a:lnTo>
                  <a:lnTo>
                    <a:pt x="87579" y="2045208"/>
                  </a:lnTo>
                  <a:lnTo>
                    <a:pt x="53487" y="2038326"/>
                  </a:lnTo>
                  <a:lnTo>
                    <a:pt x="25649" y="2019558"/>
                  </a:lnTo>
                  <a:lnTo>
                    <a:pt x="6881" y="1991720"/>
                  </a:lnTo>
                  <a:lnTo>
                    <a:pt x="0" y="1957628"/>
                  </a:lnTo>
                  <a:lnTo>
                    <a:pt x="0" y="87579"/>
                  </a:lnTo>
                  <a:close/>
                </a:path>
              </a:pathLst>
            </a:custGeom>
            <a:ln w="57150">
              <a:solidFill>
                <a:srgbClr val="A7A8A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2585" y="1476452"/>
            <a:ext cx="7435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1" u="none" strike="noStrike" kern="0" cap="none" spc="-1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Calibri"/>
                <a:cs typeface="Calibri"/>
              </a:rPr>
              <a:t>House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8504" y="2070950"/>
            <a:ext cx="699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1" u="none" strike="noStrike" kern="0" cap="none" spc="-20" normalizeH="0" baseline="0" noProof="0" dirty="0">
                <a:ln>
                  <a:noFill/>
                </a:ln>
                <a:solidFill>
                  <a:srgbClr val="767171"/>
                </a:solidFill>
                <a:effectLst/>
                <a:uLnTx/>
                <a:uFillTx/>
                <a:latin typeface="Calibri"/>
                <a:cs typeface="Calibri"/>
              </a:rPr>
              <a:t>Room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6383" y="4207764"/>
            <a:ext cx="4689475" cy="2071370"/>
          </a:xfrm>
          <a:custGeom>
            <a:avLst/>
            <a:gdLst/>
            <a:ahLst/>
            <a:cxnLst/>
            <a:rect l="l" t="t" r="r" b="b"/>
            <a:pathLst>
              <a:path w="4689475" h="2071370">
                <a:moveTo>
                  <a:pt x="0" y="88684"/>
                </a:moveTo>
                <a:lnTo>
                  <a:pt x="6968" y="54162"/>
                </a:lnTo>
                <a:lnTo>
                  <a:pt x="25973" y="25973"/>
                </a:lnTo>
                <a:lnTo>
                  <a:pt x="54162" y="6968"/>
                </a:lnTo>
                <a:lnTo>
                  <a:pt x="88684" y="0"/>
                </a:lnTo>
                <a:lnTo>
                  <a:pt x="4600663" y="0"/>
                </a:lnTo>
                <a:lnTo>
                  <a:pt x="4635185" y="6968"/>
                </a:lnTo>
                <a:lnTo>
                  <a:pt x="4663374" y="25973"/>
                </a:lnTo>
                <a:lnTo>
                  <a:pt x="4682379" y="54162"/>
                </a:lnTo>
                <a:lnTo>
                  <a:pt x="4689348" y="88684"/>
                </a:lnTo>
                <a:lnTo>
                  <a:pt x="4689348" y="1982431"/>
                </a:lnTo>
                <a:lnTo>
                  <a:pt x="4682379" y="2016953"/>
                </a:lnTo>
                <a:lnTo>
                  <a:pt x="4663374" y="2045142"/>
                </a:lnTo>
                <a:lnTo>
                  <a:pt x="4635185" y="2064147"/>
                </a:lnTo>
                <a:lnTo>
                  <a:pt x="4600663" y="2071116"/>
                </a:lnTo>
                <a:lnTo>
                  <a:pt x="88684" y="2071116"/>
                </a:lnTo>
                <a:lnTo>
                  <a:pt x="54162" y="2064147"/>
                </a:lnTo>
                <a:lnTo>
                  <a:pt x="25973" y="2045142"/>
                </a:lnTo>
                <a:lnTo>
                  <a:pt x="6968" y="2016953"/>
                </a:lnTo>
                <a:lnTo>
                  <a:pt x="0" y="1982431"/>
                </a:lnTo>
                <a:lnTo>
                  <a:pt x="0" y="88684"/>
                </a:lnTo>
                <a:close/>
              </a:path>
            </a:pathLst>
          </a:custGeom>
          <a:ln w="57150">
            <a:solidFill>
              <a:srgbClr val="A7A8A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8504" y="4220241"/>
            <a:ext cx="14109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1" u="none" strike="noStrike" kern="0" cap="none" spc="-10" normalizeH="0" baseline="0" noProof="0" dirty="0">
                <a:ln>
                  <a:noFill/>
                </a:ln>
                <a:solidFill>
                  <a:srgbClr val="767171"/>
                </a:solidFill>
                <a:effectLst/>
                <a:uLnTx/>
                <a:uFillTx/>
                <a:latin typeface="Calibri"/>
                <a:cs typeface="Calibri"/>
              </a:rPr>
              <a:t>Living-</a:t>
            </a:r>
            <a:r>
              <a:rPr kumimoji="0" sz="2200" b="1" i="1" u="none" strike="noStrike" kern="0" cap="none" spc="-20" normalizeH="0" baseline="0" noProof="0" dirty="0">
                <a:ln>
                  <a:noFill/>
                </a:ln>
                <a:solidFill>
                  <a:srgbClr val="767171"/>
                </a:solidFill>
                <a:effectLst/>
                <a:uLnTx/>
                <a:uFillTx/>
                <a:latin typeface="Calibri"/>
                <a:cs typeface="Calibri"/>
              </a:rPr>
              <a:t>room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21549" y="3252253"/>
            <a:ext cx="324485" cy="630555"/>
          </a:xfrm>
          <a:custGeom>
            <a:avLst/>
            <a:gdLst/>
            <a:ahLst/>
            <a:cxnLst/>
            <a:rect l="l" t="t" r="r" b="b"/>
            <a:pathLst>
              <a:path w="324484" h="630554">
                <a:moveTo>
                  <a:pt x="216903" y="482498"/>
                </a:moveTo>
                <a:lnTo>
                  <a:pt x="211201" y="457009"/>
                </a:lnTo>
                <a:lnTo>
                  <a:pt x="196811" y="435203"/>
                </a:lnTo>
                <a:lnTo>
                  <a:pt x="174942" y="419684"/>
                </a:lnTo>
                <a:lnTo>
                  <a:pt x="215214" y="248805"/>
                </a:lnTo>
                <a:lnTo>
                  <a:pt x="186994" y="242150"/>
                </a:lnTo>
                <a:lnTo>
                  <a:pt x="146723" y="413029"/>
                </a:lnTo>
                <a:lnTo>
                  <a:pt x="120218" y="417156"/>
                </a:lnTo>
                <a:lnTo>
                  <a:pt x="97612" y="430237"/>
                </a:lnTo>
                <a:lnTo>
                  <a:pt x="81140" y="450494"/>
                </a:lnTo>
                <a:lnTo>
                  <a:pt x="73012" y="476148"/>
                </a:lnTo>
                <a:lnTo>
                  <a:pt x="74434" y="502996"/>
                </a:lnTo>
                <a:lnTo>
                  <a:pt x="85102" y="526796"/>
                </a:lnTo>
                <a:lnTo>
                  <a:pt x="103428" y="545261"/>
                </a:lnTo>
                <a:lnTo>
                  <a:pt x="127889" y="556158"/>
                </a:lnTo>
                <a:lnTo>
                  <a:pt x="154622" y="557326"/>
                </a:lnTo>
                <a:lnTo>
                  <a:pt x="179285" y="548982"/>
                </a:lnTo>
                <a:lnTo>
                  <a:pt x="199440" y="532460"/>
                </a:lnTo>
                <a:lnTo>
                  <a:pt x="212699" y="509066"/>
                </a:lnTo>
                <a:lnTo>
                  <a:pt x="216903" y="482498"/>
                </a:lnTo>
                <a:close/>
              </a:path>
              <a:path w="324484" h="630554">
                <a:moveTo>
                  <a:pt x="324459" y="71374"/>
                </a:moveTo>
                <a:lnTo>
                  <a:pt x="320294" y="60401"/>
                </a:lnTo>
                <a:lnTo>
                  <a:pt x="312610" y="40144"/>
                </a:lnTo>
                <a:lnTo>
                  <a:pt x="289864" y="15468"/>
                </a:lnTo>
                <a:lnTo>
                  <a:pt x="289521" y="15379"/>
                </a:lnTo>
                <a:lnTo>
                  <a:pt x="281584" y="11722"/>
                </a:lnTo>
                <a:lnTo>
                  <a:pt x="281584" y="78638"/>
                </a:lnTo>
                <a:lnTo>
                  <a:pt x="281051" y="95872"/>
                </a:lnTo>
                <a:lnTo>
                  <a:pt x="207822" y="406552"/>
                </a:lnTo>
                <a:lnTo>
                  <a:pt x="230606" y="432308"/>
                </a:lnTo>
                <a:lnTo>
                  <a:pt x="243128" y="463321"/>
                </a:lnTo>
                <a:lnTo>
                  <a:pt x="244881" y="496836"/>
                </a:lnTo>
                <a:lnTo>
                  <a:pt x="235318" y="530047"/>
                </a:lnTo>
                <a:lnTo>
                  <a:pt x="215074" y="557682"/>
                </a:lnTo>
                <a:lnTo>
                  <a:pt x="187629" y="576757"/>
                </a:lnTo>
                <a:lnTo>
                  <a:pt x="155511" y="586079"/>
                </a:lnTo>
                <a:lnTo>
                  <a:pt x="121221" y="584403"/>
                </a:lnTo>
                <a:lnTo>
                  <a:pt x="89636" y="570865"/>
                </a:lnTo>
                <a:lnTo>
                  <a:pt x="64897" y="548119"/>
                </a:lnTo>
                <a:lnTo>
                  <a:pt x="48856" y="518502"/>
                </a:lnTo>
                <a:lnTo>
                  <a:pt x="43421" y="484822"/>
                </a:lnTo>
                <a:lnTo>
                  <a:pt x="49403" y="450761"/>
                </a:lnTo>
                <a:lnTo>
                  <a:pt x="65963" y="421563"/>
                </a:lnTo>
                <a:lnTo>
                  <a:pt x="91186" y="399453"/>
                </a:lnTo>
                <a:lnTo>
                  <a:pt x="123164" y="386600"/>
                </a:lnTo>
                <a:lnTo>
                  <a:pt x="196392" y="75920"/>
                </a:lnTo>
                <a:lnTo>
                  <a:pt x="203606" y="60261"/>
                </a:lnTo>
                <a:lnTo>
                  <a:pt x="215874" y="48933"/>
                </a:lnTo>
                <a:lnTo>
                  <a:pt x="231482" y="43002"/>
                </a:lnTo>
                <a:lnTo>
                  <a:pt x="248704" y="43535"/>
                </a:lnTo>
                <a:lnTo>
                  <a:pt x="264350" y="50749"/>
                </a:lnTo>
                <a:lnTo>
                  <a:pt x="275666" y="63017"/>
                </a:lnTo>
                <a:lnTo>
                  <a:pt x="281584" y="78638"/>
                </a:lnTo>
                <a:lnTo>
                  <a:pt x="281584" y="11722"/>
                </a:lnTo>
                <a:lnTo>
                  <a:pt x="258686" y="1168"/>
                </a:lnTo>
                <a:lnTo>
                  <a:pt x="224269" y="0"/>
                </a:lnTo>
                <a:lnTo>
                  <a:pt x="193103" y="11696"/>
                </a:lnTo>
                <a:lnTo>
                  <a:pt x="168567" y="34315"/>
                </a:lnTo>
                <a:lnTo>
                  <a:pt x="168440" y="34607"/>
                </a:lnTo>
                <a:lnTo>
                  <a:pt x="154063" y="65938"/>
                </a:lnTo>
                <a:lnTo>
                  <a:pt x="86499" y="352615"/>
                </a:lnTo>
                <a:lnTo>
                  <a:pt x="48006" y="377380"/>
                </a:lnTo>
                <a:lnTo>
                  <a:pt x="19659" y="411861"/>
                </a:lnTo>
                <a:lnTo>
                  <a:pt x="3098" y="453186"/>
                </a:lnTo>
                <a:lnTo>
                  <a:pt x="0" y="498436"/>
                </a:lnTo>
                <a:lnTo>
                  <a:pt x="11125" y="542798"/>
                </a:lnTo>
                <a:lnTo>
                  <a:pt x="34899" y="580644"/>
                </a:lnTo>
                <a:lnTo>
                  <a:pt x="69024" y="609460"/>
                </a:lnTo>
                <a:lnTo>
                  <a:pt x="111239" y="626770"/>
                </a:lnTo>
                <a:lnTo>
                  <a:pt x="156743" y="630135"/>
                </a:lnTo>
                <a:lnTo>
                  <a:pt x="200152" y="619594"/>
                </a:lnTo>
                <a:lnTo>
                  <a:pt x="219786" y="607631"/>
                </a:lnTo>
                <a:lnTo>
                  <a:pt x="238315" y="596353"/>
                </a:lnTo>
                <a:lnTo>
                  <a:pt x="268084" y="561632"/>
                </a:lnTo>
                <a:lnTo>
                  <a:pt x="285521" y="519747"/>
                </a:lnTo>
                <a:lnTo>
                  <a:pt x="289153" y="475386"/>
                </a:lnTo>
                <a:lnTo>
                  <a:pt x="279184" y="431863"/>
                </a:lnTo>
                <a:lnTo>
                  <a:pt x="255816" y="392531"/>
                </a:lnTo>
                <a:lnTo>
                  <a:pt x="323380" y="105854"/>
                </a:lnTo>
                <a:lnTo>
                  <a:pt x="324459" y="71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0878" y="3239385"/>
            <a:ext cx="709930" cy="634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</a:t>
            </a: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82859" y="2270924"/>
            <a:ext cx="466090" cy="594995"/>
          </a:xfrm>
          <a:custGeom>
            <a:avLst/>
            <a:gdLst/>
            <a:ahLst/>
            <a:cxnLst/>
            <a:rect l="l" t="t" r="r" b="b"/>
            <a:pathLst>
              <a:path w="466089" h="594994">
                <a:moveTo>
                  <a:pt x="268160" y="466305"/>
                </a:moveTo>
                <a:lnTo>
                  <a:pt x="250736" y="386588"/>
                </a:lnTo>
                <a:lnTo>
                  <a:pt x="208699" y="294424"/>
                </a:lnTo>
                <a:lnTo>
                  <a:pt x="165925" y="218249"/>
                </a:lnTo>
                <a:lnTo>
                  <a:pt x="146354" y="186537"/>
                </a:lnTo>
                <a:lnTo>
                  <a:pt x="63881" y="293624"/>
                </a:lnTo>
                <a:lnTo>
                  <a:pt x="21145" y="357212"/>
                </a:lnTo>
                <a:lnTo>
                  <a:pt x="4432" y="402399"/>
                </a:lnTo>
                <a:lnTo>
                  <a:pt x="0" y="454279"/>
                </a:lnTo>
                <a:lnTo>
                  <a:pt x="4940" y="496989"/>
                </a:lnTo>
                <a:lnTo>
                  <a:pt x="22326" y="534682"/>
                </a:lnTo>
                <a:lnTo>
                  <a:pt x="50050" y="565035"/>
                </a:lnTo>
                <a:lnTo>
                  <a:pt x="86004" y="585749"/>
                </a:lnTo>
                <a:lnTo>
                  <a:pt x="128054" y="594487"/>
                </a:lnTo>
                <a:lnTo>
                  <a:pt x="170726" y="589546"/>
                </a:lnTo>
                <a:lnTo>
                  <a:pt x="208394" y="572135"/>
                </a:lnTo>
                <a:lnTo>
                  <a:pt x="238721" y="544385"/>
                </a:lnTo>
                <a:lnTo>
                  <a:pt x="259410" y="508406"/>
                </a:lnTo>
                <a:lnTo>
                  <a:pt x="268160" y="466305"/>
                </a:lnTo>
                <a:close/>
              </a:path>
              <a:path w="466089" h="594994">
                <a:moveTo>
                  <a:pt x="465696" y="192176"/>
                </a:moveTo>
                <a:lnTo>
                  <a:pt x="453732" y="137414"/>
                </a:lnTo>
                <a:lnTo>
                  <a:pt x="424853" y="74104"/>
                </a:lnTo>
                <a:lnTo>
                  <a:pt x="395478" y="21780"/>
                </a:lnTo>
                <a:lnTo>
                  <a:pt x="382028" y="0"/>
                </a:lnTo>
                <a:lnTo>
                  <a:pt x="325386" y="73558"/>
                </a:lnTo>
                <a:lnTo>
                  <a:pt x="296024" y="117233"/>
                </a:lnTo>
                <a:lnTo>
                  <a:pt x="284543" y="148272"/>
                </a:lnTo>
                <a:lnTo>
                  <a:pt x="281495" y="183908"/>
                </a:lnTo>
                <a:lnTo>
                  <a:pt x="287134" y="220103"/>
                </a:lnTo>
                <a:lnTo>
                  <a:pt x="305562" y="250291"/>
                </a:lnTo>
                <a:lnTo>
                  <a:pt x="333946" y="271360"/>
                </a:lnTo>
                <a:lnTo>
                  <a:pt x="369455" y="280212"/>
                </a:lnTo>
                <a:lnTo>
                  <a:pt x="405625" y="274574"/>
                </a:lnTo>
                <a:lnTo>
                  <a:pt x="435787" y="256133"/>
                </a:lnTo>
                <a:lnTo>
                  <a:pt x="456844" y="227711"/>
                </a:lnTo>
                <a:lnTo>
                  <a:pt x="465696" y="192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1379" y="2263867"/>
            <a:ext cx="709930" cy="634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89204" y="3294119"/>
            <a:ext cx="375920" cy="425450"/>
          </a:xfrm>
          <a:custGeom>
            <a:avLst/>
            <a:gdLst/>
            <a:ahLst/>
            <a:cxnLst/>
            <a:rect l="l" t="t" r="r" b="b"/>
            <a:pathLst>
              <a:path w="375920" h="425450">
                <a:moveTo>
                  <a:pt x="136777" y="0"/>
                </a:moveTo>
                <a:lnTo>
                  <a:pt x="250603" y="181454"/>
                </a:lnTo>
                <a:lnTo>
                  <a:pt x="375467" y="221650"/>
                </a:lnTo>
                <a:lnTo>
                  <a:pt x="323170" y="384104"/>
                </a:lnTo>
                <a:lnTo>
                  <a:pt x="198306" y="343908"/>
                </a:lnTo>
                <a:lnTo>
                  <a:pt x="0" y="424881"/>
                </a:lnTo>
                <a:lnTo>
                  <a:pt x="136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2317" y="3153761"/>
            <a:ext cx="70993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Noise sensor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95053" y="5477383"/>
            <a:ext cx="324485" cy="630555"/>
          </a:xfrm>
          <a:custGeom>
            <a:avLst/>
            <a:gdLst/>
            <a:ahLst/>
            <a:cxnLst/>
            <a:rect l="l" t="t" r="r" b="b"/>
            <a:pathLst>
              <a:path w="324485" h="630554">
                <a:moveTo>
                  <a:pt x="216903" y="482485"/>
                </a:moveTo>
                <a:lnTo>
                  <a:pt x="211201" y="457009"/>
                </a:lnTo>
                <a:lnTo>
                  <a:pt x="196811" y="435203"/>
                </a:lnTo>
                <a:lnTo>
                  <a:pt x="174942" y="419671"/>
                </a:lnTo>
                <a:lnTo>
                  <a:pt x="215226" y="248793"/>
                </a:lnTo>
                <a:lnTo>
                  <a:pt x="187007" y="242138"/>
                </a:lnTo>
                <a:lnTo>
                  <a:pt x="146723" y="413016"/>
                </a:lnTo>
                <a:lnTo>
                  <a:pt x="120230" y="417144"/>
                </a:lnTo>
                <a:lnTo>
                  <a:pt x="97624" y="430237"/>
                </a:lnTo>
                <a:lnTo>
                  <a:pt x="81140" y="450494"/>
                </a:lnTo>
                <a:lnTo>
                  <a:pt x="73025" y="476135"/>
                </a:lnTo>
                <a:lnTo>
                  <a:pt x="74447" y="502996"/>
                </a:lnTo>
                <a:lnTo>
                  <a:pt x="85102" y="526783"/>
                </a:lnTo>
                <a:lnTo>
                  <a:pt x="103441" y="545249"/>
                </a:lnTo>
                <a:lnTo>
                  <a:pt x="127889" y="556158"/>
                </a:lnTo>
                <a:lnTo>
                  <a:pt x="154635" y="557314"/>
                </a:lnTo>
                <a:lnTo>
                  <a:pt x="179285" y="548982"/>
                </a:lnTo>
                <a:lnTo>
                  <a:pt x="199440" y="532460"/>
                </a:lnTo>
                <a:lnTo>
                  <a:pt x="212712" y="509066"/>
                </a:lnTo>
                <a:lnTo>
                  <a:pt x="216903" y="482485"/>
                </a:lnTo>
                <a:close/>
              </a:path>
              <a:path w="324485" h="630554">
                <a:moveTo>
                  <a:pt x="324459" y="71374"/>
                </a:moveTo>
                <a:lnTo>
                  <a:pt x="320294" y="60401"/>
                </a:lnTo>
                <a:lnTo>
                  <a:pt x="312623" y="40144"/>
                </a:lnTo>
                <a:lnTo>
                  <a:pt x="289864" y="15455"/>
                </a:lnTo>
                <a:lnTo>
                  <a:pt x="289521" y="15379"/>
                </a:lnTo>
                <a:lnTo>
                  <a:pt x="281584" y="11722"/>
                </a:lnTo>
                <a:lnTo>
                  <a:pt x="281584" y="78625"/>
                </a:lnTo>
                <a:lnTo>
                  <a:pt x="281051" y="95872"/>
                </a:lnTo>
                <a:lnTo>
                  <a:pt x="207822" y="406552"/>
                </a:lnTo>
                <a:lnTo>
                  <a:pt x="230606" y="432295"/>
                </a:lnTo>
                <a:lnTo>
                  <a:pt x="243128" y="463321"/>
                </a:lnTo>
                <a:lnTo>
                  <a:pt x="244881" y="496824"/>
                </a:lnTo>
                <a:lnTo>
                  <a:pt x="235318" y="530047"/>
                </a:lnTo>
                <a:lnTo>
                  <a:pt x="215074" y="557669"/>
                </a:lnTo>
                <a:lnTo>
                  <a:pt x="187629" y="576757"/>
                </a:lnTo>
                <a:lnTo>
                  <a:pt x="155511" y="586066"/>
                </a:lnTo>
                <a:lnTo>
                  <a:pt x="121234" y="584390"/>
                </a:lnTo>
                <a:lnTo>
                  <a:pt x="89636" y="570865"/>
                </a:lnTo>
                <a:lnTo>
                  <a:pt x="64897" y="548106"/>
                </a:lnTo>
                <a:lnTo>
                  <a:pt x="48856" y="518502"/>
                </a:lnTo>
                <a:lnTo>
                  <a:pt x="43421" y="484822"/>
                </a:lnTo>
                <a:lnTo>
                  <a:pt x="49403" y="450748"/>
                </a:lnTo>
                <a:lnTo>
                  <a:pt x="65963" y="421563"/>
                </a:lnTo>
                <a:lnTo>
                  <a:pt x="91198" y="399440"/>
                </a:lnTo>
                <a:lnTo>
                  <a:pt x="123164" y="386600"/>
                </a:lnTo>
                <a:lnTo>
                  <a:pt x="196392" y="75907"/>
                </a:lnTo>
                <a:lnTo>
                  <a:pt x="203606" y="60248"/>
                </a:lnTo>
                <a:lnTo>
                  <a:pt x="215887" y="48920"/>
                </a:lnTo>
                <a:lnTo>
                  <a:pt x="231482" y="42989"/>
                </a:lnTo>
                <a:lnTo>
                  <a:pt x="248704" y="43522"/>
                </a:lnTo>
                <a:lnTo>
                  <a:pt x="264363" y="50736"/>
                </a:lnTo>
                <a:lnTo>
                  <a:pt x="275666" y="63017"/>
                </a:lnTo>
                <a:lnTo>
                  <a:pt x="281584" y="78625"/>
                </a:lnTo>
                <a:lnTo>
                  <a:pt x="281584" y="11722"/>
                </a:lnTo>
                <a:lnTo>
                  <a:pt x="258699" y="1155"/>
                </a:lnTo>
                <a:lnTo>
                  <a:pt x="224269" y="0"/>
                </a:lnTo>
                <a:lnTo>
                  <a:pt x="193103" y="11696"/>
                </a:lnTo>
                <a:lnTo>
                  <a:pt x="168567" y="34315"/>
                </a:lnTo>
                <a:lnTo>
                  <a:pt x="168440" y="34594"/>
                </a:lnTo>
                <a:lnTo>
                  <a:pt x="154063" y="65938"/>
                </a:lnTo>
                <a:lnTo>
                  <a:pt x="86499" y="352615"/>
                </a:lnTo>
                <a:lnTo>
                  <a:pt x="48018" y="377367"/>
                </a:lnTo>
                <a:lnTo>
                  <a:pt x="19659" y="411861"/>
                </a:lnTo>
                <a:lnTo>
                  <a:pt x="3111" y="453174"/>
                </a:lnTo>
                <a:lnTo>
                  <a:pt x="0" y="498436"/>
                </a:lnTo>
                <a:lnTo>
                  <a:pt x="11125" y="542798"/>
                </a:lnTo>
                <a:lnTo>
                  <a:pt x="34899" y="580631"/>
                </a:lnTo>
                <a:lnTo>
                  <a:pt x="69024" y="609447"/>
                </a:lnTo>
                <a:lnTo>
                  <a:pt x="111239" y="626757"/>
                </a:lnTo>
                <a:lnTo>
                  <a:pt x="156743" y="630123"/>
                </a:lnTo>
                <a:lnTo>
                  <a:pt x="200152" y="619582"/>
                </a:lnTo>
                <a:lnTo>
                  <a:pt x="238315" y="596341"/>
                </a:lnTo>
                <a:lnTo>
                  <a:pt x="268084" y="561619"/>
                </a:lnTo>
                <a:lnTo>
                  <a:pt x="285521" y="519734"/>
                </a:lnTo>
                <a:lnTo>
                  <a:pt x="289153" y="475373"/>
                </a:lnTo>
                <a:lnTo>
                  <a:pt x="279196" y="431863"/>
                </a:lnTo>
                <a:lnTo>
                  <a:pt x="255816" y="392518"/>
                </a:lnTo>
                <a:lnTo>
                  <a:pt x="323380" y="105841"/>
                </a:lnTo>
                <a:lnTo>
                  <a:pt x="324459" y="713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4384" y="5464506"/>
            <a:ext cx="709930" cy="63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</a:t>
            </a: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30274" y="5336590"/>
            <a:ext cx="466090" cy="594995"/>
          </a:xfrm>
          <a:custGeom>
            <a:avLst/>
            <a:gdLst/>
            <a:ahLst/>
            <a:cxnLst/>
            <a:rect l="l" t="t" r="r" b="b"/>
            <a:pathLst>
              <a:path w="466089" h="594995">
                <a:moveTo>
                  <a:pt x="268160" y="466318"/>
                </a:moveTo>
                <a:lnTo>
                  <a:pt x="250748" y="386600"/>
                </a:lnTo>
                <a:lnTo>
                  <a:pt x="208699" y="294424"/>
                </a:lnTo>
                <a:lnTo>
                  <a:pt x="165925" y="218262"/>
                </a:lnTo>
                <a:lnTo>
                  <a:pt x="146354" y="186550"/>
                </a:lnTo>
                <a:lnTo>
                  <a:pt x="63893" y="293636"/>
                </a:lnTo>
                <a:lnTo>
                  <a:pt x="21145" y="357212"/>
                </a:lnTo>
                <a:lnTo>
                  <a:pt x="4432" y="402399"/>
                </a:lnTo>
                <a:lnTo>
                  <a:pt x="0" y="454291"/>
                </a:lnTo>
                <a:lnTo>
                  <a:pt x="4940" y="497001"/>
                </a:lnTo>
                <a:lnTo>
                  <a:pt x="22326" y="534682"/>
                </a:lnTo>
                <a:lnTo>
                  <a:pt x="50050" y="565048"/>
                </a:lnTo>
                <a:lnTo>
                  <a:pt x="86004" y="585749"/>
                </a:lnTo>
                <a:lnTo>
                  <a:pt x="128066" y="594499"/>
                </a:lnTo>
                <a:lnTo>
                  <a:pt x="170738" y="589546"/>
                </a:lnTo>
                <a:lnTo>
                  <a:pt x="208394" y="572147"/>
                </a:lnTo>
                <a:lnTo>
                  <a:pt x="238721" y="544398"/>
                </a:lnTo>
                <a:lnTo>
                  <a:pt x="259422" y="508406"/>
                </a:lnTo>
                <a:lnTo>
                  <a:pt x="268160" y="466318"/>
                </a:lnTo>
                <a:close/>
              </a:path>
              <a:path w="466089" h="594995">
                <a:moveTo>
                  <a:pt x="465696" y="192176"/>
                </a:moveTo>
                <a:lnTo>
                  <a:pt x="453732" y="137414"/>
                </a:lnTo>
                <a:lnTo>
                  <a:pt x="424853" y="74104"/>
                </a:lnTo>
                <a:lnTo>
                  <a:pt x="395478" y="21793"/>
                </a:lnTo>
                <a:lnTo>
                  <a:pt x="382028" y="0"/>
                </a:lnTo>
                <a:lnTo>
                  <a:pt x="325386" y="73558"/>
                </a:lnTo>
                <a:lnTo>
                  <a:pt x="296024" y="117233"/>
                </a:lnTo>
                <a:lnTo>
                  <a:pt x="284543" y="148272"/>
                </a:lnTo>
                <a:lnTo>
                  <a:pt x="281495" y="183921"/>
                </a:lnTo>
                <a:lnTo>
                  <a:pt x="287134" y="220116"/>
                </a:lnTo>
                <a:lnTo>
                  <a:pt x="305562" y="250291"/>
                </a:lnTo>
                <a:lnTo>
                  <a:pt x="333946" y="271373"/>
                </a:lnTo>
                <a:lnTo>
                  <a:pt x="369468" y="280225"/>
                </a:lnTo>
                <a:lnTo>
                  <a:pt x="405625" y="274586"/>
                </a:lnTo>
                <a:lnTo>
                  <a:pt x="435787" y="256133"/>
                </a:lnTo>
                <a:lnTo>
                  <a:pt x="456844" y="227723"/>
                </a:lnTo>
                <a:lnTo>
                  <a:pt x="465696" y="192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78797" y="5329540"/>
            <a:ext cx="709930" cy="63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ts val="23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63850" y="4604467"/>
            <a:ext cx="375920" cy="425450"/>
          </a:xfrm>
          <a:custGeom>
            <a:avLst/>
            <a:gdLst/>
            <a:ahLst/>
            <a:cxnLst/>
            <a:rect l="l" t="t" r="r" b="b"/>
            <a:pathLst>
              <a:path w="375920" h="425450">
                <a:moveTo>
                  <a:pt x="136779" y="0"/>
                </a:moveTo>
                <a:lnTo>
                  <a:pt x="250609" y="181462"/>
                </a:lnTo>
                <a:lnTo>
                  <a:pt x="375467" y="221656"/>
                </a:lnTo>
                <a:lnTo>
                  <a:pt x="323170" y="384111"/>
                </a:lnTo>
                <a:lnTo>
                  <a:pt x="198312" y="343916"/>
                </a:lnTo>
                <a:lnTo>
                  <a:pt x="0" y="424887"/>
                </a:lnTo>
                <a:lnTo>
                  <a:pt x="136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56967" y="4464115"/>
            <a:ext cx="70993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Noise sensor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89871" y="2005998"/>
            <a:ext cx="5777230" cy="7689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8415" marR="0" lvl="0" indent="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I’m</a:t>
            </a:r>
            <a:r>
              <a:rPr kumimoji="0" sz="18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looking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temperature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1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bedroom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house: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400" b="1" i="1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5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25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House/Room/T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83573" y="3038225"/>
            <a:ext cx="6008370" cy="7689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8415" marR="0" lvl="0" indent="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I’m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looking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temperature</a:t>
            </a:r>
            <a:r>
              <a:rPr kumimoji="0" sz="1800" b="1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1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living-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room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1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house: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4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5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25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House/Living-room/T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95449" y="4137358"/>
            <a:ext cx="4040504" cy="7689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8415" marR="0" lvl="0" indent="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I’m</a:t>
            </a:r>
            <a:r>
              <a:rPr kumimoji="0" sz="18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looking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1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1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sensors</a:t>
            </a:r>
            <a:r>
              <a:rPr kumimoji="0" sz="1800" b="1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1" i="1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house: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400" b="1" i="1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5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25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House/#</a:t>
            </a:r>
            <a:r>
              <a:rPr kumimoji="0" sz="2400" b="1" i="1" u="none" strike="noStrike" kern="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1" i="1" u="none" strike="noStrike" kern="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1" u="none" strike="noStrike" kern="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#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95449" y="5136386"/>
            <a:ext cx="4263390" cy="7689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8415" marR="0" lvl="0" indent="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I’m</a:t>
            </a:r>
            <a:r>
              <a:rPr kumimoji="0" sz="1800" b="0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looking</a:t>
            </a:r>
            <a:r>
              <a:rPr kumimoji="0" sz="1800" b="0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800" b="0" i="1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1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temperatures</a:t>
            </a:r>
            <a:r>
              <a:rPr kumimoji="0" sz="1800" b="1" i="1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1800" b="1" i="1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1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house: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400" b="1" i="1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5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25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House/+/T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cs typeface="Times New Roman"/>
              </a:rPr>
              <a:t>°</a:t>
            </a:r>
            <a:r>
              <a:rPr kumimoji="0" sz="24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sensor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47313" y="2078600"/>
            <a:ext cx="4490085" cy="4276725"/>
            <a:chOff x="847313" y="2078600"/>
            <a:chExt cx="4490085" cy="4276725"/>
          </a:xfrm>
        </p:grpSpPr>
        <p:sp>
          <p:nvSpPr>
            <p:cNvPr id="27" name="object 27"/>
            <p:cNvSpPr/>
            <p:nvPr/>
          </p:nvSpPr>
          <p:spPr>
            <a:xfrm>
              <a:off x="866363" y="3098920"/>
              <a:ext cx="1400810" cy="1041400"/>
            </a:xfrm>
            <a:custGeom>
              <a:avLst/>
              <a:gdLst/>
              <a:ahLst/>
              <a:cxnLst/>
              <a:rect l="l" t="t" r="r" b="b"/>
              <a:pathLst>
                <a:path w="1400810" h="1041400">
                  <a:moveTo>
                    <a:pt x="649198" y="0"/>
                  </a:moveTo>
                  <a:lnTo>
                    <a:pt x="594771" y="4536"/>
                  </a:lnTo>
                  <a:lnTo>
                    <a:pt x="541793" y="12061"/>
                  </a:lnTo>
                  <a:lnTo>
                    <a:pt x="490408" y="22450"/>
                  </a:lnTo>
                  <a:lnTo>
                    <a:pt x="440759" y="35579"/>
                  </a:lnTo>
                  <a:lnTo>
                    <a:pt x="392991" y="51325"/>
                  </a:lnTo>
                  <a:lnTo>
                    <a:pt x="347248" y="69563"/>
                  </a:lnTo>
                  <a:lnTo>
                    <a:pt x="303674" y="90170"/>
                  </a:lnTo>
                  <a:lnTo>
                    <a:pt x="262411" y="113020"/>
                  </a:lnTo>
                  <a:lnTo>
                    <a:pt x="223605" y="137991"/>
                  </a:lnTo>
                  <a:lnTo>
                    <a:pt x="187399" y="164957"/>
                  </a:lnTo>
                  <a:lnTo>
                    <a:pt x="153937" y="193796"/>
                  </a:lnTo>
                  <a:lnTo>
                    <a:pt x="123362" y="224383"/>
                  </a:lnTo>
                  <a:lnTo>
                    <a:pt x="95820" y="256594"/>
                  </a:lnTo>
                  <a:lnTo>
                    <a:pt x="71453" y="290305"/>
                  </a:lnTo>
                  <a:lnTo>
                    <a:pt x="50406" y="325391"/>
                  </a:lnTo>
                  <a:lnTo>
                    <a:pt x="32822" y="361730"/>
                  </a:lnTo>
                  <a:lnTo>
                    <a:pt x="18846" y="399196"/>
                  </a:lnTo>
                  <a:lnTo>
                    <a:pt x="8621" y="437667"/>
                  </a:lnTo>
                  <a:lnTo>
                    <a:pt x="2291" y="477017"/>
                  </a:lnTo>
                  <a:lnTo>
                    <a:pt x="0" y="517122"/>
                  </a:lnTo>
                  <a:lnTo>
                    <a:pt x="1891" y="557860"/>
                  </a:lnTo>
                  <a:lnTo>
                    <a:pt x="7988" y="598368"/>
                  </a:lnTo>
                  <a:lnTo>
                    <a:pt x="18099" y="637798"/>
                  </a:lnTo>
                  <a:lnTo>
                    <a:pt x="32058" y="676043"/>
                  </a:lnTo>
                  <a:lnTo>
                    <a:pt x="49699" y="712995"/>
                  </a:lnTo>
                  <a:lnTo>
                    <a:pt x="70855" y="748547"/>
                  </a:lnTo>
                  <a:lnTo>
                    <a:pt x="95359" y="782593"/>
                  </a:lnTo>
                  <a:lnTo>
                    <a:pt x="123045" y="815025"/>
                  </a:lnTo>
                  <a:lnTo>
                    <a:pt x="153746" y="845736"/>
                  </a:lnTo>
                  <a:lnTo>
                    <a:pt x="187295" y="874618"/>
                  </a:lnTo>
                  <a:lnTo>
                    <a:pt x="223527" y="901566"/>
                  </a:lnTo>
                  <a:lnTo>
                    <a:pt x="262273" y="926471"/>
                  </a:lnTo>
                  <a:lnTo>
                    <a:pt x="303369" y="949227"/>
                  </a:lnTo>
                  <a:lnTo>
                    <a:pt x="346646" y="969726"/>
                  </a:lnTo>
                  <a:lnTo>
                    <a:pt x="391939" y="987862"/>
                  </a:lnTo>
                  <a:lnTo>
                    <a:pt x="439080" y="1003527"/>
                  </a:lnTo>
                  <a:lnTo>
                    <a:pt x="487903" y="1016614"/>
                  </a:lnTo>
                  <a:lnTo>
                    <a:pt x="538242" y="1027016"/>
                  </a:lnTo>
                  <a:lnTo>
                    <a:pt x="589930" y="1034627"/>
                  </a:lnTo>
                  <a:lnTo>
                    <a:pt x="642800" y="1039338"/>
                  </a:lnTo>
                  <a:lnTo>
                    <a:pt x="696685" y="1041043"/>
                  </a:lnTo>
                  <a:lnTo>
                    <a:pt x="751420" y="1039634"/>
                  </a:lnTo>
                  <a:lnTo>
                    <a:pt x="805847" y="1035098"/>
                  </a:lnTo>
                  <a:lnTo>
                    <a:pt x="858825" y="1027573"/>
                  </a:lnTo>
                  <a:lnTo>
                    <a:pt x="910210" y="1017185"/>
                  </a:lnTo>
                  <a:lnTo>
                    <a:pt x="959858" y="1004055"/>
                  </a:lnTo>
                  <a:lnTo>
                    <a:pt x="1007626" y="988310"/>
                  </a:lnTo>
                  <a:lnTo>
                    <a:pt x="1053369" y="970073"/>
                  </a:lnTo>
                  <a:lnTo>
                    <a:pt x="1096944" y="949467"/>
                  </a:lnTo>
                  <a:lnTo>
                    <a:pt x="1138206" y="926617"/>
                  </a:lnTo>
                  <a:lnTo>
                    <a:pt x="1177012" y="901647"/>
                  </a:lnTo>
                  <a:lnTo>
                    <a:pt x="1213218" y="874681"/>
                  </a:lnTo>
                  <a:lnTo>
                    <a:pt x="1246679" y="845843"/>
                  </a:lnTo>
                  <a:lnTo>
                    <a:pt x="1277253" y="815256"/>
                  </a:lnTo>
                  <a:lnTo>
                    <a:pt x="1304795" y="783045"/>
                  </a:lnTo>
                  <a:lnTo>
                    <a:pt x="1329161" y="749335"/>
                  </a:lnTo>
                  <a:lnTo>
                    <a:pt x="1350207" y="714248"/>
                  </a:lnTo>
                  <a:lnTo>
                    <a:pt x="1367790" y="677909"/>
                  </a:lnTo>
                  <a:lnTo>
                    <a:pt x="1381765" y="640442"/>
                  </a:lnTo>
                  <a:lnTo>
                    <a:pt x="1391989" y="601971"/>
                  </a:lnTo>
                  <a:lnTo>
                    <a:pt x="1398318" y="562620"/>
                  </a:lnTo>
                  <a:lnTo>
                    <a:pt x="1400607" y="522513"/>
                  </a:lnTo>
                  <a:lnTo>
                    <a:pt x="1398714" y="481774"/>
                  </a:lnTo>
                  <a:lnTo>
                    <a:pt x="1391977" y="438320"/>
                  </a:lnTo>
                  <a:lnTo>
                    <a:pt x="1380506" y="395854"/>
                  </a:lnTo>
                  <a:lnTo>
                    <a:pt x="1364469" y="354555"/>
                  </a:lnTo>
                  <a:lnTo>
                    <a:pt x="1344035" y="314604"/>
                  </a:lnTo>
                  <a:lnTo>
                    <a:pt x="1319371" y="276180"/>
                  </a:lnTo>
                  <a:lnTo>
                    <a:pt x="1290647" y="239462"/>
                  </a:lnTo>
                  <a:lnTo>
                    <a:pt x="1258029" y="204630"/>
                  </a:lnTo>
                  <a:lnTo>
                    <a:pt x="1221687" y="171863"/>
                  </a:lnTo>
                  <a:lnTo>
                    <a:pt x="1181788" y="141342"/>
                  </a:lnTo>
                  <a:lnTo>
                    <a:pt x="1138500" y="113245"/>
                  </a:lnTo>
                  <a:lnTo>
                    <a:pt x="1091993" y="87753"/>
                  </a:lnTo>
                  <a:lnTo>
                    <a:pt x="1042433" y="65045"/>
                  </a:lnTo>
                  <a:lnTo>
                    <a:pt x="989990" y="4530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077690" y="5296522"/>
              <a:ext cx="1400810" cy="1040130"/>
            </a:xfrm>
            <a:custGeom>
              <a:avLst/>
              <a:gdLst/>
              <a:ahLst/>
              <a:cxnLst/>
              <a:rect l="l" t="t" r="r" b="b"/>
              <a:pathLst>
                <a:path w="1400810" h="1040129">
                  <a:moveTo>
                    <a:pt x="649268" y="0"/>
                  </a:moveTo>
                  <a:lnTo>
                    <a:pt x="594841" y="4525"/>
                  </a:lnTo>
                  <a:lnTo>
                    <a:pt x="541863" y="12034"/>
                  </a:lnTo>
                  <a:lnTo>
                    <a:pt x="490476" y="22403"/>
                  </a:lnTo>
                  <a:lnTo>
                    <a:pt x="440826" y="35509"/>
                  </a:lnTo>
                  <a:lnTo>
                    <a:pt x="393056" y="51228"/>
                  </a:lnTo>
                  <a:lnTo>
                    <a:pt x="347311" y="69435"/>
                  </a:lnTo>
                  <a:lnTo>
                    <a:pt x="303733" y="90008"/>
                  </a:lnTo>
                  <a:lnTo>
                    <a:pt x="262467" y="112821"/>
                  </a:lnTo>
                  <a:lnTo>
                    <a:pt x="223658" y="137752"/>
                  </a:lnTo>
                  <a:lnTo>
                    <a:pt x="187448" y="164676"/>
                  </a:lnTo>
                  <a:lnTo>
                    <a:pt x="153981" y="193470"/>
                  </a:lnTo>
                  <a:lnTo>
                    <a:pt x="123403" y="224010"/>
                  </a:lnTo>
                  <a:lnTo>
                    <a:pt x="95856" y="256172"/>
                  </a:lnTo>
                  <a:lnTo>
                    <a:pt x="71484" y="289831"/>
                  </a:lnTo>
                  <a:lnTo>
                    <a:pt x="50432" y="324866"/>
                  </a:lnTo>
                  <a:lnTo>
                    <a:pt x="32843" y="361150"/>
                  </a:lnTo>
                  <a:lnTo>
                    <a:pt x="18862" y="398561"/>
                  </a:lnTo>
                  <a:lnTo>
                    <a:pt x="8631" y="436975"/>
                  </a:lnTo>
                  <a:lnTo>
                    <a:pt x="2296" y="476268"/>
                  </a:lnTo>
                  <a:lnTo>
                    <a:pt x="0" y="516317"/>
                  </a:lnTo>
                  <a:lnTo>
                    <a:pt x="1886" y="556996"/>
                  </a:lnTo>
                  <a:lnTo>
                    <a:pt x="7977" y="597446"/>
                  </a:lnTo>
                  <a:lnTo>
                    <a:pt x="18082" y="636819"/>
                  </a:lnTo>
                  <a:lnTo>
                    <a:pt x="32036" y="675009"/>
                  </a:lnTo>
                  <a:lnTo>
                    <a:pt x="49672" y="711908"/>
                  </a:lnTo>
                  <a:lnTo>
                    <a:pt x="70822" y="747411"/>
                  </a:lnTo>
                  <a:lnTo>
                    <a:pt x="95322" y="781409"/>
                  </a:lnTo>
                  <a:lnTo>
                    <a:pt x="123003" y="813796"/>
                  </a:lnTo>
                  <a:lnTo>
                    <a:pt x="153699" y="844464"/>
                  </a:lnTo>
                  <a:lnTo>
                    <a:pt x="187244" y="873308"/>
                  </a:lnTo>
                  <a:lnTo>
                    <a:pt x="223471" y="900219"/>
                  </a:lnTo>
                  <a:lnTo>
                    <a:pt x="262214" y="925091"/>
                  </a:lnTo>
                  <a:lnTo>
                    <a:pt x="303305" y="947817"/>
                  </a:lnTo>
                  <a:lnTo>
                    <a:pt x="346579" y="968290"/>
                  </a:lnTo>
                  <a:lnTo>
                    <a:pt x="391868" y="986403"/>
                  </a:lnTo>
                  <a:lnTo>
                    <a:pt x="439007" y="1002049"/>
                  </a:lnTo>
                  <a:lnTo>
                    <a:pt x="487828" y="1015120"/>
                  </a:lnTo>
                  <a:lnTo>
                    <a:pt x="538164" y="1025511"/>
                  </a:lnTo>
                  <a:lnTo>
                    <a:pt x="589851" y="1033113"/>
                  </a:lnTo>
                  <a:lnTo>
                    <a:pt x="642719" y="1037821"/>
                  </a:lnTo>
                  <a:lnTo>
                    <a:pt x="696604" y="1039526"/>
                  </a:lnTo>
                  <a:lnTo>
                    <a:pt x="751338" y="1038123"/>
                  </a:lnTo>
                  <a:lnTo>
                    <a:pt x="805766" y="1033598"/>
                  </a:lnTo>
                  <a:lnTo>
                    <a:pt x="858744" y="1026089"/>
                  </a:lnTo>
                  <a:lnTo>
                    <a:pt x="910131" y="1015719"/>
                  </a:lnTo>
                  <a:lnTo>
                    <a:pt x="959781" y="1002613"/>
                  </a:lnTo>
                  <a:lnTo>
                    <a:pt x="1007551" y="986894"/>
                  </a:lnTo>
                  <a:lnTo>
                    <a:pt x="1053296" y="968687"/>
                  </a:lnTo>
                  <a:lnTo>
                    <a:pt x="1096874" y="948115"/>
                  </a:lnTo>
                  <a:lnTo>
                    <a:pt x="1138140" y="925301"/>
                  </a:lnTo>
                  <a:lnTo>
                    <a:pt x="1176949" y="900370"/>
                  </a:lnTo>
                  <a:lnTo>
                    <a:pt x="1213159" y="873446"/>
                  </a:lnTo>
                  <a:lnTo>
                    <a:pt x="1246625" y="844652"/>
                  </a:lnTo>
                  <a:lnTo>
                    <a:pt x="1277204" y="814113"/>
                  </a:lnTo>
                  <a:lnTo>
                    <a:pt x="1304751" y="781951"/>
                  </a:lnTo>
                  <a:lnTo>
                    <a:pt x="1329123" y="748291"/>
                  </a:lnTo>
                  <a:lnTo>
                    <a:pt x="1350175" y="713257"/>
                  </a:lnTo>
                  <a:lnTo>
                    <a:pt x="1367763" y="676972"/>
                  </a:lnTo>
                  <a:lnTo>
                    <a:pt x="1381745" y="639561"/>
                  </a:lnTo>
                  <a:lnTo>
                    <a:pt x="1391976" y="601147"/>
                  </a:lnTo>
                  <a:lnTo>
                    <a:pt x="1398311" y="561854"/>
                  </a:lnTo>
                  <a:lnTo>
                    <a:pt x="1400607" y="521806"/>
                  </a:lnTo>
                  <a:lnTo>
                    <a:pt x="1398721" y="481126"/>
                  </a:lnTo>
                  <a:lnTo>
                    <a:pt x="1391984" y="437707"/>
                  </a:lnTo>
                  <a:lnTo>
                    <a:pt x="1380507" y="395276"/>
                  </a:lnTo>
                  <a:lnTo>
                    <a:pt x="1364458" y="354013"/>
                  </a:lnTo>
                  <a:lnTo>
                    <a:pt x="1344007" y="314097"/>
                  </a:lnTo>
                  <a:lnTo>
                    <a:pt x="1319322" y="275708"/>
                  </a:lnTo>
                  <a:lnTo>
                    <a:pt x="1290570" y="239025"/>
                  </a:lnTo>
                  <a:lnTo>
                    <a:pt x="1257922" y="204228"/>
                  </a:lnTo>
                  <a:lnTo>
                    <a:pt x="1221545" y="171497"/>
                  </a:lnTo>
                  <a:lnTo>
                    <a:pt x="1181608" y="141011"/>
                  </a:lnTo>
                  <a:lnTo>
                    <a:pt x="1138279" y="112949"/>
                  </a:lnTo>
                  <a:lnTo>
                    <a:pt x="1091727" y="87492"/>
                  </a:lnTo>
                  <a:lnTo>
                    <a:pt x="1042121" y="64819"/>
                  </a:lnTo>
                  <a:lnTo>
                    <a:pt x="989628" y="4511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783558" y="2995282"/>
              <a:ext cx="1400810" cy="1040130"/>
            </a:xfrm>
            <a:custGeom>
              <a:avLst/>
              <a:gdLst/>
              <a:ahLst/>
              <a:cxnLst/>
              <a:rect l="l" t="t" r="r" b="b"/>
              <a:pathLst>
                <a:path w="1400810" h="1040129">
                  <a:moveTo>
                    <a:pt x="649268" y="0"/>
                  </a:moveTo>
                  <a:lnTo>
                    <a:pt x="594841" y="4525"/>
                  </a:lnTo>
                  <a:lnTo>
                    <a:pt x="541863" y="12034"/>
                  </a:lnTo>
                  <a:lnTo>
                    <a:pt x="490476" y="22403"/>
                  </a:lnTo>
                  <a:lnTo>
                    <a:pt x="440826" y="35509"/>
                  </a:lnTo>
                  <a:lnTo>
                    <a:pt x="393056" y="51228"/>
                  </a:lnTo>
                  <a:lnTo>
                    <a:pt x="347311" y="69435"/>
                  </a:lnTo>
                  <a:lnTo>
                    <a:pt x="303733" y="90008"/>
                  </a:lnTo>
                  <a:lnTo>
                    <a:pt x="262467" y="112821"/>
                  </a:lnTo>
                  <a:lnTo>
                    <a:pt x="223658" y="137752"/>
                  </a:lnTo>
                  <a:lnTo>
                    <a:pt x="187448" y="164676"/>
                  </a:lnTo>
                  <a:lnTo>
                    <a:pt x="153981" y="193470"/>
                  </a:lnTo>
                  <a:lnTo>
                    <a:pt x="123403" y="224010"/>
                  </a:lnTo>
                  <a:lnTo>
                    <a:pt x="95856" y="256172"/>
                  </a:lnTo>
                  <a:lnTo>
                    <a:pt x="71484" y="289831"/>
                  </a:lnTo>
                  <a:lnTo>
                    <a:pt x="50432" y="324865"/>
                  </a:lnTo>
                  <a:lnTo>
                    <a:pt x="32843" y="361150"/>
                  </a:lnTo>
                  <a:lnTo>
                    <a:pt x="18862" y="398561"/>
                  </a:lnTo>
                  <a:lnTo>
                    <a:pt x="8631" y="436975"/>
                  </a:lnTo>
                  <a:lnTo>
                    <a:pt x="2296" y="476268"/>
                  </a:lnTo>
                  <a:lnTo>
                    <a:pt x="0" y="516317"/>
                  </a:lnTo>
                  <a:lnTo>
                    <a:pt x="1886" y="556996"/>
                  </a:lnTo>
                  <a:lnTo>
                    <a:pt x="7977" y="597446"/>
                  </a:lnTo>
                  <a:lnTo>
                    <a:pt x="18082" y="636819"/>
                  </a:lnTo>
                  <a:lnTo>
                    <a:pt x="32036" y="675009"/>
                  </a:lnTo>
                  <a:lnTo>
                    <a:pt x="49672" y="711908"/>
                  </a:lnTo>
                  <a:lnTo>
                    <a:pt x="70822" y="747411"/>
                  </a:lnTo>
                  <a:lnTo>
                    <a:pt x="95322" y="781409"/>
                  </a:lnTo>
                  <a:lnTo>
                    <a:pt x="123003" y="813796"/>
                  </a:lnTo>
                  <a:lnTo>
                    <a:pt x="153699" y="844464"/>
                  </a:lnTo>
                  <a:lnTo>
                    <a:pt x="187244" y="873308"/>
                  </a:lnTo>
                  <a:lnTo>
                    <a:pt x="223471" y="900219"/>
                  </a:lnTo>
                  <a:lnTo>
                    <a:pt x="262214" y="925091"/>
                  </a:lnTo>
                  <a:lnTo>
                    <a:pt x="303305" y="947817"/>
                  </a:lnTo>
                  <a:lnTo>
                    <a:pt x="346579" y="968290"/>
                  </a:lnTo>
                  <a:lnTo>
                    <a:pt x="391868" y="986403"/>
                  </a:lnTo>
                  <a:lnTo>
                    <a:pt x="439007" y="1002049"/>
                  </a:lnTo>
                  <a:lnTo>
                    <a:pt x="487828" y="1015120"/>
                  </a:lnTo>
                  <a:lnTo>
                    <a:pt x="538164" y="1025511"/>
                  </a:lnTo>
                  <a:lnTo>
                    <a:pt x="589851" y="1033113"/>
                  </a:lnTo>
                  <a:lnTo>
                    <a:pt x="642719" y="1037821"/>
                  </a:lnTo>
                  <a:lnTo>
                    <a:pt x="696604" y="1039526"/>
                  </a:lnTo>
                  <a:lnTo>
                    <a:pt x="751338" y="1038123"/>
                  </a:lnTo>
                  <a:lnTo>
                    <a:pt x="805766" y="1033598"/>
                  </a:lnTo>
                  <a:lnTo>
                    <a:pt x="858744" y="1026089"/>
                  </a:lnTo>
                  <a:lnTo>
                    <a:pt x="910131" y="1015719"/>
                  </a:lnTo>
                  <a:lnTo>
                    <a:pt x="959781" y="1002613"/>
                  </a:lnTo>
                  <a:lnTo>
                    <a:pt x="1007551" y="986894"/>
                  </a:lnTo>
                  <a:lnTo>
                    <a:pt x="1053296" y="968687"/>
                  </a:lnTo>
                  <a:lnTo>
                    <a:pt x="1096874" y="948115"/>
                  </a:lnTo>
                  <a:lnTo>
                    <a:pt x="1138140" y="925301"/>
                  </a:lnTo>
                  <a:lnTo>
                    <a:pt x="1176949" y="900370"/>
                  </a:lnTo>
                  <a:lnTo>
                    <a:pt x="1213159" y="873446"/>
                  </a:lnTo>
                  <a:lnTo>
                    <a:pt x="1246625" y="844652"/>
                  </a:lnTo>
                  <a:lnTo>
                    <a:pt x="1277204" y="814113"/>
                  </a:lnTo>
                  <a:lnTo>
                    <a:pt x="1304751" y="781951"/>
                  </a:lnTo>
                  <a:lnTo>
                    <a:pt x="1329123" y="748291"/>
                  </a:lnTo>
                  <a:lnTo>
                    <a:pt x="1350175" y="713257"/>
                  </a:lnTo>
                  <a:lnTo>
                    <a:pt x="1367763" y="676972"/>
                  </a:lnTo>
                  <a:lnTo>
                    <a:pt x="1381745" y="639561"/>
                  </a:lnTo>
                  <a:lnTo>
                    <a:pt x="1391976" y="601147"/>
                  </a:lnTo>
                  <a:lnTo>
                    <a:pt x="1398311" y="561854"/>
                  </a:lnTo>
                  <a:lnTo>
                    <a:pt x="1400607" y="521806"/>
                  </a:lnTo>
                  <a:lnTo>
                    <a:pt x="1398721" y="481126"/>
                  </a:lnTo>
                  <a:lnTo>
                    <a:pt x="1391984" y="437707"/>
                  </a:lnTo>
                  <a:lnTo>
                    <a:pt x="1380507" y="395276"/>
                  </a:lnTo>
                  <a:lnTo>
                    <a:pt x="1364458" y="354013"/>
                  </a:lnTo>
                  <a:lnTo>
                    <a:pt x="1344007" y="314097"/>
                  </a:lnTo>
                  <a:lnTo>
                    <a:pt x="1319322" y="275708"/>
                  </a:lnTo>
                  <a:lnTo>
                    <a:pt x="1290570" y="239025"/>
                  </a:lnTo>
                  <a:lnTo>
                    <a:pt x="1257922" y="204228"/>
                  </a:lnTo>
                  <a:lnTo>
                    <a:pt x="1221545" y="171497"/>
                  </a:lnTo>
                  <a:lnTo>
                    <a:pt x="1181608" y="141011"/>
                  </a:lnTo>
                  <a:lnTo>
                    <a:pt x="1138279" y="112949"/>
                  </a:lnTo>
                  <a:lnTo>
                    <a:pt x="1091727" y="87492"/>
                  </a:lnTo>
                  <a:lnTo>
                    <a:pt x="1042121" y="64819"/>
                  </a:lnTo>
                  <a:lnTo>
                    <a:pt x="989628" y="4511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915888" y="2097650"/>
              <a:ext cx="1402715" cy="1041400"/>
            </a:xfrm>
            <a:custGeom>
              <a:avLst/>
              <a:gdLst/>
              <a:ahLst/>
              <a:cxnLst/>
              <a:rect l="l" t="t" r="r" b="b"/>
              <a:pathLst>
                <a:path w="1402714" h="1041400">
                  <a:moveTo>
                    <a:pt x="649957" y="0"/>
                  </a:moveTo>
                  <a:lnTo>
                    <a:pt x="595471" y="4532"/>
                  </a:lnTo>
                  <a:lnTo>
                    <a:pt x="542435" y="12053"/>
                  </a:lnTo>
                  <a:lnTo>
                    <a:pt x="490993" y="22439"/>
                  </a:lnTo>
                  <a:lnTo>
                    <a:pt x="441290" y="35565"/>
                  </a:lnTo>
                  <a:lnTo>
                    <a:pt x="393468" y="51308"/>
                  </a:lnTo>
                  <a:lnTo>
                    <a:pt x="347674" y="69542"/>
                  </a:lnTo>
                  <a:lnTo>
                    <a:pt x="304049" y="90146"/>
                  </a:lnTo>
                  <a:lnTo>
                    <a:pt x="262740" y="112993"/>
                  </a:lnTo>
                  <a:lnTo>
                    <a:pt x="223889" y="137961"/>
                  </a:lnTo>
                  <a:lnTo>
                    <a:pt x="187640" y="164925"/>
                  </a:lnTo>
                  <a:lnTo>
                    <a:pt x="154139" y="193762"/>
                  </a:lnTo>
                  <a:lnTo>
                    <a:pt x="123528" y="224347"/>
                  </a:lnTo>
                  <a:lnTo>
                    <a:pt x="95952" y="256556"/>
                  </a:lnTo>
                  <a:lnTo>
                    <a:pt x="71555" y="290265"/>
                  </a:lnTo>
                  <a:lnTo>
                    <a:pt x="50481" y="325351"/>
                  </a:lnTo>
                  <a:lnTo>
                    <a:pt x="32875" y="361689"/>
                  </a:lnTo>
                  <a:lnTo>
                    <a:pt x="18879" y="399155"/>
                  </a:lnTo>
                  <a:lnTo>
                    <a:pt x="8638" y="437625"/>
                  </a:lnTo>
                  <a:lnTo>
                    <a:pt x="2297" y="476976"/>
                  </a:lnTo>
                  <a:lnTo>
                    <a:pt x="0" y="517083"/>
                  </a:lnTo>
                  <a:lnTo>
                    <a:pt x="1889" y="557822"/>
                  </a:lnTo>
                  <a:lnTo>
                    <a:pt x="7988" y="598330"/>
                  </a:lnTo>
                  <a:lnTo>
                    <a:pt x="18105" y="637761"/>
                  </a:lnTo>
                  <a:lnTo>
                    <a:pt x="32076" y="676006"/>
                  </a:lnTo>
                  <a:lnTo>
                    <a:pt x="49732" y="712959"/>
                  </a:lnTo>
                  <a:lnTo>
                    <a:pt x="70907" y="748513"/>
                  </a:lnTo>
                  <a:lnTo>
                    <a:pt x="95434" y="782561"/>
                  </a:lnTo>
                  <a:lnTo>
                    <a:pt x="123147" y="814994"/>
                  </a:lnTo>
                  <a:lnTo>
                    <a:pt x="153878" y="845707"/>
                  </a:lnTo>
                  <a:lnTo>
                    <a:pt x="187461" y="874592"/>
                  </a:lnTo>
                  <a:lnTo>
                    <a:pt x="223729" y="901542"/>
                  </a:lnTo>
                  <a:lnTo>
                    <a:pt x="262515" y="926450"/>
                  </a:lnTo>
                  <a:lnTo>
                    <a:pt x="303653" y="949209"/>
                  </a:lnTo>
                  <a:lnTo>
                    <a:pt x="346975" y="969711"/>
                  </a:lnTo>
                  <a:lnTo>
                    <a:pt x="392314" y="987850"/>
                  </a:lnTo>
                  <a:lnTo>
                    <a:pt x="439505" y="1003518"/>
                  </a:lnTo>
                  <a:lnTo>
                    <a:pt x="488380" y="1016609"/>
                  </a:lnTo>
                  <a:lnTo>
                    <a:pt x="538773" y="1027015"/>
                  </a:lnTo>
                  <a:lnTo>
                    <a:pt x="590515" y="1034629"/>
                  </a:lnTo>
                  <a:lnTo>
                    <a:pt x="643442" y="1039343"/>
                  </a:lnTo>
                  <a:lnTo>
                    <a:pt x="697386" y="1041052"/>
                  </a:lnTo>
                  <a:lnTo>
                    <a:pt x="752180" y="1039647"/>
                  </a:lnTo>
                  <a:lnTo>
                    <a:pt x="806666" y="1035112"/>
                  </a:lnTo>
                  <a:lnTo>
                    <a:pt x="859702" y="1027590"/>
                  </a:lnTo>
                  <a:lnTo>
                    <a:pt x="911144" y="1017203"/>
                  </a:lnTo>
                  <a:lnTo>
                    <a:pt x="960848" y="1004075"/>
                  </a:lnTo>
                  <a:lnTo>
                    <a:pt x="1008669" y="988332"/>
                  </a:lnTo>
                  <a:lnTo>
                    <a:pt x="1054463" y="970096"/>
                  </a:lnTo>
                  <a:lnTo>
                    <a:pt x="1098088" y="949492"/>
                  </a:lnTo>
                  <a:lnTo>
                    <a:pt x="1139397" y="926644"/>
                  </a:lnTo>
                  <a:lnTo>
                    <a:pt x="1178248" y="901676"/>
                  </a:lnTo>
                  <a:lnTo>
                    <a:pt x="1214497" y="874712"/>
                  </a:lnTo>
                  <a:lnTo>
                    <a:pt x="1247998" y="845875"/>
                  </a:lnTo>
                  <a:lnTo>
                    <a:pt x="1278609" y="815291"/>
                  </a:lnTo>
                  <a:lnTo>
                    <a:pt x="1306185" y="783082"/>
                  </a:lnTo>
                  <a:lnTo>
                    <a:pt x="1330582" y="749373"/>
                  </a:lnTo>
                  <a:lnTo>
                    <a:pt x="1351656" y="714288"/>
                  </a:lnTo>
                  <a:lnTo>
                    <a:pt x="1369263" y="677951"/>
                  </a:lnTo>
                  <a:lnTo>
                    <a:pt x="1383258" y="640486"/>
                  </a:lnTo>
                  <a:lnTo>
                    <a:pt x="1393499" y="602017"/>
                  </a:lnTo>
                  <a:lnTo>
                    <a:pt x="1399840" y="562667"/>
                  </a:lnTo>
                  <a:lnTo>
                    <a:pt x="1402138" y="522562"/>
                  </a:lnTo>
                  <a:lnTo>
                    <a:pt x="1400248" y="481825"/>
                  </a:lnTo>
                  <a:lnTo>
                    <a:pt x="1393501" y="438348"/>
                  </a:lnTo>
                  <a:lnTo>
                    <a:pt x="1382011" y="395861"/>
                  </a:lnTo>
                  <a:lnTo>
                    <a:pt x="1365947" y="354543"/>
                  </a:lnTo>
                  <a:lnTo>
                    <a:pt x="1345477" y="314573"/>
                  </a:lnTo>
                  <a:lnTo>
                    <a:pt x="1320770" y="276133"/>
                  </a:lnTo>
                  <a:lnTo>
                    <a:pt x="1291995" y="239401"/>
                  </a:lnTo>
                  <a:lnTo>
                    <a:pt x="1259319" y="204557"/>
                  </a:lnTo>
                  <a:lnTo>
                    <a:pt x="1222912" y="171782"/>
                  </a:lnTo>
                  <a:lnTo>
                    <a:pt x="1182942" y="141253"/>
                  </a:lnTo>
                  <a:lnTo>
                    <a:pt x="1139577" y="113152"/>
                  </a:lnTo>
                  <a:lnTo>
                    <a:pt x="1092986" y="87659"/>
                  </a:lnTo>
                  <a:lnTo>
                    <a:pt x="1043338" y="64952"/>
                  </a:lnTo>
                  <a:lnTo>
                    <a:pt x="990800" y="4521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839688" y="4290685"/>
              <a:ext cx="1402715" cy="1041400"/>
            </a:xfrm>
            <a:custGeom>
              <a:avLst/>
              <a:gdLst/>
              <a:ahLst/>
              <a:cxnLst/>
              <a:rect l="l" t="t" r="r" b="b"/>
              <a:pathLst>
                <a:path w="1402714" h="1041400">
                  <a:moveTo>
                    <a:pt x="649957" y="0"/>
                  </a:moveTo>
                  <a:lnTo>
                    <a:pt x="595471" y="4532"/>
                  </a:lnTo>
                  <a:lnTo>
                    <a:pt x="542435" y="12053"/>
                  </a:lnTo>
                  <a:lnTo>
                    <a:pt x="490993" y="22439"/>
                  </a:lnTo>
                  <a:lnTo>
                    <a:pt x="441290" y="35565"/>
                  </a:lnTo>
                  <a:lnTo>
                    <a:pt x="393468" y="51308"/>
                  </a:lnTo>
                  <a:lnTo>
                    <a:pt x="347674" y="69542"/>
                  </a:lnTo>
                  <a:lnTo>
                    <a:pt x="304049" y="90146"/>
                  </a:lnTo>
                  <a:lnTo>
                    <a:pt x="262740" y="112993"/>
                  </a:lnTo>
                  <a:lnTo>
                    <a:pt x="223889" y="137961"/>
                  </a:lnTo>
                  <a:lnTo>
                    <a:pt x="187640" y="164925"/>
                  </a:lnTo>
                  <a:lnTo>
                    <a:pt x="154139" y="193762"/>
                  </a:lnTo>
                  <a:lnTo>
                    <a:pt x="123528" y="224347"/>
                  </a:lnTo>
                  <a:lnTo>
                    <a:pt x="95952" y="256556"/>
                  </a:lnTo>
                  <a:lnTo>
                    <a:pt x="71555" y="290265"/>
                  </a:lnTo>
                  <a:lnTo>
                    <a:pt x="50481" y="325351"/>
                  </a:lnTo>
                  <a:lnTo>
                    <a:pt x="32875" y="361689"/>
                  </a:lnTo>
                  <a:lnTo>
                    <a:pt x="18879" y="399155"/>
                  </a:lnTo>
                  <a:lnTo>
                    <a:pt x="8638" y="437625"/>
                  </a:lnTo>
                  <a:lnTo>
                    <a:pt x="2297" y="476976"/>
                  </a:lnTo>
                  <a:lnTo>
                    <a:pt x="0" y="517083"/>
                  </a:lnTo>
                  <a:lnTo>
                    <a:pt x="1889" y="557822"/>
                  </a:lnTo>
                  <a:lnTo>
                    <a:pt x="7988" y="598330"/>
                  </a:lnTo>
                  <a:lnTo>
                    <a:pt x="18105" y="637761"/>
                  </a:lnTo>
                  <a:lnTo>
                    <a:pt x="32076" y="676006"/>
                  </a:lnTo>
                  <a:lnTo>
                    <a:pt x="49732" y="712959"/>
                  </a:lnTo>
                  <a:lnTo>
                    <a:pt x="70907" y="748513"/>
                  </a:lnTo>
                  <a:lnTo>
                    <a:pt x="95434" y="782561"/>
                  </a:lnTo>
                  <a:lnTo>
                    <a:pt x="123147" y="814994"/>
                  </a:lnTo>
                  <a:lnTo>
                    <a:pt x="153878" y="845707"/>
                  </a:lnTo>
                  <a:lnTo>
                    <a:pt x="187461" y="874592"/>
                  </a:lnTo>
                  <a:lnTo>
                    <a:pt x="223729" y="901542"/>
                  </a:lnTo>
                  <a:lnTo>
                    <a:pt x="262515" y="926450"/>
                  </a:lnTo>
                  <a:lnTo>
                    <a:pt x="303653" y="949209"/>
                  </a:lnTo>
                  <a:lnTo>
                    <a:pt x="346975" y="969711"/>
                  </a:lnTo>
                  <a:lnTo>
                    <a:pt x="392314" y="987850"/>
                  </a:lnTo>
                  <a:lnTo>
                    <a:pt x="439505" y="1003518"/>
                  </a:lnTo>
                  <a:lnTo>
                    <a:pt x="488380" y="1016609"/>
                  </a:lnTo>
                  <a:lnTo>
                    <a:pt x="538773" y="1027015"/>
                  </a:lnTo>
                  <a:lnTo>
                    <a:pt x="590515" y="1034629"/>
                  </a:lnTo>
                  <a:lnTo>
                    <a:pt x="643442" y="1039343"/>
                  </a:lnTo>
                  <a:lnTo>
                    <a:pt x="697386" y="1041052"/>
                  </a:lnTo>
                  <a:lnTo>
                    <a:pt x="752180" y="1039647"/>
                  </a:lnTo>
                  <a:lnTo>
                    <a:pt x="806666" y="1035112"/>
                  </a:lnTo>
                  <a:lnTo>
                    <a:pt x="859702" y="1027590"/>
                  </a:lnTo>
                  <a:lnTo>
                    <a:pt x="911144" y="1017203"/>
                  </a:lnTo>
                  <a:lnTo>
                    <a:pt x="960848" y="1004075"/>
                  </a:lnTo>
                  <a:lnTo>
                    <a:pt x="1008669" y="988332"/>
                  </a:lnTo>
                  <a:lnTo>
                    <a:pt x="1054463" y="970096"/>
                  </a:lnTo>
                  <a:lnTo>
                    <a:pt x="1098088" y="949492"/>
                  </a:lnTo>
                  <a:lnTo>
                    <a:pt x="1139397" y="926644"/>
                  </a:lnTo>
                  <a:lnTo>
                    <a:pt x="1178248" y="901676"/>
                  </a:lnTo>
                  <a:lnTo>
                    <a:pt x="1214497" y="874712"/>
                  </a:lnTo>
                  <a:lnTo>
                    <a:pt x="1247998" y="845875"/>
                  </a:lnTo>
                  <a:lnTo>
                    <a:pt x="1278609" y="815291"/>
                  </a:lnTo>
                  <a:lnTo>
                    <a:pt x="1306185" y="783082"/>
                  </a:lnTo>
                  <a:lnTo>
                    <a:pt x="1330582" y="749373"/>
                  </a:lnTo>
                  <a:lnTo>
                    <a:pt x="1351656" y="714288"/>
                  </a:lnTo>
                  <a:lnTo>
                    <a:pt x="1369263" y="677951"/>
                  </a:lnTo>
                  <a:lnTo>
                    <a:pt x="1383258" y="640486"/>
                  </a:lnTo>
                  <a:lnTo>
                    <a:pt x="1393499" y="602017"/>
                  </a:lnTo>
                  <a:lnTo>
                    <a:pt x="1399840" y="562667"/>
                  </a:lnTo>
                  <a:lnTo>
                    <a:pt x="1402138" y="522562"/>
                  </a:lnTo>
                  <a:lnTo>
                    <a:pt x="1400248" y="481825"/>
                  </a:lnTo>
                  <a:lnTo>
                    <a:pt x="1393501" y="438348"/>
                  </a:lnTo>
                  <a:lnTo>
                    <a:pt x="1382011" y="395861"/>
                  </a:lnTo>
                  <a:lnTo>
                    <a:pt x="1365947" y="354543"/>
                  </a:lnTo>
                  <a:lnTo>
                    <a:pt x="1345477" y="314573"/>
                  </a:lnTo>
                  <a:lnTo>
                    <a:pt x="1320770" y="276133"/>
                  </a:lnTo>
                  <a:lnTo>
                    <a:pt x="1291995" y="239401"/>
                  </a:lnTo>
                  <a:lnTo>
                    <a:pt x="1259319" y="204557"/>
                  </a:lnTo>
                  <a:lnTo>
                    <a:pt x="1222912" y="171782"/>
                  </a:lnTo>
                  <a:lnTo>
                    <a:pt x="1182942" y="141253"/>
                  </a:lnTo>
                  <a:lnTo>
                    <a:pt x="1139577" y="113152"/>
                  </a:lnTo>
                  <a:lnTo>
                    <a:pt x="1092986" y="87659"/>
                  </a:lnTo>
                  <a:lnTo>
                    <a:pt x="1043338" y="64952"/>
                  </a:lnTo>
                  <a:lnTo>
                    <a:pt x="990800" y="45212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239750" y="5177647"/>
              <a:ext cx="1402715" cy="1040130"/>
            </a:xfrm>
            <a:custGeom>
              <a:avLst/>
              <a:gdLst/>
              <a:ahLst/>
              <a:cxnLst/>
              <a:rect l="l" t="t" r="r" b="b"/>
              <a:pathLst>
                <a:path w="1402714" h="1040129">
                  <a:moveTo>
                    <a:pt x="650028" y="0"/>
                  </a:moveTo>
                  <a:lnTo>
                    <a:pt x="595542" y="4523"/>
                  </a:lnTo>
                  <a:lnTo>
                    <a:pt x="542505" y="12030"/>
                  </a:lnTo>
                  <a:lnTo>
                    <a:pt x="491062" y="22397"/>
                  </a:lnTo>
                  <a:lnTo>
                    <a:pt x="441356" y="35501"/>
                  </a:lnTo>
                  <a:lnTo>
                    <a:pt x="393533" y="51217"/>
                  </a:lnTo>
                  <a:lnTo>
                    <a:pt x="347736" y="69422"/>
                  </a:lnTo>
                  <a:lnTo>
                    <a:pt x="304109" y="89992"/>
                  </a:lnTo>
                  <a:lnTo>
                    <a:pt x="262796" y="112803"/>
                  </a:lnTo>
                  <a:lnTo>
                    <a:pt x="223941" y="137732"/>
                  </a:lnTo>
                  <a:lnTo>
                    <a:pt x="187689" y="164654"/>
                  </a:lnTo>
                  <a:lnTo>
                    <a:pt x="154184" y="193445"/>
                  </a:lnTo>
                  <a:lnTo>
                    <a:pt x="123569" y="223983"/>
                  </a:lnTo>
                  <a:lnTo>
                    <a:pt x="95988" y="256142"/>
                  </a:lnTo>
                  <a:lnTo>
                    <a:pt x="71586" y="289800"/>
                  </a:lnTo>
                  <a:lnTo>
                    <a:pt x="50508" y="324833"/>
                  </a:lnTo>
                  <a:lnTo>
                    <a:pt x="32896" y="361116"/>
                  </a:lnTo>
                  <a:lnTo>
                    <a:pt x="18895" y="398526"/>
                  </a:lnTo>
                  <a:lnTo>
                    <a:pt x="8649" y="436939"/>
                  </a:lnTo>
                  <a:lnTo>
                    <a:pt x="2303" y="476231"/>
                  </a:lnTo>
                  <a:lnTo>
                    <a:pt x="0" y="516279"/>
                  </a:lnTo>
                  <a:lnTo>
                    <a:pt x="1884" y="556958"/>
                  </a:lnTo>
                  <a:lnTo>
                    <a:pt x="7975" y="597408"/>
                  </a:lnTo>
                  <a:lnTo>
                    <a:pt x="18086" y="636781"/>
                  </a:lnTo>
                  <a:lnTo>
                    <a:pt x="32050" y="674972"/>
                  </a:lnTo>
                  <a:lnTo>
                    <a:pt x="49700" y="711872"/>
                  </a:lnTo>
                  <a:lnTo>
                    <a:pt x="70870" y="747375"/>
                  </a:lnTo>
                  <a:lnTo>
                    <a:pt x="95391" y="781374"/>
                  </a:lnTo>
                  <a:lnTo>
                    <a:pt x="123099" y="813762"/>
                  </a:lnTo>
                  <a:lnTo>
                    <a:pt x="153826" y="844433"/>
                  </a:lnTo>
                  <a:lnTo>
                    <a:pt x="187404" y="873278"/>
                  </a:lnTo>
                  <a:lnTo>
                    <a:pt x="223668" y="900191"/>
                  </a:lnTo>
                  <a:lnTo>
                    <a:pt x="262451" y="925065"/>
                  </a:lnTo>
                  <a:lnTo>
                    <a:pt x="303585" y="947794"/>
                  </a:lnTo>
                  <a:lnTo>
                    <a:pt x="346904" y="968270"/>
                  </a:lnTo>
                  <a:lnTo>
                    <a:pt x="392241" y="986385"/>
                  </a:lnTo>
                  <a:lnTo>
                    <a:pt x="439430" y="1002034"/>
                  </a:lnTo>
                  <a:lnTo>
                    <a:pt x="488303" y="1015110"/>
                  </a:lnTo>
                  <a:lnTo>
                    <a:pt x="538694" y="1025504"/>
                  </a:lnTo>
                  <a:lnTo>
                    <a:pt x="590435" y="1033111"/>
                  </a:lnTo>
                  <a:lnTo>
                    <a:pt x="643361" y="1037823"/>
                  </a:lnTo>
                  <a:lnTo>
                    <a:pt x="697304" y="1039534"/>
                  </a:lnTo>
                  <a:lnTo>
                    <a:pt x="752098" y="1038136"/>
                  </a:lnTo>
                  <a:lnTo>
                    <a:pt x="806585" y="1033612"/>
                  </a:lnTo>
                  <a:lnTo>
                    <a:pt x="859622" y="1026105"/>
                  </a:lnTo>
                  <a:lnTo>
                    <a:pt x="911065" y="1015737"/>
                  </a:lnTo>
                  <a:lnTo>
                    <a:pt x="960771" y="1002633"/>
                  </a:lnTo>
                  <a:lnTo>
                    <a:pt x="1008595" y="986916"/>
                  </a:lnTo>
                  <a:lnTo>
                    <a:pt x="1054393" y="968711"/>
                  </a:lnTo>
                  <a:lnTo>
                    <a:pt x="1098020" y="948140"/>
                  </a:lnTo>
                  <a:lnTo>
                    <a:pt x="1139334" y="925328"/>
                  </a:lnTo>
                  <a:lnTo>
                    <a:pt x="1178189" y="900399"/>
                  </a:lnTo>
                  <a:lnTo>
                    <a:pt x="1214442" y="873477"/>
                  </a:lnTo>
                  <a:lnTo>
                    <a:pt x="1247948" y="844685"/>
                  </a:lnTo>
                  <a:lnTo>
                    <a:pt x="1278563" y="814147"/>
                  </a:lnTo>
                  <a:lnTo>
                    <a:pt x="1306144" y="781987"/>
                  </a:lnTo>
                  <a:lnTo>
                    <a:pt x="1330545" y="748329"/>
                  </a:lnTo>
                  <a:lnTo>
                    <a:pt x="1351624" y="713297"/>
                  </a:lnTo>
                  <a:lnTo>
                    <a:pt x="1369236" y="677014"/>
                  </a:lnTo>
                  <a:lnTo>
                    <a:pt x="1383236" y="639605"/>
                  </a:lnTo>
                  <a:lnTo>
                    <a:pt x="1393481" y="601192"/>
                  </a:lnTo>
                  <a:lnTo>
                    <a:pt x="1399827" y="561901"/>
                  </a:lnTo>
                  <a:lnTo>
                    <a:pt x="1402128" y="521855"/>
                  </a:lnTo>
                  <a:lnTo>
                    <a:pt x="1400243" y="481177"/>
                  </a:lnTo>
                  <a:lnTo>
                    <a:pt x="1393498" y="437735"/>
                  </a:lnTo>
                  <a:lnTo>
                    <a:pt x="1382004" y="395283"/>
                  </a:lnTo>
                  <a:lnTo>
                    <a:pt x="1365930" y="354000"/>
                  </a:lnTo>
                  <a:lnTo>
                    <a:pt x="1345445" y="314067"/>
                  </a:lnTo>
                  <a:lnTo>
                    <a:pt x="1320718" y="275662"/>
                  </a:lnTo>
                  <a:lnTo>
                    <a:pt x="1291918" y="238966"/>
                  </a:lnTo>
                  <a:lnTo>
                    <a:pt x="1259213" y="204158"/>
                  </a:lnTo>
                  <a:lnTo>
                    <a:pt x="1222773" y="171418"/>
                  </a:lnTo>
                  <a:lnTo>
                    <a:pt x="1182766" y="140926"/>
                  </a:lnTo>
                  <a:lnTo>
                    <a:pt x="1139362" y="112862"/>
                  </a:lnTo>
                  <a:lnTo>
                    <a:pt x="1092729" y="87406"/>
                  </a:lnTo>
                  <a:lnTo>
                    <a:pt x="1043036" y="64736"/>
                  </a:lnTo>
                  <a:lnTo>
                    <a:pt x="990452" y="45034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33" name="object 7">
            <a:extLst>
              <a:ext uri="{FF2B5EF4-FFF2-40B4-BE49-F238E27FC236}">
                <a16:creationId xmlns:a16="http://schemas.microsoft.com/office/drawing/2014/main" id="{A0FC6760-5C31-7681-5943-BA652E785B3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01483" y="3730752"/>
            <a:ext cx="4630420" cy="992505"/>
            <a:chOff x="7301483" y="3730752"/>
            <a:chExt cx="4630420" cy="992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1483" y="3730752"/>
              <a:ext cx="4629911" cy="99212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418069" y="4190231"/>
              <a:ext cx="533400" cy="422275"/>
            </a:xfrm>
            <a:custGeom>
              <a:avLst/>
              <a:gdLst/>
              <a:ahLst/>
              <a:cxnLst/>
              <a:rect l="l" t="t" r="r" b="b"/>
              <a:pathLst>
                <a:path w="533400" h="422275">
                  <a:moveTo>
                    <a:pt x="0" y="133375"/>
                  </a:moveTo>
                  <a:lnTo>
                    <a:pt x="6799" y="91218"/>
                  </a:lnTo>
                  <a:lnTo>
                    <a:pt x="25734" y="54606"/>
                  </a:lnTo>
                  <a:lnTo>
                    <a:pt x="54606" y="25734"/>
                  </a:lnTo>
                  <a:lnTo>
                    <a:pt x="91218" y="6799"/>
                  </a:lnTo>
                  <a:lnTo>
                    <a:pt x="133375" y="0"/>
                  </a:lnTo>
                  <a:lnTo>
                    <a:pt x="400024" y="0"/>
                  </a:lnTo>
                  <a:lnTo>
                    <a:pt x="442181" y="6799"/>
                  </a:lnTo>
                  <a:lnTo>
                    <a:pt x="478793" y="25734"/>
                  </a:lnTo>
                  <a:lnTo>
                    <a:pt x="507665" y="54606"/>
                  </a:lnTo>
                  <a:lnTo>
                    <a:pt x="526600" y="91218"/>
                  </a:lnTo>
                  <a:lnTo>
                    <a:pt x="533400" y="133375"/>
                  </a:lnTo>
                  <a:lnTo>
                    <a:pt x="533400" y="288785"/>
                  </a:lnTo>
                  <a:lnTo>
                    <a:pt x="526600" y="330940"/>
                  </a:lnTo>
                  <a:lnTo>
                    <a:pt x="507665" y="367550"/>
                  </a:lnTo>
                  <a:lnTo>
                    <a:pt x="478793" y="396418"/>
                  </a:lnTo>
                  <a:lnTo>
                    <a:pt x="442181" y="415349"/>
                  </a:lnTo>
                  <a:lnTo>
                    <a:pt x="400024" y="422148"/>
                  </a:lnTo>
                  <a:lnTo>
                    <a:pt x="133375" y="422148"/>
                  </a:lnTo>
                  <a:lnTo>
                    <a:pt x="91218" y="415349"/>
                  </a:lnTo>
                  <a:lnTo>
                    <a:pt x="54606" y="396418"/>
                  </a:lnTo>
                  <a:lnTo>
                    <a:pt x="25734" y="367550"/>
                  </a:lnTo>
                  <a:lnTo>
                    <a:pt x="6799" y="330940"/>
                  </a:lnTo>
                  <a:lnTo>
                    <a:pt x="0" y="288785"/>
                  </a:lnTo>
                  <a:lnTo>
                    <a:pt x="0" y="133375"/>
                  </a:lnTo>
                  <a:close/>
                </a:path>
              </a:pathLst>
            </a:custGeom>
            <a:ln w="38100">
              <a:solidFill>
                <a:srgbClr val="D25C9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027669" y="4190231"/>
              <a:ext cx="532130" cy="422275"/>
            </a:xfrm>
            <a:custGeom>
              <a:avLst/>
              <a:gdLst/>
              <a:ahLst/>
              <a:cxnLst/>
              <a:rect l="l" t="t" r="r" b="b"/>
              <a:pathLst>
                <a:path w="532129" h="422275">
                  <a:moveTo>
                    <a:pt x="0" y="133375"/>
                  </a:moveTo>
                  <a:lnTo>
                    <a:pt x="6799" y="91218"/>
                  </a:lnTo>
                  <a:lnTo>
                    <a:pt x="25734" y="54606"/>
                  </a:lnTo>
                  <a:lnTo>
                    <a:pt x="54606" y="25734"/>
                  </a:lnTo>
                  <a:lnTo>
                    <a:pt x="91218" y="6799"/>
                  </a:lnTo>
                  <a:lnTo>
                    <a:pt x="133375" y="0"/>
                  </a:lnTo>
                  <a:lnTo>
                    <a:pt x="398500" y="0"/>
                  </a:lnTo>
                  <a:lnTo>
                    <a:pt x="440657" y="6799"/>
                  </a:lnTo>
                  <a:lnTo>
                    <a:pt x="477269" y="25734"/>
                  </a:lnTo>
                  <a:lnTo>
                    <a:pt x="506141" y="54606"/>
                  </a:lnTo>
                  <a:lnTo>
                    <a:pt x="525076" y="91218"/>
                  </a:lnTo>
                  <a:lnTo>
                    <a:pt x="531876" y="133375"/>
                  </a:lnTo>
                  <a:lnTo>
                    <a:pt x="531876" y="288785"/>
                  </a:lnTo>
                  <a:lnTo>
                    <a:pt x="525076" y="330940"/>
                  </a:lnTo>
                  <a:lnTo>
                    <a:pt x="506141" y="367550"/>
                  </a:lnTo>
                  <a:lnTo>
                    <a:pt x="477269" y="396418"/>
                  </a:lnTo>
                  <a:lnTo>
                    <a:pt x="440657" y="415349"/>
                  </a:lnTo>
                  <a:lnTo>
                    <a:pt x="398500" y="422148"/>
                  </a:lnTo>
                  <a:lnTo>
                    <a:pt x="133375" y="422148"/>
                  </a:lnTo>
                  <a:lnTo>
                    <a:pt x="91218" y="415349"/>
                  </a:lnTo>
                  <a:lnTo>
                    <a:pt x="54606" y="396418"/>
                  </a:lnTo>
                  <a:lnTo>
                    <a:pt x="25734" y="367550"/>
                  </a:lnTo>
                  <a:lnTo>
                    <a:pt x="6799" y="330940"/>
                  </a:lnTo>
                  <a:lnTo>
                    <a:pt x="0" y="288785"/>
                  </a:lnTo>
                  <a:lnTo>
                    <a:pt x="0" y="133375"/>
                  </a:lnTo>
                  <a:close/>
                </a:path>
              </a:pathLst>
            </a:custGeom>
            <a:ln w="38100">
              <a:solidFill>
                <a:srgbClr val="D25C9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637269" y="4190231"/>
              <a:ext cx="533400" cy="422275"/>
            </a:xfrm>
            <a:custGeom>
              <a:avLst/>
              <a:gdLst/>
              <a:ahLst/>
              <a:cxnLst/>
              <a:rect l="l" t="t" r="r" b="b"/>
              <a:pathLst>
                <a:path w="533400" h="422275">
                  <a:moveTo>
                    <a:pt x="0" y="133375"/>
                  </a:moveTo>
                  <a:lnTo>
                    <a:pt x="6799" y="91218"/>
                  </a:lnTo>
                  <a:lnTo>
                    <a:pt x="25734" y="54606"/>
                  </a:lnTo>
                  <a:lnTo>
                    <a:pt x="54606" y="25734"/>
                  </a:lnTo>
                  <a:lnTo>
                    <a:pt x="91218" y="6799"/>
                  </a:lnTo>
                  <a:lnTo>
                    <a:pt x="133375" y="0"/>
                  </a:lnTo>
                  <a:lnTo>
                    <a:pt x="400024" y="0"/>
                  </a:lnTo>
                  <a:lnTo>
                    <a:pt x="442181" y="6799"/>
                  </a:lnTo>
                  <a:lnTo>
                    <a:pt x="478793" y="25734"/>
                  </a:lnTo>
                  <a:lnTo>
                    <a:pt x="507665" y="54606"/>
                  </a:lnTo>
                  <a:lnTo>
                    <a:pt x="526600" y="91218"/>
                  </a:lnTo>
                  <a:lnTo>
                    <a:pt x="533400" y="133375"/>
                  </a:lnTo>
                  <a:lnTo>
                    <a:pt x="533400" y="288785"/>
                  </a:lnTo>
                  <a:lnTo>
                    <a:pt x="526600" y="330940"/>
                  </a:lnTo>
                  <a:lnTo>
                    <a:pt x="507665" y="367550"/>
                  </a:lnTo>
                  <a:lnTo>
                    <a:pt x="478793" y="396418"/>
                  </a:lnTo>
                  <a:lnTo>
                    <a:pt x="442181" y="415349"/>
                  </a:lnTo>
                  <a:lnTo>
                    <a:pt x="400024" y="422148"/>
                  </a:lnTo>
                  <a:lnTo>
                    <a:pt x="133375" y="422148"/>
                  </a:lnTo>
                  <a:lnTo>
                    <a:pt x="91218" y="415349"/>
                  </a:lnTo>
                  <a:lnTo>
                    <a:pt x="54606" y="396418"/>
                  </a:lnTo>
                  <a:lnTo>
                    <a:pt x="25734" y="367550"/>
                  </a:lnTo>
                  <a:lnTo>
                    <a:pt x="6799" y="330940"/>
                  </a:lnTo>
                  <a:lnTo>
                    <a:pt x="0" y="288785"/>
                  </a:lnTo>
                  <a:lnTo>
                    <a:pt x="0" y="133375"/>
                  </a:lnTo>
                  <a:close/>
                </a:path>
              </a:pathLst>
            </a:custGeom>
            <a:ln w="38100">
              <a:solidFill>
                <a:srgbClr val="D25C9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9259061" y="4190231"/>
              <a:ext cx="533400" cy="422275"/>
            </a:xfrm>
            <a:custGeom>
              <a:avLst/>
              <a:gdLst/>
              <a:ahLst/>
              <a:cxnLst/>
              <a:rect l="l" t="t" r="r" b="b"/>
              <a:pathLst>
                <a:path w="533400" h="422275">
                  <a:moveTo>
                    <a:pt x="0" y="133375"/>
                  </a:moveTo>
                  <a:lnTo>
                    <a:pt x="6799" y="91218"/>
                  </a:lnTo>
                  <a:lnTo>
                    <a:pt x="25734" y="54606"/>
                  </a:lnTo>
                  <a:lnTo>
                    <a:pt x="54606" y="25734"/>
                  </a:lnTo>
                  <a:lnTo>
                    <a:pt x="91218" y="6799"/>
                  </a:lnTo>
                  <a:lnTo>
                    <a:pt x="133375" y="0"/>
                  </a:lnTo>
                  <a:lnTo>
                    <a:pt x="400024" y="0"/>
                  </a:lnTo>
                  <a:lnTo>
                    <a:pt x="442181" y="6799"/>
                  </a:lnTo>
                  <a:lnTo>
                    <a:pt x="478793" y="25734"/>
                  </a:lnTo>
                  <a:lnTo>
                    <a:pt x="507665" y="54606"/>
                  </a:lnTo>
                  <a:lnTo>
                    <a:pt x="526600" y="91218"/>
                  </a:lnTo>
                  <a:lnTo>
                    <a:pt x="533400" y="133375"/>
                  </a:lnTo>
                  <a:lnTo>
                    <a:pt x="533400" y="288785"/>
                  </a:lnTo>
                  <a:lnTo>
                    <a:pt x="526600" y="330940"/>
                  </a:lnTo>
                  <a:lnTo>
                    <a:pt x="507665" y="367550"/>
                  </a:lnTo>
                  <a:lnTo>
                    <a:pt x="478793" y="396418"/>
                  </a:lnTo>
                  <a:lnTo>
                    <a:pt x="442181" y="415349"/>
                  </a:lnTo>
                  <a:lnTo>
                    <a:pt x="400024" y="422148"/>
                  </a:lnTo>
                  <a:lnTo>
                    <a:pt x="133375" y="422148"/>
                  </a:lnTo>
                  <a:lnTo>
                    <a:pt x="91218" y="415349"/>
                  </a:lnTo>
                  <a:lnTo>
                    <a:pt x="54606" y="396418"/>
                  </a:lnTo>
                  <a:lnTo>
                    <a:pt x="25734" y="367550"/>
                  </a:lnTo>
                  <a:lnTo>
                    <a:pt x="6799" y="330940"/>
                  </a:lnTo>
                  <a:lnTo>
                    <a:pt x="0" y="288785"/>
                  </a:lnTo>
                  <a:lnTo>
                    <a:pt x="0" y="133375"/>
                  </a:lnTo>
                  <a:close/>
                </a:path>
              </a:pathLst>
            </a:custGeom>
            <a:ln w="38100">
              <a:solidFill>
                <a:srgbClr val="D25C9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632185" y="4190231"/>
              <a:ext cx="533400" cy="422275"/>
            </a:xfrm>
            <a:custGeom>
              <a:avLst/>
              <a:gdLst/>
              <a:ahLst/>
              <a:cxnLst/>
              <a:rect l="l" t="t" r="r" b="b"/>
              <a:pathLst>
                <a:path w="533400" h="422275">
                  <a:moveTo>
                    <a:pt x="0" y="133375"/>
                  </a:moveTo>
                  <a:lnTo>
                    <a:pt x="6799" y="91218"/>
                  </a:lnTo>
                  <a:lnTo>
                    <a:pt x="25734" y="54606"/>
                  </a:lnTo>
                  <a:lnTo>
                    <a:pt x="54606" y="25734"/>
                  </a:lnTo>
                  <a:lnTo>
                    <a:pt x="91218" y="6799"/>
                  </a:lnTo>
                  <a:lnTo>
                    <a:pt x="133375" y="0"/>
                  </a:lnTo>
                  <a:lnTo>
                    <a:pt x="400024" y="0"/>
                  </a:lnTo>
                  <a:lnTo>
                    <a:pt x="442181" y="6799"/>
                  </a:lnTo>
                  <a:lnTo>
                    <a:pt x="478793" y="25734"/>
                  </a:lnTo>
                  <a:lnTo>
                    <a:pt x="507665" y="54606"/>
                  </a:lnTo>
                  <a:lnTo>
                    <a:pt x="526600" y="91218"/>
                  </a:lnTo>
                  <a:lnTo>
                    <a:pt x="533400" y="133375"/>
                  </a:lnTo>
                  <a:lnTo>
                    <a:pt x="533400" y="288785"/>
                  </a:lnTo>
                  <a:lnTo>
                    <a:pt x="526600" y="330940"/>
                  </a:lnTo>
                  <a:lnTo>
                    <a:pt x="507665" y="367550"/>
                  </a:lnTo>
                  <a:lnTo>
                    <a:pt x="478793" y="396418"/>
                  </a:lnTo>
                  <a:lnTo>
                    <a:pt x="442181" y="415349"/>
                  </a:lnTo>
                  <a:lnTo>
                    <a:pt x="400024" y="422148"/>
                  </a:lnTo>
                  <a:lnTo>
                    <a:pt x="133375" y="422148"/>
                  </a:lnTo>
                  <a:lnTo>
                    <a:pt x="91218" y="415349"/>
                  </a:lnTo>
                  <a:lnTo>
                    <a:pt x="54606" y="396418"/>
                  </a:lnTo>
                  <a:lnTo>
                    <a:pt x="25734" y="367550"/>
                  </a:lnTo>
                  <a:lnTo>
                    <a:pt x="6799" y="330940"/>
                  </a:lnTo>
                  <a:lnTo>
                    <a:pt x="0" y="288785"/>
                  </a:lnTo>
                  <a:lnTo>
                    <a:pt x="0" y="133375"/>
                  </a:lnTo>
                  <a:close/>
                </a:path>
              </a:pathLst>
            </a:custGeom>
            <a:ln w="38100">
              <a:solidFill>
                <a:srgbClr val="D25C9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1255501" y="4185659"/>
              <a:ext cx="532130" cy="422275"/>
            </a:xfrm>
            <a:custGeom>
              <a:avLst/>
              <a:gdLst/>
              <a:ahLst/>
              <a:cxnLst/>
              <a:rect l="l" t="t" r="r" b="b"/>
              <a:pathLst>
                <a:path w="532129" h="422275">
                  <a:moveTo>
                    <a:pt x="0" y="133375"/>
                  </a:moveTo>
                  <a:lnTo>
                    <a:pt x="6799" y="91218"/>
                  </a:lnTo>
                  <a:lnTo>
                    <a:pt x="25734" y="54606"/>
                  </a:lnTo>
                  <a:lnTo>
                    <a:pt x="54606" y="25734"/>
                  </a:lnTo>
                  <a:lnTo>
                    <a:pt x="91218" y="6799"/>
                  </a:lnTo>
                  <a:lnTo>
                    <a:pt x="133375" y="0"/>
                  </a:lnTo>
                  <a:lnTo>
                    <a:pt x="398500" y="0"/>
                  </a:lnTo>
                  <a:lnTo>
                    <a:pt x="440657" y="6799"/>
                  </a:lnTo>
                  <a:lnTo>
                    <a:pt x="477269" y="25734"/>
                  </a:lnTo>
                  <a:lnTo>
                    <a:pt x="506141" y="54606"/>
                  </a:lnTo>
                  <a:lnTo>
                    <a:pt x="525076" y="91218"/>
                  </a:lnTo>
                  <a:lnTo>
                    <a:pt x="531876" y="133375"/>
                  </a:lnTo>
                  <a:lnTo>
                    <a:pt x="531876" y="288785"/>
                  </a:lnTo>
                  <a:lnTo>
                    <a:pt x="525076" y="330940"/>
                  </a:lnTo>
                  <a:lnTo>
                    <a:pt x="506141" y="367550"/>
                  </a:lnTo>
                  <a:lnTo>
                    <a:pt x="477269" y="396418"/>
                  </a:lnTo>
                  <a:lnTo>
                    <a:pt x="440657" y="415349"/>
                  </a:lnTo>
                  <a:lnTo>
                    <a:pt x="398500" y="422148"/>
                  </a:lnTo>
                  <a:lnTo>
                    <a:pt x="133375" y="422148"/>
                  </a:lnTo>
                  <a:lnTo>
                    <a:pt x="91218" y="415349"/>
                  </a:lnTo>
                  <a:lnTo>
                    <a:pt x="54606" y="396418"/>
                  </a:lnTo>
                  <a:lnTo>
                    <a:pt x="25734" y="367550"/>
                  </a:lnTo>
                  <a:lnTo>
                    <a:pt x="6799" y="330940"/>
                  </a:lnTo>
                  <a:lnTo>
                    <a:pt x="0" y="288785"/>
                  </a:lnTo>
                  <a:lnTo>
                    <a:pt x="0" y="133375"/>
                  </a:lnTo>
                  <a:close/>
                </a:path>
              </a:pathLst>
            </a:custGeom>
            <a:ln w="38100">
              <a:solidFill>
                <a:srgbClr val="D25C9A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MQTT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Publisher</a:t>
            </a:r>
            <a:r>
              <a:rPr spc="-8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Broker</a:t>
            </a:r>
            <a:r>
              <a:rPr spc="-6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-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Subscriber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9117" y="1446109"/>
            <a:ext cx="8039100" cy="172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MQTT</a:t>
            </a:r>
            <a:r>
              <a:rPr kumimoji="0" sz="4000" b="1" i="0" u="none" strike="noStrike" kern="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characteristics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9144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r>
              <a:rPr kumimoji="0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r>
              <a:rPr kumimoji="0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don't</a:t>
            </a:r>
            <a:r>
              <a:rPr kumimoji="0" sz="2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each</a:t>
            </a:r>
            <a:r>
              <a:rPr kumimoji="0" sz="2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other.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7506" y="2746106"/>
            <a:ext cx="828675" cy="452755"/>
          </a:xfrm>
          <a:custGeom>
            <a:avLst/>
            <a:gdLst/>
            <a:ahLst/>
            <a:cxnLst/>
            <a:rect l="l" t="t" r="r" b="b"/>
            <a:pathLst>
              <a:path w="828675" h="452755">
                <a:moveTo>
                  <a:pt x="602430" y="0"/>
                </a:moveTo>
                <a:lnTo>
                  <a:pt x="716444" y="113053"/>
                </a:lnTo>
                <a:lnTo>
                  <a:pt x="794233" y="190777"/>
                </a:lnTo>
                <a:lnTo>
                  <a:pt x="828341" y="226107"/>
                </a:lnTo>
                <a:lnTo>
                  <a:pt x="602430" y="452214"/>
                </a:lnTo>
                <a:lnTo>
                  <a:pt x="602430" y="339160"/>
                </a:lnTo>
                <a:lnTo>
                  <a:pt x="0" y="226107"/>
                </a:lnTo>
                <a:lnTo>
                  <a:pt x="602430" y="113053"/>
                </a:lnTo>
                <a:lnTo>
                  <a:pt x="6024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851940" y="1632197"/>
            <a:ext cx="2574925" cy="2008505"/>
            <a:chOff x="8851940" y="1632197"/>
            <a:chExt cx="2574925" cy="200850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1556" y="2467356"/>
              <a:ext cx="1609343" cy="6095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8031" y="1632197"/>
              <a:ext cx="204826" cy="2055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005618" y="1863392"/>
              <a:ext cx="410209" cy="205740"/>
            </a:xfrm>
            <a:custGeom>
              <a:avLst/>
              <a:gdLst/>
              <a:ahLst/>
              <a:cxnLst/>
              <a:rect l="l" t="t" r="r" b="b"/>
              <a:pathLst>
                <a:path w="410209" h="205739">
                  <a:moveTo>
                    <a:pt x="409652" y="205506"/>
                  </a:moveTo>
                  <a:lnTo>
                    <a:pt x="0" y="205506"/>
                  </a:lnTo>
                  <a:lnTo>
                    <a:pt x="0" y="102753"/>
                  </a:lnTo>
                  <a:lnTo>
                    <a:pt x="20482" y="61651"/>
                  </a:lnTo>
                  <a:lnTo>
                    <a:pt x="67528" y="33394"/>
                  </a:lnTo>
                  <a:lnTo>
                    <a:pt x="120335" y="12844"/>
                  </a:lnTo>
                  <a:lnTo>
                    <a:pt x="162580" y="3532"/>
                  </a:lnTo>
                  <a:lnTo>
                    <a:pt x="204826" y="0"/>
                  </a:lnTo>
                  <a:lnTo>
                    <a:pt x="227389" y="923"/>
                  </a:lnTo>
                  <a:lnTo>
                    <a:pt x="269634" y="7586"/>
                  </a:lnTo>
                  <a:lnTo>
                    <a:pt x="316080" y="21554"/>
                  </a:lnTo>
                  <a:lnTo>
                    <a:pt x="366726" y="45717"/>
                  </a:lnTo>
                  <a:lnTo>
                    <a:pt x="397770" y="70241"/>
                  </a:lnTo>
                  <a:lnTo>
                    <a:pt x="409652" y="102753"/>
                  </a:lnTo>
                  <a:lnTo>
                    <a:pt x="409652" y="205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18690" y="3204744"/>
              <a:ext cx="205328" cy="20500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016026" y="3435373"/>
              <a:ext cx="410845" cy="205104"/>
            </a:xfrm>
            <a:custGeom>
              <a:avLst/>
              <a:gdLst/>
              <a:ahLst/>
              <a:cxnLst/>
              <a:rect l="l" t="t" r="r" b="b"/>
              <a:pathLst>
                <a:path w="410845" h="205104">
                  <a:moveTo>
                    <a:pt x="410656" y="205003"/>
                  </a:moveTo>
                  <a:lnTo>
                    <a:pt x="0" y="205003"/>
                  </a:lnTo>
                  <a:lnTo>
                    <a:pt x="0" y="102501"/>
                  </a:lnTo>
                  <a:lnTo>
                    <a:pt x="20532" y="61501"/>
                  </a:lnTo>
                  <a:lnTo>
                    <a:pt x="67694" y="33313"/>
                  </a:lnTo>
                  <a:lnTo>
                    <a:pt x="120630" y="12812"/>
                  </a:lnTo>
                  <a:lnTo>
                    <a:pt x="162979" y="3523"/>
                  </a:lnTo>
                  <a:lnTo>
                    <a:pt x="205328" y="0"/>
                  </a:lnTo>
                  <a:lnTo>
                    <a:pt x="227946" y="920"/>
                  </a:lnTo>
                  <a:lnTo>
                    <a:pt x="270295" y="7567"/>
                  </a:lnTo>
                  <a:lnTo>
                    <a:pt x="316855" y="21501"/>
                  </a:lnTo>
                  <a:lnTo>
                    <a:pt x="367625" y="45605"/>
                  </a:lnTo>
                  <a:lnTo>
                    <a:pt x="398745" y="70069"/>
                  </a:lnTo>
                  <a:lnTo>
                    <a:pt x="410656" y="102501"/>
                  </a:lnTo>
                  <a:lnTo>
                    <a:pt x="410656" y="2050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51940" y="1939213"/>
              <a:ext cx="904706" cy="91839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39400" y="2976372"/>
              <a:ext cx="661415" cy="62331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500979" y="3842106"/>
            <a:ext cx="53924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Infinite</a:t>
            </a:r>
            <a:r>
              <a:rPr kumimoji="0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number</a:t>
            </a:r>
            <a:r>
              <a:rPr kumimoji="0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topics.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Topics</a:t>
            </a:r>
            <a:r>
              <a:rPr kumimoji="0" sz="28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created</a:t>
            </a:r>
            <a:r>
              <a:rPr kumimoji="0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publishers.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7506" y="3919586"/>
            <a:ext cx="828675" cy="452755"/>
          </a:xfrm>
          <a:custGeom>
            <a:avLst/>
            <a:gdLst/>
            <a:ahLst/>
            <a:cxnLst/>
            <a:rect l="l" t="t" r="r" b="b"/>
            <a:pathLst>
              <a:path w="828675" h="452754">
                <a:moveTo>
                  <a:pt x="602430" y="0"/>
                </a:moveTo>
                <a:lnTo>
                  <a:pt x="716444" y="113053"/>
                </a:lnTo>
                <a:lnTo>
                  <a:pt x="794233" y="190777"/>
                </a:lnTo>
                <a:lnTo>
                  <a:pt x="828341" y="226107"/>
                </a:lnTo>
                <a:lnTo>
                  <a:pt x="602430" y="452214"/>
                </a:lnTo>
                <a:lnTo>
                  <a:pt x="602430" y="339160"/>
                </a:lnTo>
                <a:lnTo>
                  <a:pt x="0" y="226107"/>
                </a:lnTo>
                <a:lnTo>
                  <a:pt x="602430" y="113053"/>
                </a:lnTo>
                <a:lnTo>
                  <a:pt x="6024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0978" y="5166325"/>
            <a:ext cx="72567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r>
              <a:rPr kumimoji="0" sz="2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procedure</a:t>
            </a:r>
            <a:r>
              <a:rPr kumimoji="0" sz="2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</a:t>
            </a:r>
            <a:r>
              <a:rPr kumimoji="0" sz="2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subscribe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broker.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7506" y="5196698"/>
            <a:ext cx="828675" cy="452755"/>
          </a:xfrm>
          <a:custGeom>
            <a:avLst/>
            <a:gdLst/>
            <a:ahLst/>
            <a:cxnLst/>
            <a:rect l="l" t="t" r="r" b="b"/>
            <a:pathLst>
              <a:path w="828675" h="452754">
                <a:moveTo>
                  <a:pt x="602430" y="0"/>
                </a:moveTo>
                <a:lnTo>
                  <a:pt x="716444" y="113053"/>
                </a:lnTo>
                <a:lnTo>
                  <a:pt x="794233" y="190777"/>
                </a:lnTo>
                <a:lnTo>
                  <a:pt x="828341" y="226107"/>
                </a:lnTo>
                <a:lnTo>
                  <a:pt x="602430" y="452214"/>
                </a:lnTo>
                <a:lnTo>
                  <a:pt x="602430" y="339160"/>
                </a:lnTo>
                <a:lnTo>
                  <a:pt x="0" y="226107"/>
                </a:lnTo>
                <a:lnTo>
                  <a:pt x="602430" y="113053"/>
                </a:lnTo>
                <a:lnTo>
                  <a:pt x="6024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35391" y="4258806"/>
            <a:ext cx="188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…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44940" y="4953000"/>
            <a:ext cx="2066925" cy="1108710"/>
            <a:chOff x="9044940" y="5237155"/>
            <a:chExt cx="2066925" cy="110871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44940" y="5529071"/>
              <a:ext cx="1609343" cy="6095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82008" y="5237155"/>
              <a:ext cx="478129" cy="59677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0574681" y="5917042"/>
              <a:ext cx="534670" cy="264160"/>
            </a:xfrm>
            <a:custGeom>
              <a:avLst/>
              <a:gdLst/>
              <a:ahLst/>
              <a:cxnLst/>
              <a:rect l="l" t="t" r="r" b="b"/>
              <a:pathLst>
                <a:path w="534670" h="264160">
                  <a:moveTo>
                    <a:pt x="154630" y="263475"/>
                  </a:moveTo>
                  <a:lnTo>
                    <a:pt x="102929" y="263882"/>
                  </a:lnTo>
                  <a:lnTo>
                    <a:pt x="56690" y="245071"/>
                  </a:lnTo>
                  <a:lnTo>
                    <a:pt x="20870" y="210280"/>
                  </a:lnTo>
                  <a:lnTo>
                    <a:pt x="425" y="162747"/>
                  </a:lnTo>
                  <a:lnTo>
                    <a:pt x="0" y="111004"/>
                  </a:lnTo>
                  <a:lnTo>
                    <a:pt x="18779" y="64735"/>
                  </a:lnTo>
                  <a:lnTo>
                    <a:pt x="53530" y="28899"/>
                  </a:lnTo>
                  <a:lnTo>
                    <a:pt x="101019" y="8454"/>
                  </a:lnTo>
                  <a:lnTo>
                    <a:pt x="136968" y="5909"/>
                  </a:lnTo>
                  <a:lnTo>
                    <a:pt x="171007" y="12920"/>
                  </a:lnTo>
                  <a:lnTo>
                    <a:pt x="201620" y="28497"/>
                  </a:lnTo>
                  <a:lnTo>
                    <a:pt x="227293" y="51651"/>
                  </a:lnTo>
                  <a:lnTo>
                    <a:pt x="472993" y="0"/>
                  </a:lnTo>
                  <a:lnTo>
                    <a:pt x="497512" y="20206"/>
                  </a:lnTo>
                  <a:lnTo>
                    <a:pt x="65566" y="111011"/>
                  </a:lnTo>
                  <a:lnTo>
                    <a:pt x="52037" y="116857"/>
                  </a:lnTo>
                  <a:lnTo>
                    <a:pt x="42108" y="127117"/>
                  </a:lnTo>
                  <a:lnTo>
                    <a:pt x="36723" y="140345"/>
                  </a:lnTo>
                  <a:lnTo>
                    <a:pt x="36825" y="155095"/>
                  </a:lnTo>
                  <a:lnTo>
                    <a:pt x="42670" y="168636"/>
                  </a:lnTo>
                  <a:lnTo>
                    <a:pt x="52926" y="178577"/>
                  </a:lnTo>
                  <a:lnTo>
                    <a:pt x="66145" y="183971"/>
                  </a:lnTo>
                  <a:lnTo>
                    <a:pt x="80883" y="183874"/>
                  </a:lnTo>
                  <a:lnTo>
                    <a:pt x="311417" y="135411"/>
                  </a:lnTo>
                  <a:lnTo>
                    <a:pt x="292256" y="164800"/>
                  </a:lnTo>
                  <a:lnTo>
                    <a:pt x="252822" y="173090"/>
                  </a:lnTo>
                  <a:lnTo>
                    <a:pt x="238645" y="204621"/>
                  </a:lnTo>
                  <a:lnTo>
                    <a:pt x="216895" y="231206"/>
                  </a:lnTo>
                  <a:lnTo>
                    <a:pt x="188561" y="251329"/>
                  </a:lnTo>
                  <a:lnTo>
                    <a:pt x="154630" y="263475"/>
                  </a:lnTo>
                  <a:close/>
                </a:path>
                <a:path w="534670" h="264160">
                  <a:moveTo>
                    <a:pt x="340789" y="154597"/>
                  </a:moveTo>
                  <a:lnTo>
                    <a:pt x="311417" y="135411"/>
                  </a:lnTo>
                  <a:lnTo>
                    <a:pt x="80883" y="183874"/>
                  </a:lnTo>
                  <a:lnTo>
                    <a:pt x="94412" y="178028"/>
                  </a:lnTo>
                  <a:lnTo>
                    <a:pt x="104341" y="167768"/>
                  </a:lnTo>
                  <a:lnTo>
                    <a:pt x="109726" y="154540"/>
                  </a:lnTo>
                  <a:lnTo>
                    <a:pt x="109625" y="139790"/>
                  </a:lnTo>
                  <a:lnTo>
                    <a:pt x="103779" y="126248"/>
                  </a:lnTo>
                  <a:lnTo>
                    <a:pt x="93523" y="116308"/>
                  </a:lnTo>
                  <a:lnTo>
                    <a:pt x="80304" y="110914"/>
                  </a:lnTo>
                  <a:lnTo>
                    <a:pt x="65566" y="111011"/>
                  </a:lnTo>
                  <a:lnTo>
                    <a:pt x="497512" y="20206"/>
                  </a:lnTo>
                  <a:lnTo>
                    <a:pt x="534291" y="50516"/>
                  </a:lnTo>
                  <a:lnTo>
                    <a:pt x="521772" y="75339"/>
                  </a:lnTo>
                  <a:lnTo>
                    <a:pt x="371925" y="106840"/>
                  </a:lnTo>
                  <a:lnTo>
                    <a:pt x="340789" y="154597"/>
                  </a:lnTo>
                  <a:close/>
                </a:path>
                <a:path w="534670" h="264160">
                  <a:moveTo>
                    <a:pt x="419656" y="138018"/>
                  </a:moveTo>
                  <a:lnTo>
                    <a:pt x="371925" y="106840"/>
                  </a:lnTo>
                  <a:lnTo>
                    <a:pt x="450792" y="90260"/>
                  </a:lnTo>
                  <a:lnTo>
                    <a:pt x="419656" y="138018"/>
                  </a:lnTo>
                  <a:close/>
                </a:path>
                <a:path w="534670" h="264160">
                  <a:moveTo>
                    <a:pt x="498522" y="121438"/>
                  </a:moveTo>
                  <a:lnTo>
                    <a:pt x="450792" y="90260"/>
                  </a:lnTo>
                  <a:lnTo>
                    <a:pt x="521772" y="75339"/>
                  </a:lnTo>
                  <a:lnTo>
                    <a:pt x="498522" y="1214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0566804" y="6085094"/>
              <a:ext cx="545465" cy="260350"/>
            </a:xfrm>
            <a:custGeom>
              <a:avLst/>
              <a:gdLst/>
              <a:ahLst/>
              <a:cxnLst/>
              <a:rect l="l" t="t" r="r" b="b"/>
              <a:pathLst>
                <a:path w="545465" h="260350">
                  <a:moveTo>
                    <a:pt x="123723" y="260289"/>
                  </a:moveTo>
                  <a:lnTo>
                    <a:pt x="73599" y="247610"/>
                  </a:lnTo>
                  <a:lnTo>
                    <a:pt x="33619" y="217718"/>
                  </a:lnTo>
                  <a:lnTo>
                    <a:pt x="7761" y="175000"/>
                  </a:lnTo>
                  <a:lnTo>
                    <a:pt x="0" y="123841"/>
                  </a:lnTo>
                  <a:lnTo>
                    <a:pt x="12672" y="73673"/>
                  </a:lnTo>
                  <a:lnTo>
                    <a:pt x="42541" y="33656"/>
                  </a:lnTo>
                  <a:lnTo>
                    <a:pt x="85225" y="7772"/>
                  </a:lnTo>
                  <a:lnTo>
                    <a:pt x="136340" y="0"/>
                  </a:lnTo>
                  <a:lnTo>
                    <a:pt x="171764" y="6628"/>
                  </a:lnTo>
                  <a:lnTo>
                    <a:pt x="202924" y="22018"/>
                  </a:lnTo>
                  <a:lnTo>
                    <a:pt x="228603" y="44830"/>
                  </a:lnTo>
                  <a:lnTo>
                    <a:pt x="247588" y="73723"/>
                  </a:lnTo>
                  <a:lnTo>
                    <a:pt x="498364" y="85879"/>
                  </a:lnTo>
                  <a:lnTo>
                    <a:pt x="516976" y="111629"/>
                  </a:lnTo>
                  <a:lnTo>
                    <a:pt x="76106" y="90259"/>
                  </a:lnTo>
                  <a:lnTo>
                    <a:pt x="61538" y="92494"/>
                  </a:lnTo>
                  <a:lnTo>
                    <a:pt x="49338" y="99910"/>
                  </a:lnTo>
                  <a:lnTo>
                    <a:pt x="40783" y="111346"/>
                  </a:lnTo>
                  <a:lnTo>
                    <a:pt x="37152" y="125642"/>
                  </a:lnTo>
                  <a:lnTo>
                    <a:pt x="39383" y="140222"/>
                  </a:lnTo>
                  <a:lnTo>
                    <a:pt x="46792" y="152432"/>
                  </a:lnTo>
                  <a:lnTo>
                    <a:pt x="58218" y="160994"/>
                  </a:lnTo>
                  <a:lnTo>
                    <a:pt x="72501" y="164627"/>
                  </a:lnTo>
                  <a:lnTo>
                    <a:pt x="307797" y="176032"/>
                  </a:lnTo>
                  <a:lnTo>
                    <a:pt x="281828" y="199621"/>
                  </a:lnTo>
                  <a:lnTo>
                    <a:pt x="241580" y="197670"/>
                  </a:lnTo>
                  <a:lnTo>
                    <a:pt x="219890" y="224592"/>
                  </a:lnTo>
                  <a:lnTo>
                    <a:pt x="192125" y="244813"/>
                  </a:lnTo>
                  <a:lnTo>
                    <a:pt x="159623" y="257118"/>
                  </a:lnTo>
                  <a:lnTo>
                    <a:pt x="123723" y="260289"/>
                  </a:lnTo>
                  <a:close/>
                </a:path>
                <a:path w="545465" h="260350">
                  <a:moveTo>
                    <a:pt x="331364" y="202022"/>
                  </a:moveTo>
                  <a:lnTo>
                    <a:pt x="307797" y="176032"/>
                  </a:lnTo>
                  <a:lnTo>
                    <a:pt x="72501" y="164627"/>
                  </a:lnTo>
                  <a:lnTo>
                    <a:pt x="87069" y="162392"/>
                  </a:lnTo>
                  <a:lnTo>
                    <a:pt x="99269" y="154976"/>
                  </a:lnTo>
                  <a:lnTo>
                    <a:pt x="107824" y="143540"/>
                  </a:lnTo>
                  <a:lnTo>
                    <a:pt x="111456" y="129244"/>
                  </a:lnTo>
                  <a:lnTo>
                    <a:pt x="109224" y="114664"/>
                  </a:lnTo>
                  <a:lnTo>
                    <a:pt x="101815" y="102453"/>
                  </a:lnTo>
                  <a:lnTo>
                    <a:pt x="90389" y="93892"/>
                  </a:lnTo>
                  <a:lnTo>
                    <a:pt x="76106" y="90259"/>
                  </a:lnTo>
                  <a:lnTo>
                    <a:pt x="516976" y="111629"/>
                  </a:lnTo>
                  <a:lnTo>
                    <a:pt x="544896" y="150254"/>
                  </a:lnTo>
                  <a:lnTo>
                    <a:pt x="526507" y="171104"/>
                  </a:lnTo>
                  <a:lnTo>
                    <a:pt x="373564" y="163690"/>
                  </a:lnTo>
                  <a:lnTo>
                    <a:pt x="331364" y="202022"/>
                  </a:lnTo>
                  <a:close/>
                </a:path>
                <a:path w="545465" h="260350">
                  <a:moveTo>
                    <a:pt x="411860" y="205924"/>
                  </a:moveTo>
                  <a:lnTo>
                    <a:pt x="373564" y="163690"/>
                  </a:lnTo>
                  <a:lnTo>
                    <a:pt x="454060" y="167592"/>
                  </a:lnTo>
                  <a:lnTo>
                    <a:pt x="411860" y="205924"/>
                  </a:lnTo>
                  <a:close/>
                </a:path>
                <a:path w="545465" h="260350">
                  <a:moveTo>
                    <a:pt x="492356" y="209826"/>
                  </a:moveTo>
                  <a:lnTo>
                    <a:pt x="454060" y="167592"/>
                  </a:lnTo>
                  <a:lnTo>
                    <a:pt x="526507" y="171104"/>
                  </a:lnTo>
                  <a:lnTo>
                    <a:pt x="492356" y="209826"/>
                  </a:lnTo>
                  <a:close/>
                </a:path>
              </a:pathLst>
            </a:custGeom>
            <a:solidFill>
              <a:srgbClr val="7A8EA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31" name="object 7">
            <a:extLst>
              <a:ext uri="{FF2B5EF4-FFF2-40B4-BE49-F238E27FC236}">
                <a16:creationId xmlns:a16="http://schemas.microsoft.com/office/drawing/2014/main" id="{D852F5B1-4A41-28F5-870B-4E1DC31999C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18725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6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Demonstration</a:t>
            </a:r>
            <a:r>
              <a:rPr spc="-6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public</a:t>
            </a:r>
            <a:r>
              <a:rPr spc="-75" dirty="0"/>
              <a:t> </a:t>
            </a:r>
            <a:r>
              <a:rPr spc="-10" dirty="0"/>
              <a:t>broker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6080" y="3142488"/>
            <a:ext cx="2415539" cy="9159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212270" y="2997296"/>
            <a:ext cx="368935" cy="368300"/>
          </a:xfrm>
          <a:custGeom>
            <a:avLst/>
            <a:gdLst/>
            <a:ahLst/>
            <a:cxnLst/>
            <a:rect l="l" t="t" r="r" b="b"/>
            <a:pathLst>
              <a:path w="368935" h="368300">
                <a:moveTo>
                  <a:pt x="184243" y="368303"/>
                </a:moveTo>
                <a:lnTo>
                  <a:pt x="135262" y="361725"/>
                </a:lnTo>
                <a:lnTo>
                  <a:pt x="91249" y="343162"/>
                </a:lnTo>
                <a:lnTo>
                  <a:pt x="53961" y="314368"/>
                </a:lnTo>
                <a:lnTo>
                  <a:pt x="25153" y="277098"/>
                </a:lnTo>
                <a:lnTo>
                  <a:pt x="6580" y="233108"/>
                </a:lnTo>
                <a:lnTo>
                  <a:pt x="0" y="184151"/>
                </a:lnTo>
                <a:lnTo>
                  <a:pt x="6580" y="135195"/>
                </a:lnTo>
                <a:lnTo>
                  <a:pt x="25153" y="91204"/>
                </a:lnTo>
                <a:lnTo>
                  <a:pt x="53961" y="53934"/>
                </a:lnTo>
                <a:lnTo>
                  <a:pt x="91249" y="25140"/>
                </a:lnTo>
                <a:lnTo>
                  <a:pt x="135262" y="6577"/>
                </a:lnTo>
                <a:lnTo>
                  <a:pt x="184243" y="0"/>
                </a:lnTo>
                <a:lnTo>
                  <a:pt x="233224" y="6577"/>
                </a:lnTo>
                <a:lnTo>
                  <a:pt x="277236" y="25140"/>
                </a:lnTo>
                <a:lnTo>
                  <a:pt x="314524" y="53934"/>
                </a:lnTo>
                <a:lnTo>
                  <a:pt x="343332" y="91204"/>
                </a:lnTo>
                <a:lnTo>
                  <a:pt x="361905" y="135195"/>
                </a:lnTo>
                <a:lnTo>
                  <a:pt x="368486" y="184151"/>
                </a:lnTo>
                <a:lnTo>
                  <a:pt x="361905" y="233108"/>
                </a:lnTo>
                <a:lnTo>
                  <a:pt x="343332" y="277098"/>
                </a:lnTo>
                <a:lnTo>
                  <a:pt x="314524" y="314368"/>
                </a:lnTo>
                <a:lnTo>
                  <a:pt x="277236" y="343162"/>
                </a:lnTo>
                <a:lnTo>
                  <a:pt x="233224" y="361725"/>
                </a:lnTo>
                <a:lnTo>
                  <a:pt x="184243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28027" y="3411636"/>
            <a:ext cx="737235" cy="368300"/>
          </a:xfrm>
          <a:custGeom>
            <a:avLst/>
            <a:gdLst/>
            <a:ahLst/>
            <a:cxnLst/>
            <a:rect l="l" t="t" r="r" b="b"/>
            <a:pathLst>
              <a:path w="737235" h="368300">
                <a:moveTo>
                  <a:pt x="736972" y="368303"/>
                </a:moveTo>
                <a:lnTo>
                  <a:pt x="0" y="368303"/>
                </a:lnTo>
                <a:lnTo>
                  <a:pt x="0" y="184151"/>
                </a:lnTo>
                <a:lnTo>
                  <a:pt x="9787" y="143868"/>
                </a:lnTo>
                <a:lnTo>
                  <a:pt x="36848" y="110490"/>
                </a:lnTo>
                <a:lnTo>
                  <a:pt x="77223" y="83875"/>
                </a:lnTo>
                <a:lnTo>
                  <a:pt x="121485" y="59849"/>
                </a:lnTo>
                <a:lnTo>
                  <a:pt x="168337" y="39276"/>
                </a:lnTo>
                <a:lnTo>
                  <a:pt x="216485" y="23018"/>
                </a:lnTo>
                <a:lnTo>
                  <a:pt x="254485" y="13595"/>
                </a:lnTo>
                <a:lnTo>
                  <a:pt x="292486" y="6330"/>
                </a:lnTo>
                <a:lnTo>
                  <a:pt x="330486" y="1654"/>
                </a:lnTo>
                <a:lnTo>
                  <a:pt x="368486" y="0"/>
                </a:lnTo>
                <a:lnTo>
                  <a:pt x="409077" y="1654"/>
                </a:lnTo>
                <a:lnTo>
                  <a:pt x="447941" y="6330"/>
                </a:lnTo>
                <a:lnTo>
                  <a:pt x="520486" y="23018"/>
                </a:lnTo>
                <a:lnTo>
                  <a:pt x="568634" y="38628"/>
                </a:lnTo>
                <a:lnTo>
                  <a:pt x="615487" y="58122"/>
                </a:lnTo>
                <a:lnTo>
                  <a:pt x="659748" y="81933"/>
                </a:lnTo>
                <a:lnTo>
                  <a:pt x="700124" y="110490"/>
                </a:lnTo>
                <a:lnTo>
                  <a:pt x="727184" y="143868"/>
                </a:lnTo>
                <a:lnTo>
                  <a:pt x="736972" y="184151"/>
                </a:lnTo>
                <a:lnTo>
                  <a:pt x="736972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5256" y="3806200"/>
            <a:ext cx="1390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0506" y="2997296"/>
            <a:ext cx="368935" cy="368300"/>
          </a:xfrm>
          <a:custGeom>
            <a:avLst/>
            <a:gdLst/>
            <a:ahLst/>
            <a:cxnLst/>
            <a:rect l="l" t="t" r="r" b="b"/>
            <a:pathLst>
              <a:path w="368935" h="368300">
                <a:moveTo>
                  <a:pt x="184243" y="368303"/>
                </a:moveTo>
                <a:lnTo>
                  <a:pt x="135262" y="361725"/>
                </a:lnTo>
                <a:lnTo>
                  <a:pt x="91249" y="343162"/>
                </a:lnTo>
                <a:lnTo>
                  <a:pt x="53961" y="314368"/>
                </a:lnTo>
                <a:lnTo>
                  <a:pt x="25153" y="277098"/>
                </a:lnTo>
                <a:lnTo>
                  <a:pt x="6580" y="233108"/>
                </a:lnTo>
                <a:lnTo>
                  <a:pt x="0" y="184151"/>
                </a:lnTo>
                <a:lnTo>
                  <a:pt x="6580" y="135195"/>
                </a:lnTo>
                <a:lnTo>
                  <a:pt x="25153" y="91204"/>
                </a:lnTo>
                <a:lnTo>
                  <a:pt x="53961" y="53934"/>
                </a:lnTo>
                <a:lnTo>
                  <a:pt x="91249" y="25140"/>
                </a:lnTo>
                <a:lnTo>
                  <a:pt x="135262" y="6577"/>
                </a:lnTo>
                <a:lnTo>
                  <a:pt x="184243" y="0"/>
                </a:lnTo>
                <a:lnTo>
                  <a:pt x="233224" y="6577"/>
                </a:lnTo>
                <a:lnTo>
                  <a:pt x="277236" y="25140"/>
                </a:lnTo>
                <a:lnTo>
                  <a:pt x="314524" y="53934"/>
                </a:lnTo>
                <a:lnTo>
                  <a:pt x="343332" y="91204"/>
                </a:lnTo>
                <a:lnTo>
                  <a:pt x="361905" y="135195"/>
                </a:lnTo>
                <a:lnTo>
                  <a:pt x="368486" y="184151"/>
                </a:lnTo>
                <a:lnTo>
                  <a:pt x="361905" y="233108"/>
                </a:lnTo>
                <a:lnTo>
                  <a:pt x="343332" y="277098"/>
                </a:lnTo>
                <a:lnTo>
                  <a:pt x="314524" y="314368"/>
                </a:lnTo>
                <a:lnTo>
                  <a:pt x="277236" y="343162"/>
                </a:lnTo>
                <a:lnTo>
                  <a:pt x="233224" y="361725"/>
                </a:lnTo>
                <a:lnTo>
                  <a:pt x="184243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16263" y="3411636"/>
            <a:ext cx="737235" cy="368300"/>
          </a:xfrm>
          <a:custGeom>
            <a:avLst/>
            <a:gdLst/>
            <a:ahLst/>
            <a:cxnLst/>
            <a:rect l="l" t="t" r="r" b="b"/>
            <a:pathLst>
              <a:path w="737235" h="368300">
                <a:moveTo>
                  <a:pt x="736972" y="368303"/>
                </a:moveTo>
                <a:lnTo>
                  <a:pt x="0" y="368303"/>
                </a:lnTo>
                <a:lnTo>
                  <a:pt x="0" y="184151"/>
                </a:lnTo>
                <a:lnTo>
                  <a:pt x="9787" y="143868"/>
                </a:lnTo>
                <a:lnTo>
                  <a:pt x="36848" y="110490"/>
                </a:lnTo>
                <a:lnTo>
                  <a:pt x="77223" y="83875"/>
                </a:lnTo>
                <a:lnTo>
                  <a:pt x="121485" y="59849"/>
                </a:lnTo>
                <a:lnTo>
                  <a:pt x="168337" y="39276"/>
                </a:lnTo>
                <a:lnTo>
                  <a:pt x="216485" y="23018"/>
                </a:lnTo>
                <a:lnTo>
                  <a:pt x="254485" y="13595"/>
                </a:lnTo>
                <a:lnTo>
                  <a:pt x="292486" y="6330"/>
                </a:lnTo>
                <a:lnTo>
                  <a:pt x="330486" y="1654"/>
                </a:lnTo>
                <a:lnTo>
                  <a:pt x="368486" y="0"/>
                </a:lnTo>
                <a:lnTo>
                  <a:pt x="409077" y="1654"/>
                </a:lnTo>
                <a:lnTo>
                  <a:pt x="447941" y="6330"/>
                </a:lnTo>
                <a:lnTo>
                  <a:pt x="520486" y="23018"/>
                </a:lnTo>
                <a:lnTo>
                  <a:pt x="568634" y="38628"/>
                </a:lnTo>
                <a:lnTo>
                  <a:pt x="615487" y="58122"/>
                </a:lnTo>
                <a:lnTo>
                  <a:pt x="659748" y="81933"/>
                </a:lnTo>
                <a:lnTo>
                  <a:pt x="700124" y="110490"/>
                </a:lnTo>
                <a:lnTo>
                  <a:pt x="727184" y="143868"/>
                </a:lnTo>
                <a:lnTo>
                  <a:pt x="736972" y="184151"/>
                </a:lnTo>
                <a:lnTo>
                  <a:pt x="736972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4354" y="3806200"/>
            <a:ext cx="15481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946" y="1289882"/>
            <a:ext cx="2033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kumimoji="0" sz="2000" b="1" i="1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demonstration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1" name="object 7">
            <a:extLst>
              <a:ext uri="{FF2B5EF4-FFF2-40B4-BE49-F238E27FC236}">
                <a16:creationId xmlns:a16="http://schemas.microsoft.com/office/drawing/2014/main" id="{E11FC5E7-0C38-F8A9-1276-8A56C21C5B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6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Demonstration</a:t>
            </a:r>
            <a:r>
              <a:rPr spc="-6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public</a:t>
            </a:r>
            <a:r>
              <a:rPr spc="-75" dirty="0"/>
              <a:t> </a:t>
            </a:r>
            <a:r>
              <a:rPr spc="-10" dirty="0"/>
              <a:t>broker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816" y="2186940"/>
            <a:ext cx="2414015" cy="914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53783" y="4190808"/>
            <a:ext cx="368300" cy="368935"/>
          </a:xfrm>
          <a:custGeom>
            <a:avLst/>
            <a:gdLst/>
            <a:ahLst/>
            <a:cxnLst/>
            <a:rect l="l" t="t" r="r" b="b"/>
            <a:pathLst>
              <a:path w="368300" h="368935">
                <a:moveTo>
                  <a:pt x="183992" y="368805"/>
                </a:moveTo>
                <a:lnTo>
                  <a:pt x="135077" y="362218"/>
                </a:lnTo>
                <a:lnTo>
                  <a:pt x="91125" y="343630"/>
                </a:lnTo>
                <a:lnTo>
                  <a:pt x="53888" y="314797"/>
                </a:lnTo>
                <a:lnTo>
                  <a:pt x="25119" y="277476"/>
                </a:lnTo>
                <a:lnTo>
                  <a:pt x="6572" y="233426"/>
                </a:lnTo>
                <a:lnTo>
                  <a:pt x="0" y="184402"/>
                </a:lnTo>
                <a:lnTo>
                  <a:pt x="6572" y="135379"/>
                </a:lnTo>
                <a:lnTo>
                  <a:pt x="25119" y="91328"/>
                </a:lnTo>
                <a:lnTo>
                  <a:pt x="53888" y="54008"/>
                </a:lnTo>
                <a:lnTo>
                  <a:pt x="91125" y="25175"/>
                </a:lnTo>
                <a:lnTo>
                  <a:pt x="135077" y="6586"/>
                </a:lnTo>
                <a:lnTo>
                  <a:pt x="183992" y="0"/>
                </a:lnTo>
                <a:lnTo>
                  <a:pt x="232906" y="6586"/>
                </a:lnTo>
                <a:lnTo>
                  <a:pt x="276858" y="25175"/>
                </a:lnTo>
                <a:lnTo>
                  <a:pt x="314096" y="54008"/>
                </a:lnTo>
                <a:lnTo>
                  <a:pt x="342865" y="91328"/>
                </a:lnTo>
                <a:lnTo>
                  <a:pt x="361412" y="135379"/>
                </a:lnTo>
                <a:lnTo>
                  <a:pt x="367984" y="184402"/>
                </a:lnTo>
                <a:lnTo>
                  <a:pt x="361412" y="233426"/>
                </a:lnTo>
                <a:lnTo>
                  <a:pt x="342865" y="277476"/>
                </a:lnTo>
                <a:lnTo>
                  <a:pt x="314096" y="314797"/>
                </a:lnTo>
                <a:lnTo>
                  <a:pt x="276858" y="343630"/>
                </a:lnTo>
                <a:lnTo>
                  <a:pt x="232906" y="362218"/>
                </a:lnTo>
                <a:lnTo>
                  <a:pt x="183992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9791" y="4605714"/>
            <a:ext cx="735965" cy="368935"/>
          </a:xfrm>
          <a:custGeom>
            <a:avLst/>
            <a:gdLst/>
            <a:ahLst/>
            <a:cxnLst/>
            <a:rect l="l" t="t" r="r" b="b"/>
            <a:pathLst>
              <a:path w="735965" h="368935">
                <a:moveTo>
                  <a:pt x="735968" y="368805"/>
                </a:moveTo>
                <a:lnTo>
                  <a:pt x="0" y="368805"/>
                </a:lnTo>
                <a:lnTo>
                  <a:pt x="0" y="184402"/>
                </a:lnTo>
                <a:lnTo>
                  <a:pt x="9774" y="144064"/>
                </a:lnTo>
                <a:lnTo>
                  <a:pt x="36798" y="110641"/>
                </a:lnTo>
                <a:lnTo>
                  <a:pt x="77118" y="83989"/>
                </a:lnTo>
                <a:lnTo>
                  <a:pt x="121319" y="59930"/>
                </a:lnTo>
                <a:lnTo>
                  <a:pt x="168108" y="39329"/>
                </a:lnTo>
                <a:lnTo>
                  <a:pt x="216190" y="23050"/>
                </a:lnTo>
                <a:lnTo>
                  <a:pt x="254139" y="13614"/>
                </a:lnTo>
                <a:lnTo>
                  <a:pt x="292087" y="6338"/>
                </a:lnTo>
                <a:lnTo>
                  <a:pt x="330035" y="1656"/>
                </a:lnTo>
                <a:lnTo>
                  <a:pt x="367984" y="0"/>
                </a:lnTo>
                <a:lnTo>
                  <a:pt x="408520" y="1656"/>
                </a:lnTo>
                <a:lnTo>
                  <a:pt x="447330" y="6338"/>
                </a:lnTo>
                <a:lnTo>
                  <a:pt x="519777" y="23050"/>
                </a:lnTo>
                <a:lnTo>
                  <a:pt x="567860" y="38681"/>
                </a:lnTo>
                <a:lnTo>
                  <a:pt x="614648" y="58202"/>
                </a:lnTo>
                <a:lnTo>
                  <a:pt x="658850" y="82044"/>
                </a:lnTo>
                <a:lnTo>
                  <a:pt x="699170" y="110641"/>
                </a:lnTo>
                <a:lnTo>
                  <a:pt x="726194" y="144064"/>
                </a:lnTo>
                <a:lnTo>
                  <a:pt x="735968" y="184402"/>
                </a:lnTo>
                <a:lnTo>
                  <a:pt x="735968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73486" y="4670868"/>
            <a:ext cx="368935" cy="368935"/>
          </a:xfrm>
          <a:custGeom>
            <a:avLst/>
            <a:gdLst/>
            <a:ahLst/>
            <a:cxnLst/>
            <a:rect l="l" t="t" r="r" b="b"/>
            <a:pathLst>
              <a:path w="368935" h="368935">
                <a:moveTo>
                  <a:pt x="184243" y="368805"/>
                </a:moveTo>
                <a:lnTo>
                  <a:pt x="135262" y="362218"/>
                </a:lnTo>
                <a:lnTo>
                  <a:pt x="91249" y="343630"/>
                </a:lnTo>
                <a:lnTo>
                  <a:pt x="53961" y="314797"/>
                </a:lnTo>
                <a:lnTo>
                  <a:pt x="25153" y="277476"/>
                </a:lnTo>
                <a:lnTo>
                  <a:pt x="6580" y="233426"/>
                </a:lnTo>
                <a:lnTo>
                  <a:pt x="0" y="184402"/>
                </a:lnTo>
                <a:lnTo>
                  <a:pt x="6580" y="135379"/>
                </a:lnTo>
                <a:lnTo>
                  <a:pt x="25153" y="91328"/>
                </a:lnTo>
                <a:lnTo>
                  <a:pt x="53961" y="54008"/>
                </a:lnTo>
                <a:lnTo>
                  <a:pt x="91249" y="25175"/>
                </a:lnTo>
                <a:lnTo>
                  <a:pt x="135262" y="6586"/>
                </a:lnTo>
                <a:lnTo>
                  <a:pt x="184243" y="0"/>
                </a:lnTo>
                <a:lnTo>
                  <a:pt x="233224" y="6586"/>
                </a:lnTo>
                <a:lnTo>
                  <a:pt x="277236" y="25175"/>
                </a:lnTo>
                <a:lnTo>
                  <a:pt x="314524" y="54008"/>
                </a:lnTo>
                <a:lnTo>
                  <a:pt x="343332" y="91328"/>
                </a:lnTo>
                <a:lnTo>
                  <a:pt x="361905" y="135379"/>
                </a:lnTo>
                <a:lnTo>
                  <a:pt x="368486" y="184402"/>
                </a:lnTo>
                <a:lnTo>
                  <a:pt x="361905" y="233426"/>
                </a:lnTo>
                <a:lnTo>
                  <a:pt x="343332" y="277476"/>
                </a:lnTo>
                <a:lnTo>
                  <a:pt x="314524" y="314797"/>
                </a:lnTo>
                <a:lnTo>
                  <a:pt x="277236" y="343630"/>
                </a:lnTo>
                <a:lnTo>
                  <a:pt x="233224" y="362218"/>
                </a:lnTo>
                <a:lnTo>
                  <a:pt x="184243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89242" y="5085774"/>
            <a:ext cx="737235" cy="368935"/>
          </a:xfrm>
          <a:custGeom>
            <a:avLst/>
            <a:gdLst/>
            <a:ahLst/>
            <a:cxnLst/>
            <a:rect l="l" t="t" r="r" b="b"/>
            <a:pathLst>
              <a:path w="737235" h="368935">
                <a:moveTo>
                  <a:pt x="736972" y="368805"/>
                </a:moveTo>
                <a:lnTo>
                  <a:pt x="0" y="368805"/>
                </a:lnTo>
                <a:lnTo>
                  <a:pt x="0" y="184402"/>
                </a:lnTo>
                <a:lnTo>
                  <a:pt x="9787" y="144064"/>
                </a:lnTo>
                <a:lnTo>
                  <a:pt x="36848" y="110641"/>
                </a:lnTo>
                <a:lnTo>
                  <a:pt x="77223" y="83989"/>
                </a:lnTo>
                <a:lnTo>
                  <a:pt x="121485" y="59930"/>
                </a:lnTo>
                <a:lnTo>
                  <a:pt x="168337" y="39329"/>
                </a:lnTo>
                <a:lnTo>
                  <a:pt x="216485" y="23050"/>
                </a:lnTo>
                <a:lnTo>
                  <a:pt x="254485" y="13614"/>
                </a:lnTo>
                <a:lnTo>
                  <a:pt x="292486" y="6338"/>
                </a:lnTo>
                <a:lnTo>
                  <a:pt x="330486" y="1656"/>
                </a:lnTo>
                <a:lnTo>
                  <a:pt x="368486" y="0"/>
                </a:lnTo>
                <a:lnTo>
                  <a:pt x="409077" y="1656"/>
                </a:lnTo>
                <a:lnTo>
                  <a:pt x="447941" y="6338"/>
                </a:lnTo>
                <a:lnTo>
                  <a:pt x="520486" y="23050"/>
                </a:lnTo>
                <a:lnTo>
                  <a:pt x="568634" y="38681"/>
                </a:lnTo>
                <a:lnTo>
                  <a:pt x="615487" y="58202"/>
                </a:lnTo>
                <a:lnTo>
                  <a:pt x="659748" y="82044"/>
                </a:lnTo>
                <a:lnTo>
                  <a:pt x="700124" y="110641"/>
                </a:lnTo>
                <a:lnTo>
                  <a:pt x="727184" y="144064"/>
                </a:lnTo>
                <a:lnTo>
                  <a:pt x="736972" y="184402"/>
                </a:lnTo>
                <a:lnTo>
                  <a:pt x="736972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503" y="4946361"/>
            <a:ext cx="2748915" cy="98615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12850" marR="0" lvl="0" indent="0" defTabSz="91440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946" y="1289882"/>
            <a:ext cx="2033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kumimoji="0" sz="2000" b="1" i="1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demonstration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34734" y="2441307"/>
            <a:ext cx="828675" cy="452755"/>
          </a:xfrm>
          <a:custGeom>
            <a:avLst/>
            <a:gdLst/>
            <a:ahLst/>
            <a:cxnLst/>
            <a:rect l="l" t="t" r="r" b="b"/>
            <a:pathLst>
              <a:path w="828675" h="452755">
                <a:moveTo>
                  <a:pt x="602430" y="0"/>
                </a:moveTo>
                <a:lnTo>
                  <a:pt x="716444" y="113053"/>
                </a:lnTo>
                <a:lnTo>
                  <a:pt x="794233" y="190777"/>
                </a:lnTo>
                <a:lnTo>
                  <a:pt x="828341" y="226107"/>
                </a:lnTo>
                <a:lnTo>
                  <a:pt x="602430" y="452214"/>
                </a:lnTo>
                <a:lnTo>
                  <a:pt x="602430" y="339160"/>
                </a:lnTo>
                <a:lnTo>
                  <a:pt x="0" y="226107"/>
                </a:lnTo>
                <a:lnTo>
                  <a:pt x="602430" y="113053"/>
                </a:lnTo>
                <a:lnTo>
                  <a:pt x="6024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6264" y="2600133"/>
            <a:ext cx="165227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8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could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23230" y="1758149"/>
            <a:ext cx="633730" cy="801370"/>
          </a:xfrm>
          <a:custGeom>
            <a:avLst/>
            <a:gdLst/>
            <a:ahLst/>
            <a:cxnLst/>
            <a:rect l="l" t="t" r="r" b="b"/>
            <a:pathLst>
              <a:path w="633729" h="801369">
                <a:moveTo>
                  <a:pt x="592074" y="764997"/>
                </a:moveTo>
                <a:lnTo>
                  <a:pt x="520547" y="764997"/>
                </a:lnTo>
                <a:lnTo>
                  <a:pt x="520547" y="705637"/>
                </a:lnTo>
                <a:lnTo>
                  <a:pt x="520547" y="699985"/>
                </a:lnTo>
                <a:lnTo>
                  <a:pt x="520547" y="594474"/>
                </a:lnTo>
                <a:lnTo>
                  <a:pt x="520547" y="591642"/>
                </a:lnTo>
                <a:lnTo>
                  <a:pt x="520547" y="530402"/>
                </a:lnTo>
                <a:lnTo>
                  <a:pt x="518718" y="521157"/>
                </a:lnTo>
                <a:lnTo>
                  <a:pt x="513715" y="513689"/>
                </a:lnTo>
                <a:lnTo>
                  <a:pt x="506247" y="508673"/>
                </a:lnTo>
                <a:lnTo>
                  <a:pt x="497014" y="506857"/>
                </a:lnTo>
                <a:lnTo>
                  <a:pt x="432054" y="506857"/>
                </a:lnTo>
                <a:lnTo>
                  <a:pt x="432054" y="647230"/>
                </a:lnTo>
                <a:lnTo>
                  <a:pt x="379349" y="699985"/>
                </a:lnTo>
                <a:lnTo>
                  <a:pt x="366166" y="686803"/>
                </a:lnTo>
                <a:lnTo>
                  <a:pt x="405701" y="647230"/>
                </a:lnTo>
                <a:lnTo>
                  <a:pt x="366166" y="607656"/>
                </a:lnTo>
                <a:lnTo>
                  <a:pt x="379349" y="594474"/>
                </a:lnTo>
                <a:lnTo>
                  <a:pt x="432054" y="647230"/>
                </a:lnTo>
                <a:lnTo>
                  <a:pt x="432054" y="506857"/>
                </a:lnTo>
                <a:lnTo>
                  <a:pt x="348284" y="506857"/>
                </a:lnTo>
                <a:lnTo>
                  <a:pt x="348284" y="599186"/>
                </a:lnTo>
                <a:lnTo>
                  <a:pt x="304038" y="705637"/>
                </a:lnTo>
                <a:lnTo>
                  <a:pt x="289217" y="699046"/>
                </a:lnTo>
                <a:lnTo>
                  <a:pt x="287096" y="698106"/>
                </a:lnTo>
                <a:lnTo>
                  <a:pt x="330555" y="593521"/>
                </a:lnTo>
                <a:lnTo>
                  <a:pt x="331343" y="591642"/>
                </a:lnTo>
                <a:lnTo>
                  <a:pt x="348284" y="599186"/>
                </a:lnTo>
                <a:lnTo>
                  <a:pt x="348284" y="506857"/>
                </a:lnTo>
                <a:lnTo>
                  <a:pt x="268274" y="506857"/>
                </a:lnTo>
                <a:lnTo>
                  <a:pt x="268274" y="606717"/>
                </a:lnTo>
                <a:lnTo>
                  <a:pt x="228739" y="646290"/>
                </a:lnTo>
                <a:lnTo>
                  <a:pt x="268274" y="685850"/>
                </a:lnTo>
                <a:lnTo>
                  <a:pt x="255092" y="699046"/>
                </a:lnTo>
                <a:lnTo>
                  <a:pt x="202387" y="646290"/>
                </a:lnTo>
                <a:lnTo>
                  <a:pt x="255092" y="593521"/>
                </a:lnTo>
                <a:lnTo>
                  <a:pt x="268274" y="606717"/>
                </a:lnTo>
                <a:lnTo>
                  <a:pt x="268274" y="506857"/>
                </a:lnTo>
                <a:lnTo>
                  <a:pt x="138379" y="506857"/>
                </a:lnTo>
                <a:lnTo>
                  <a:pt x="129133" y="508673"/>
                </a:lnTo>
                <a:lnTo>
                  <a:pt x="121666" y="513689"/>
                </a:lnTo>
                <a:lnTo>
                  <a:pt x="116662" y="521157"/>
                </a:lnTo>
                <a:lnTo>
                  <a:pt x="114846" y="530402"/>
                </a:lnTo>
                <a:lnTo>
                  <a:pt x="114846" y="764997"/>
                </a:lnTo>
                <a:lnTo>
                  <a:pt x="43307" y="764997"/>
                </a:lnTo>
                <a:lnTo>
                  <a:pt x="43307" y="777240"/>
                </a:lnTo>
                <a:lnTo>
                  <a:pt x="45123" y="786485"/>
                </a:lnTo>
                <a:lnTo>
                  <a:pt x="50126" y="793965"/>
                </a:lnTo>
                <a:lnTo>
                  <a:pt x="57594" y="798969"/>
                </a:lnTo>
                <a:lnTo>
                  <a:pt x="66840" y="800798"/>
                </a:lnTo>
                <a:lnTo>
                  <a:pt x="568553" y="800798"/>
                </a:lnTo>
                <a:lnTo>
                  <a:pt x="577786" y="798969"/>
                </a:lnTo>
                <a:lnTo>
                  <a:pt x="585254" y="793965"/>
                </a:lnTo>
                <a:lnTo>
                  <a:pt x="590257" y="786485"/>
                </a:lnTo>
                <a:lnTo>
                  <a:pt x="592074" y="777240"/>
                </a:lnTo>
                <a:lnTo>
                  <a:pt x="592074" y="764997"/>
                </a:lnTo>
                <a:close/>
              </a:path>
              <a:path w="633729" h="801369">
                <a:moveTo>
                  <a:pt x="633501" y="668896"/>
                </a:moveTo>
                <a:lnTo>
                  <a:pt x="618439" y="526643"/>
                </a:lnTo>
                <a:lnTo>
                  <a:pt x="608787" y="487895"/>
                </a:lnTo>
                <a:lnTo>
                  <a:pt x="583603" y="456920"/>
                </a:lnTo>
                <a:lnTo>
                  <a:pt x="534771" y="424891"/>
                </a:lnTo>
                <a:lnTo>
                  <a:pt x="513588" y="414528"/>
                </a:lnTo>
                <a:lnTo>
                  <a:pt x="496112" y="406704"/>
                </a:lnTo>
                <a:lnTo>
                  <a:pt x="464058" y="394741"/>
                </a:lnTo>
                <a:lnTo>
                  <a:pt x="417944" y="375894"/>
                </a:lnTo>
                <a:lnTo>
                  <a:pt x="414172" y="374015"/>
                </a:lnTo>
                <a:lnTo>
                  <a:pt x="412292" y="371195"/>
                </a:lnTo>
                <a:lnTo>
                  <a:pt x="412292" y="365531"/>
                </a:lnTo>
                <a:lnTo>
                  <a:pt x="412292" y="344805"/>
                </a:lnTo>
                <a:lnTo>
                  <a:pt x="453948" y="292646"/>
                </a:lnTo>
                <a:lnTo>
                  <a:pt x="468769" y="227050"/>
                </a:lnTo>
                <a:lnTo>
                  <a:pt x="468769" y="193128"/>
                </a:lnTo>
                <a:lnTo>
                  <a:pt x="474421" y="196900"/>
                </a:lnTo>
                <a:lnTo>
                  <a:pt x="487591" y="198780"/>
                </a:lnTo>
                <a:lnTo>
                  <a:pt x="485673" y="193128"/>
                </a:lnTo>
                <a:lnTo>
                  <a:pt x="471589" y="151676"/>
                </a:lnTo>
                <a:lnTo>
                  <a:pt x="467829" y="138493"/>
                </a:lnTo>
                <a:lnTo>
                  <a:pt x="466890" y="131889"/>
                </a:lnTo>
                <a:lnTo>
                  <a:pt x="464350" y="122466"/>
                </a:lnTo>
                <a:lnTo>
                  <a:pt x="456844" y="94589"/>
                </a:lnTo>
                <a:lnTo>
                  <a:pt x="438772" y="63119"/>
                </a:lnTo>
                <a:lnTo>
                  <a:pt x="430174" y="54229"/>
                </a:lnTo>
                <a:lnTo>
                  <a:pt x="430174" y="160159"/>
                </a:lnTo>
                <a:lnTo>
                  <a:pt x="430174" y="226110"/>
                </a:lnTo>
                <a:lnTo>
                  <a:pt x="421259" y="270002"/>
                </a:lnTo>
                <a:lnTo>
                  <a:pt x="397002" y="305943"/>
                </a:lnTo>
                <a:lnTo>
                  <a:pt x="391579" y="309613"/>
                </a:lnTo>
                <a:lnTo>
                  <a:pt x="391579" y="404164"/>
                </a:lnTo>
                <a:lnTo>
                  <a:pt x="373062" y="409092"/>
                </a:lnTo>
                <a:lnTo>
                  <a:pt x="354279" y="412521"/>
                </a:lnTo>
                <a:lnTo>
                  <a:pt x="335330" y="414362"/>
                </a:lnTo>
                <a:lnTo>
                  <a:pt x="316280" y="414528"/>
                </a:lnTo>
                <a:lnTo>
                  <a:pt x="297776" y="413829"/>
                </a:lnTo>
                <a:lnTo>
                  <a:pt x="279095" y="411822"/>
                </a:lnTo>
                <a:lnTo>
                  <a:pt x="260426" y="408571"/>
                </a:lnTo>
                <a:lnTo>
                  <a:pt x="241922" y="404164"/>
                </a:lnTo>
                <a:lnTo>
                  <a:pt x="249631" y="396824"/>
                </a:lnTo>
                <a:lnTo>
                  <a:pt x="255562" y="387794"/>
                </a:lnTo>
                <a:lnTo>
                  <a:pt x="259384" y="377532"/>
                </a:lnTo>
                <a:lnTo>
                  <a:pt x="259473" y="376847"/>
                </a:lnTo>
                <a:lnTo>
                  <a:pt x="259588" y="375894"/>
                </a:lnTo>
                <a:lnTo>
                  <a:pt x="259702" y="374954"/>
                </a:lnTo>
                <a:lnTo>
                  <a:pt x="259816" y="374015"/>
                </a:lnTo>
                <a:lnTo>
                  <a:pt x="260743" y="366483"/>
                </a:lnTo>
                <a:lnTo>
                  <a:pt x="260743" y="365531"/>
                </a:lnTo>
                <a:lnTo>
                  <a:pt x="288455" y="374015"/>
                </a:lnTo>
                <a:lnTo>
                  <a:pt x="317220" y="376847"/>
                </a:lnTo>
                <a:lnTo>
                  <a:pt x="345986" y="374015"/>
                </a:lnTo>
                <a:lnTo>
                  <a:pt x="373697" y="365531"/>
                </a:lnTo>
                <a:lnTo>
                  <a:pt x="373697" y="366483"/>
                </a:lnTo>
                <a:lnTo>
                  <a:pt x="374904" y="376999"/>
                </a:lnTo>
                <a:lnTo>
                  <a:pt x="378409" y="387083"/>
                </a:lnTo>
                <a:lnTo>
                  <a:pt x="384022" y="396290"/>
                </a:lnTo>
                <a:lnTo>
                  <a:pt x="391579" y="404164"/>
                </a:lnTo>
                <a:lnTo>
                  <a:pt x="391579" y="309613"/>
                </a:lnTo>
                <a:lnTo>
                  <a:pt x="361086" y="330238"/>
                </a:lnTo>
                <a:lnTo>
                  <a:pt x="317220" y="339153"/>
                </a:lnTo>
                <a:lnTo>
                  <a:pt x="275221" y="331165"/>
                </a:lnTo>
                <a:lnTo>
                  <a:pt x="240271" y="309130"/>
                </a:lnTo>
                <a:lnTo>
                  <a:pt x="215557" y="275958"/>
                </a:lnTo>
                <a:lnTo>
                  <a:pt x="207352" y="245884"/>
                </a:lnTo>
                <a:lnTo>
                  <a:pt x="204266" y="234581"/>
                </a:lnTo>
                <a:lnTo>
                  <a:pt x="245427" y="219671"/>
                </a:lnTo>
                <a:lnTo>
                  <a:pt x="289572" y="200952"/>
                </a:lnTo>
                <a:lnTo>
                  <a:pt x="332905" y="178485"/>
                </a:lnTo>
                <a:lnTo>
                  <a:pt x="371627" y="152311"/>
                </a:lnTo>
                <a:lnTo>
                  <a:pt x="401942" y="122466"/>
                </a:lnTo>
                <a:lnTo>
                  <a:pt x="408470" y="132207"/>
                </a:lnTo>
                <a:lnTo>
                  <a:pt x="415353" y="141668"/>
                </a:lnTo>
                <a:lnTo>
                  <a:pt x="422592" y="150952"/>
                </a:lnTo>
                <a:lnTo>
                  <a:pt x="430174" y="160159"/>
                </a:lnTo>
                <a:lnTo>
                  <a:pt x="430174" y="54229"/>
                </a:lnTo>
                <a:lnTo>
                  <a:pt x="413804" y="37299"/>
                </a:lnTo>
                <a:lnTo>
                  <a:pt x="394487" y="24498"/>
                </a:lnTo>
                <a:lnTo>
                  <a:pt x="383108" y="16954"/>
                </a:lnTo>
                <a:lnTo>
                  <a:pt x="379349" y="15074"/>
                </a:lnTo>
                <a:lnTo>
                  <a:pt x="374637" y="15074"/>
                </a:lnTo>
                <a:lnTo>
                  <a:pt x="370878" y="17894"/>
                </a:lnTo>
                <a:lnTo>
                  <a:pt x="362407" y="24498"/>
                </a:lnTo>
                <a:lnTo>
                  <a:pt x="352996" y="11303"/>
                </a:lnTo>
                <a:lnTo>
                  <a:pt x="316280" y="0"/>
                </a:lnTo>
                <a:lnTo>
                  <a:pt x="273431" y="6680"/>
                </a:lnTo>
                <a:lnTo>
                  <a:pt x="235267" y="25438"/>
                </a:lnTo>
                <a:lnTo>
                  <a:pt x="203568" y="54330"/>
                </a:lnTo>
                <a:lnTo>
                  <a:pt x="180098" y="91401"/>
                </a:lnTo>
                <a:lnTo>
                  <a:pt x="166611" y="134721"/>
                </a:lnTo>
                <a:lnTo>
                  <a:pt x="166611" y="157327"/>
                </a:lnTo>
                <a:lnTo>
                  <a:pt x="165887" y="172694"/>
                </a:lnTo>
                <a:lnTo>
                  <a:pt x="163677" y="187718"/>
                </a:lnTo>
                <a:lnTo>
                  <a:pt x="159867" y="202374"/>
                </a:lnTo>
                <a:lnTo>
                  <a:pt x="154381" y="216687"/>
                </a:lnTo>
                <a:lnTo>
                  <a:pt x="138379" y="254368"/>
                </a:lnTo>
                <a:lnTo>
                  <a:pt x="145199" y="252641"/>
                </a:lnTo>
                <a:lnTo>
                  <a:pt x="150609" y="251193"/>
                </a:lnTo>
                <a:lnTo>
                  <a:pt x="168490" y="245884"/>
                </a:lnTo>
                <a:lnTo>
                  <a:pt x="174777" y="274040"/>
                </a:lnTo>
                <a:lnTo>
                  <a:pt x="186258" y="300062"/>
                </a:lnTo>
                <a:lnTo>
                  <a:pt x="202514" y="323265"/>
                </a:lnTo>
                <a:lnTo>
                  <a:pt x="223088" y="342925"/>
                </a:lnTo>
                <a:lnTo>
                  <a:pt x="223088" y="370243"/>
                </a:lnTo>
                <a:lnTo>
                  <a:pt x="221208" y="374015"/>
                </a:lnTo>
                <a:lnTo>
                  <a:pt x="217449" y="374954"/>
                </a:lnTo>
                <a:lnTo>
                  <a:pt x="171323" y="393801"/>
                </a:lnTo>
                <a:lnTo>
                  <a:pt x="108369" y="419595"/>
                </a:lnTo>
                <a:lnTo>
                  <a:pt x="51777" y="455980"/>
                </a:lnTo>
                <a:lnTo>
                  <a:pt x="26123" y="486956"/>
                </a:lnTo>
                <a:lnTo>
                  <a:pt x="16002" y="525691"/>
                </a:lnTo>
                <a:lnTo>
                  <a:pt x="15900" y="526643"/>
                </a:lnTo>
                <a:lnTo>
                  <a:pt x="15798" y="527583"/>
                </a:lnTo>
                <a:lnTo>
                  <a:pt x="0" y="668896"/>
                </a:lnTo>
                <a:lnTo>
                  <a:pt x="101" y="684301"/>
                </a:lnTo>
                <a:lnTo>
                  <a:pt x="4343" y="698779"/>
                </a:lnTo>
                <a:lnTo>
                  <a:pt x="34455" y="728383"/>
                </a:lnTo>
                <a:lnTo>
                  <a:pt x="69659" y="745210"/>
                </a:lnTo>
                <a:lnTo>
                  <a:pt x="96012" y="745210"/>
                </a:lnTo>
                <a:lnTo>
                  <a:pt x="96012" y="716000"/>
                </a:lnTo>
                <a:lnTo>
                  <a:pt x="82778" y="710857"/>
                </a:lnTo>
                <a:lnTo>
                  <a:pt x="69900" y="705167"/>
                </a:lnTo>
                <a:lnTo>
                  <a:pt x="57365" y="698779"/>
                </a:lnTo>
                <a:lnTo>
                  <a:pt x="45186" y="691502"/>
                </a:lnTo>
                <a:lnTo>
                  <a:pt x="39535" y="687743"/>
                </a:lnTo>
                <a:lnTo>
                  <a:pt x="36715" y="681139"/>
                </a:lnTo>
                <a:lnTo>
                  <a:pt x="37655" y="674547"/>
                </a:lnTo>
                <a:lnTo>
                  <a:pt x="37757" y="673608"/>
                </a:lnTo>
                <a:lnTo>
                  <a:pt x="53657" y="529463"/>
                </a:lnTo>
                <a:lnTo>
                  <a:pt x="53771" y="526643"/>
                </a:lnTo>
                <a:lnTo>
                  <a:pt x="53898" y="525691"/>
                </a:lnTo>
                <a:lnTo>
                  <a:pt x="75311" y="485190"/>
                </a:lnTo>
                <a:lnTo>
                  <a:pt x="126250" y="453148"/>
                </a:lnTo>
                <a:lnTo>
                  <a:pt x="183553" y="429602"/>
                </a:lnTo>
                <a:lnTo>
                  <a:pt x="198615" y="424891"/>
                </a:lnTo>
                <a:lnTo>
                  <a:pt x="221919" y="436308"/>
                </a:lnTo>
                <a:lnTo>
                  <a:pt x="250151" y="444906"/>
                </a:lnTo>
                <a:lnTo>
                  <a:pt x="282270" y="450329"/>
                </a:lnTo>
                <a:lnTo>
                  <a:pt x="317220" y="452208"/>
                </a:lnTo>
                <a:lnTo>
                  <a:pt x="352183" y="450329"/>
                </a:lnTo>
                <a:lnTo>
                  <a:pt x="384403" y="444906"/>
                </a:lnTo>
                <a:lnTo>
                  <a:pt x="412927" y="436308"/>
                </a:lnTo>
                <a:lnTo>
                  <a:pt x="436765" y="424891"/>
                </a:lnTo>
                <a:lnTo>
                  <a:pt x="450888" y="429602"/>
                </a:lnTo>
                <a:lnTo>
                  <a:pt x="508190" y="453148"/>
                </a:lnTo>
                <a:lnTo>
                  <a:pt x="559130" y="485190"/>
                </a:lnTo>
                <a:lnTo>
                  <a:pt x="579843" y="527583"/>
                </a:lnTo>
                <a:lnTo>
                  <a:pt x="596785" y="673608"/>
                </a:lnTo>
                <a:lnTo>
                  <a:pt x="564553" y="704583"/>
                </a:lnTo>
                <a:lnTo>
                  <a:pt x="538429" y="715060"/>
                </a:lnTo>
                <a:lnTo>
                  <a:pt x="538429" y="745210"/>
                </a:lnTo>
                <a:lnTo>
                  <a:pt x="563841" y="745210"/>
                </a:lnTo>
                <a:lnTo>
                  <a:pt x="575818" y="740067"/>
                </a:lnTo>
                <a:lnTo>
                  <a:pt x="609968" y="721652"/>
                </a:lnTo>
                <a:lnTo>
                  <a:pt x="633399" y="684301"/>
                </a:lnTo>
                <a:lnTo>
                  <a:pt x="633501" y="668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05187" y="2369134"/>
            <a:ext cx="3384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4735" y="1937003"/>
            <a:ext cx="640079" cy="64007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692545" y="2613684"/>
            <a:ext cx="169418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800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public</a:t>
            </a:r>
            <a:r>
              <a:rPr kumimoji="0" sz="2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broker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77045" y="2212848"/>
            <a:ext cx="1760294" cy="32308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43160" y="3125470"/>
            <a:ext cx="1347215" cy="294555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663972" y="1863775"/>
            <a:ext cx="139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famous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63972" y="2752344"/>
            <a:ext cx="172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example: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34734" y="4768454"/>
            <a:ext cx="828675" cy="452755"/>
          </a:xfrm>
          <a:custGeom>
            <a:avLst/>
            <a:gdLst/>
            <a:ahLst/>
            <a:cxnLst/>
            <a:rect l="l" t="t" r="r" b="b"/>
            <a:pathLst>
              <a:path w="828675" h="452754">
                <a:moveTo>
                  <a:pt x="602430" y="0"/>
                </a:moveTo>
                <a:lnTo>
                  <a:pt x="716444" y="113053"/>
                </a:lnTo>
                <a:lnTo>
                  <a:pt x="794233" y="190777"/>
                </a:lnTo>
                <a:lnTo>
                  <a:pt x="828341" y="226107"/>
                </a:lnTo>
                <a:lnTo>
                  <a:pt x="602430" y="452214"/>
                </a:lnTo>
                <a:lnTo>
                  <a:pt x="602430" y="339160"/>
                </a:lnTo>
                <a:lnTo>
                  <a:pt x="0" y="226107"/>
                </a:lnTo>
                <a:lnTo>
                  <a:pt x="602430" y="113053"/>
                </a:lnTo>
                <a:lnTo>
                  <a:pt x="6024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48961" y="4421890"/>
            <a:ext cx="1811020" cy="1969135"/>
          </a:xfrm>
          <a:custGeom>
            <a:avLst/>
            <a:gdLst/>
            <a:ahLst/>
            <a:cxnLst/>
            <a:rect l="l" t="t" r="r" b="b"/>
            <a:pathLst>
              <a:path w="1811020" h="1969135">
                <a:moveTo>
                  <a:pt x="0" y="306984"/>
                </a:moveTo>
                <a:lnTo>
                  <a:pt x="3328" y="261620"/>
                </a:lnTo>
                <a:lnTo>
                  <a:pt x="12997" y="218322"/>
                </a:lnTo>
                <a:lnTo>
                  <a:pt x="28531" y="177566"/>
                </a:lnTo>
                <a:lnTo>
                  <a:pt x="49456" y="139827"/>
                </a:lnTo>
                <a:lnTo>
                  <a:pt x="75297" y="105579"/>
                </a:lnTo>
                <a:lnTo>
                  <a:pt x="105579" y="75297"/>
                </a:lnTo>
                <a:lnTo>
                  <a:pt x="139827" y="49456"/>
                </a:lnTo>
                <a:lnTo>
                  <a:pt x="177566" y="28531"/>
                </a:lnTo>
                <a:lnTo>
                  <a:pt x="218322" y="12997"/>
                </a:lnTo>
                <a:lnTo>
                  <a:pt x="261620" y="3328"/>
                </a:lnTo>
                <a:lnTo>
                  <a:pt x="306984" y="0"/>
                </a:lnTo>
                <a:lnTo>
                  <a:pt x="1503527" y="0"/>
                </a:lnTo>
                <a:lnTo>
                  <a:pt x="1548892" y="3328"/>
                </a:lnTo>
                <a:lnTo>
                  <a:pt x="1592189" y="12997"/>
                </a:lnTo>
                <a:lnTo>
                  <a:pt x="1632945" y="28531"/>
                </a:lnTo>
                <a:lnTo>
                  <a:pt x="1670684" y="49456"/>
                </a:lnTo>
                <a:lnTo>
                  <a:pt x="1704932" y="75297"/>
                </a:lnTo>
                <a:lnTo>
                  <a:pt x="1735214" y="105579"/>
                </a:lnTo>
                <a:lnTo>
                  <a:pt x="1761055" y="139827"/>
                </a:lnTo>
                <a:lnTo>
                  <a:pt x="1781980" y="177566"/>
                </a:lnTo>
                <a:lnTo>
                  <a:pt x="1797514" y="218322"/>
                </a:lnTo>
                <a:lnTo>
                  <a:pt x="1807183" y="261620"/>
                </a:lnTo>
                <a:lnTo>
                  <a:pt x="1810512" y="306984"/>
                </a:lnTo>
                <a:lnTo>
                  <a:pt x="1810512" y="1662010"/>
                </a:lnTo>
                <a:lnTo>
                  <a:pt x="1807183" y="1707375"/>
                </a:lnTo>
                <a:lnTo>
                  <a:pt x="1797514" y="1750673"/>
                </a:lnTo>
                <a:lnTo>
                  <a:pt x="1781980" y="1791431"/>
                </a:lnTo>
                <a:lnTo>
                  <a:pt x="1761055" y="1829171"/>
                </a:lnTo>
                <a:lnTo>
                  <a:pt x="1735214" y="1863421"/>
                </a:lnTo>
                <a:lnTo>
                  <a:pt x="1704932" y="1893705"/>
                </a:lnTo>
                <a:lnTo>
                  <a:pt x="1670684" y="1919547"/>
                </a:lnTo>
                <a:lnTo>
                  <a:pt x="1632945" y="1940474"/>
                </a:lnTo>
                <a:lnTo>
                  <a:pt x="1592189" y="1956009"/>
                </a:lnTo>
                <a:lnTo>
                  <a:pt x="1548892" y="1965679"/>
                </a:lnTo>
                <a:lnTo>
                  <a:pt x="1503527" y="1969008"/>
                </a:lnTo>
                <a:lnTo>
                  <a:pt x="306984" y="1969008"/>
                </a:lnTo>
                <a:lnTo>
                  <a:pt x="261620" y="1965679"/>
                </a:lnTo>
                <a:lnTo>
                  <a:pt x="218322" y="1956009"/>
                </a:lnTo>
                <a:lnTo>
                  <a:pt x="177566" y="1940474"/>
                </a:lnTo>
                <a:lnTo>
                  <a:pt x="139827" y="1919547"/>
                </a:lnTo>
                <a:lnTo>
                  <a:pt x="105579" y="1893705"/>
                </a:lnTo>
                <a:lnTo>
                  <a:pt x="75297" y="1863421"/>
                </a:lnTo>
                <a:lnTo>
                  <a:pt x="49456" y="1829171"/>
                </a:lnTo>
                <a:lnTo>
                  <a:pt x="28531" y="1791431"/>
                </a:lnTo>
                <a:lnTo>
                  <a:pt x="12997" y="1750673"/>
                </a:lnTo>
                <a:lnTo>
                  <a:pt x="3328" y="1707375"/>
                </a:lnTo>
                <a:lnTo>
                  <a:pt x="0" y="1662010"/>
                </a:lnTo>
                <a:lnTo>
                  <a:pt x="0" y="306984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91122" y="4911538"/>
            <a:ext cx="92519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MQTT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096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13605" y="4028681"/>
            <a:ext cx="561340" cy="596265"/>
          </a:xfrm>
          <a:custGeom>
            <a:avLst/>
            <a:gdLst/>
            <a:ahLst/>
            <a:cxnLst/>
            <a:rect l="l" t="t" r="r" b="b"/>
            <a:pathLst>
              <a:path w="561339" h="596264">
                <a:moveTo>
                  <a:pt x="420954" y="140182"/>
                </a:moveTo>
                <a:lnTo>
                  <a:pt x="413791" y="95872"/>
                </a:lnTo>
                <a:lnTo>
                  <a:pt x="393877" y="57391"/>
                </a:lnTo>
                <a:lnTo>
                  <a:pt x="363499" y="27051"/>
                </a:lnTo>
                <a:lnTo>
                  <a:pt x="324980" y="7150"/>
                </a:lnTo>
                <a:lnTo>
                  <a:pt x="280631" y="0"/>
                </a:lnTo>
                <a:lnTo>
                  <a:pt x="236283" y="7150"/>
                </a:lnTo>
                <a:lnTo>
                  <a:pt x="197764" y="27051"/>
                </a:lnTo>
                <a:lnTo>
                  <a:pt x="167386" y="57391"/>
                </a:lnTo>
                <a:lnTo>
                  <a:pt x="147472" y="95872"/>
                </a:lnTo>
                <a:lnTo>
                  <a:pt x="140322" y="140182"/>
                </a:lnTo>
                <a:lnTo>
                  <a:pt x="147472" y="184492"/>
                </a:lnTo>
                <a:lnTo>
                  <a:pt x="167386" y="222973"/>
                </a:lnTo>
                <a:lnTo>
                  <a:pt x="197764" y="253326"/>
                </a:lnTo>
                <a:lnTo>
                  <a:pt x="236283" y="273227"/>
                </a:lnTo>
                <a:lnTo>
                  <a:pt x="280631" y="280377"/>
                </a:lnTo>
                <a:lnTo>
                  <a:pt x="324980" y="273227"/>
                </a:lnTo>
                <a:lnTo>
                  <a:pt x="363499" y="253326"/>
                </a:lnTo>
                <a:lnTo>
                  <a:pt x="393877" y="222973"/>
                </a:lnTo>
                <a:lnTo>
                  <a:pt x="413791" y="184492"/>
                </a:lnTo>
                <a:lnTo>
                  <a:pt x="420954" y="140182"/>
                </a:lnTo>
                <a:close/>
              </a:path>
              <a:path w="561339" h="596264">
                <a:moveTo>
                  <a:pt x="561263" y="455599"/>
                </a:moveTo>
                <a:lnTo>
                  <a:pt x="544982" y="411251"/>
                </a:lnTo>
                <a:lnTo>
                  <a:pt x="502450" y="377786"/>
                </a:lnTo>
                <a:lnTo>
                  <a:pt x="468744" y="359664"/>
                </a:lnTo>
                <a:lnTo>
                  <a:pt x="433057" y="344830"/>
                </a:lnTo>
                <a:lnTo>
                  <a:pt x="396392" y="332943"/>
                </a:lnTo>
                <a:lnTo>
                  <a:pt x="341147" y="320243"/>
                </a:lnTo>
                <a:lnTo>
                  <a:pt x="280631" y="315417"/>
                </a:lnTo>
                <a:lnTo>
                  <a:pt x="251688" y="316674"/>
                </a:lnTo>
                <a:lnTo>
                  <a:pt x="193814" y="325767"/>
                </a:lnTo>
                <a:lnTo>
                  <a:pt x="128206" y="345313"/>
                </a:lnTo>
                <a:lnTo>
                  <a:pt x="92519" y="360984"/>
                </a:lnTo>
                <a:lnTo>
                  <a:pt x="58813" y="379272"/>
                </a:lnTo>
                <a:lnTo>
                  <a:pt x="16281" y="411251"/>
                </a:lnTo>
                <a:lnTo>
                  <a:pt x="0" y="455599"/>
                </a:lnTo>
                <a:lnTo>
                  <a:pt x="0" y="595795"/>
                </a:lnTo>
                <a:lnTo>
                  <a:pt x="561263" y="595795"/>
                </a:lnTo>
                <a:lnTo>
                  <a:pt x="561263" y="4555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659622" y="5801105"/>
            <a:ext cx="1088390" cy="696595"/>
            <a:chOff x="10659622" y="5801105"/>
            <a:chExt cx="1088390" cy="696595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85097" y="5820155"/>
              <a:ext cx="1043606" cy="65836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669147" y="5810630"/>
              <a:ext cx="1069340" cy="677545"/>
            </a:xfrm>
            <a:custGeom>
              <a:avLst/>
              <a:gdLst/>
              <a:ahLst/>
              <a:cxnLst/>
              <a:rect l="l" t="t" r="r" b="b"/>
              <a:pathLst>
                <a:path w="1069340" h="677545">
                  <a:moveTo>
                    <a:pt x="118770" y="0"/>
                  </a:moveTo>
                  <a:lnTo>
                    <a:pt x="950302" y="0"/>
                  </a:lnTo>
                  <a:lnTo>
                    <a:pt x="973848" y="2374"/>
                  </a:lnTo>
                  <a:lnTo>
                    <a:pt x="1016533" y="20332"/>
                  </a:lnTo>
                  <a:lnTo>
                    <a:pt x="1048753" y="52552"/>
                  </a:lnTo>
                  <a:lnTo>
                    <a:pt x="1066711" y="95237"/>
                  </a:lnTo>
                  <a:lnTo>
                    <a:pt x="1069085" y="118770"/>
                  </a:lnTo>
                  <a:lnTo>
                    <a:pt x="1069085" y="558647"/>
                  </a:lnTo>
                  <a:lnTo>
                    <a:pt x="1059751" y="604596"/>
                  </a:lnTo>
                  <a:lnTo>
                    <a:pt x="1034186" y="642518"/>
                  </a:lnTo>
                  <a:lnTo>
                    <a:pt x="996251" y="668083"/>
                  </a:lnTo>
                  <a:lnTo>
                    <a:pt x="950302" y="677418"/>
                  </a:lnTo>
                  <a:lnTo>
                    <a:pt x="118770" y="677418"/>
                  </a:lnTo>
                  <a:lnTo>
                    <a:pt x="72821" y="668083"/>
                  </a:lnTo>
                  <a:lnTo>
                    <a:pt x="34886" y="642518"/>
                  </a:lnTo>
                  <a:lnTo>
                    <a:pt x="9321" y="604596"/>
                  </a:lnTo>
                  <a:lnTo>
                    <a:pt x="0" y="558647"/>
                  </a:lnTo>
                  <a:lnTo>
                    <a:pt x="0" y="118770"/>
                  </a:lnTo>
                  <a:lnTo>
                    <a:pt x="9321" y="72821"/>
                  </a:lnTo>
                  <a:lnTo>
                    <a:pt x="34886" y="34899"/>
                  </a:lnTo>
                  <a:lnTo>
                    <a:pt x="72821" y="9334"/>
                  </a:lnTo>
                  <a:lnTo>
                    <a:pt x="11877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9768082" y="4917185"/>
            <a:ext cx="1053465" cy="608330"/>
            <a:chOff x="9768082" y="4917185"/>
            <a:chExt cx="1053465" cy="608330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87127" y="4936235"/>
              <a:ext cx="1014983" cy="56997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777607" y="4926710"/>
              <a:ext cx="1034415" cy="589280"/>
            </a:xfrm>
            <a:custGeom>
              <a:avLst/>
              <a:gdLst/>
              <a:ahLst/>
              <a:cxnLst/>
              <a:rect l="l" t="t" r="r" b="b"/>
              <a:pathLst>
                <a:path w="1034415" h="589279">
                  <a:moveTo>
                    <a:pt x="104038" y="0"/>
                  </a:moveTo>
                  <a:lnTo>
                    <a:pt x="929982" y="0"/>
                  </a:lnTo>
                  <a:lnTo>
                    <a:pt x="950556" y="2070"/>
                  </a:lnTo>
                  <a:lnTo>
                    <a:pt x="987971" y="17818"/>
                  </a:lnTo>
                  <a:lnTo>
                    <a:pt x="1016215" y="46062"/>
                  </a:lnTo>
                  <a:lnTo>
                    <a:pt x="1031951" y="83464"/>
                  </a:lnTo>
                  <a:lnTo>
                    <a:pt x="1034034" y="104038"/>
                  </a:lnTo>
                  <a:lnTo>
                    <a:pt x="1034034" y="484987"/>
                  </a:lnTo>
                  <a:lnTo>
                    <a:pt x="1025855" y="525195"/>
                  </a:lnTo>
                  <a:lnTo>
                    <a:pt x="1003439" y="558444"/>
                  </a:lnTo>
                  <a:lnTo>
                    <a:pt x="970203" y="580859"/>
                  </a:lnTo>
                  <a:lnTo>
                    <a:pt x="929982" y="589026"/>
                  </a:lnTo>
                  <a:lnTo>
                    <a:pt x="104038" y="589026"/>
                  </a:lnTo>
                  <a:lnTo>
                    <a:pt x="63817" y="580859"/>
                  </a:lnTo>
                  <a:lnTo>
                    <a:pt x="30581" y="558444"/>
                  </a:lnTo>
                  <a:lnTo>
                    <a:pt x="8166" y="525195"/>
                  </a:lnTo>
                  <a:lnTo>
                    <a:pt x="0" y="484987"/>
                  </a:lnTo>
                  <a:lnTo>
                    <a:pt x="0" y="104038"/>
                  </a:lnTo>
                  <a:lnTo>
                    <a:pt x="8166" y="63830"/>
                  </a:lnTo>
                  <a:lnTo>
                    <a:pt x="30581" y="30581"/>
                  </a:lnTo>
                  <a:lnTo>
                    <a:pt x="63817" y="8166"/>
                  </a:lnTo>
                  <a:lnTo>
                    <a:pt x="104038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955231" y="6008210"/>
            <a:ext cx="48005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E.g.: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90998" y="4209093"/>
            <a:ext cx="3896995" cy="637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499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controlled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Command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Line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Interface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(CLI)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623015" y="4331938"/>
            <a:ext cx="334645" cy="182880"/>
          </a:xfrm>
          <a:custGeom>
            <a:avLst/>
            <a:gdLst/>
            <a:ahLst/>
            <a:cxnLst/>
            <a:rect l="l" t="t" r="r" b="b"/>
            <a:pathLst>
              <a:path w="334645" h="182879">
                <a:moveTo>
                  <a:pt x="242980" y="0"/>
                </a:moveTo>
                <a:lnTo>
                  <a:pt x="288966" y="45598"/>
                </a:lnTo>
                <a:lnTo>
                  <a:pt x="320341" y="76947"/>
                </a:lnTo>
                <a:lnTo>
                  <a:pt x="334097" y="91196"/>
                </a:lnTo>
                <a:lnTo>
                  <a:pt x="242980" y="182392"/>
                </a:lnTo>
                <a:lnTo>
                  <a:pt x="242980" y="136794"/>
                </a:lnTo>
                <a:lnTo>
                  <a:pt x="0" y="91196"/>
                </a:lnTo>
                <a:lnTo>
                  <a:pt x="242980" y="45598"/>
                </a:lnTo>
                <a:lnTo>
                  <a:pt x="242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91026" y="5112528"/>
            <a:ext cx="2379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Node-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61115" y="5217382"/>
            <a:ext cx="334645" cy="182880"/>
          </a:xfrm>
          <a:custGeom>
            <a:avLst/>
            <a:gdLst/>
            <a:ahLst/>
            <a:cxnLst/>
            <a:rect l="l" t="t" r="r" b="b"/>
            <a:pathLst>
              <a:path w="334645" h="182879">
                <a:moveTo>
                  <a:pt x="242980" y="0"/>
                </a:moveTo>
                <a:lnTo>
                  <a:pt x="288966" y="45598"/>
                </a:lnTo>
                <a:lnTo>
                  <a:pt x="320341" y="76947"/>
                </a:lnTo>
                <a:lnTo>
                  <a:pt x="334097" y="91196"/>
                </a:lnTo>
                <a:lnTo>
                  <a:pt x="242980" y="182392"/>
                </a:lnTo>
                <a:lnTo>
                  <a:pt x="242980" y="136794"/>
                </a:lnTo>
                <a:lnTo>
                  <a:pt x="0" y="91196"/>
                </a:lnTo>
                <a:lnTo>
                  <a:pt x="242980" y="45598"/>
                </a:lnTo>
                <a:lnTo>
                  <a:pt x="242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91028" y="5886940"/>
            <a:ext cx="2580005" cy="637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499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standalone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user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interface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661115" y="6051010"/>
            <a:ext cx="334645" cy="182880"/>
          </a:xfrm>
          <a:custGeom>
            <a:avLst/>
            <a:gdLst/>
            <a:ahLst/>
            <a:cxnLst/>
            <a:rect l="l" t="t" r="r" b="b"/>
            <a:pathLst>
              <a:path w="334645" h="182879">
                <a:moveTo>
                  <a:pt x="242980" y="0"/>
                </a:moveTo>
                <a:lnTo>
                  <a:pt x="288966" y="45598"/>
                </a:lnTo>
                <a:lnTo>
                  <a:pt x="320341" y="76947"/>
                </a:lnTo>
                <a:lnTo>
                  <a:pt x="334097" y="91196"/>
                </a:lnTo>
                <a:lnTo>
                  <a:pt x="242980" y="182392"/>
                </a:lnTo>
                <a:lnTo>
                  <a:pt x="242980" y="136794"/>
                </a:lnTo>
                <a:lnTo>
                  <a:pt x="0" y="91196"/>
                </a:lnTo>
                <a:lnTo>
                  <a:pt x="242980" y="45598"/>
                </a:lnTo>
                <a:lnTo>
                  <a:pt x="242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183506" y="4273524"/>
            <a:ext cx="559435" cy="278130"/>
          </a:xfrm>
          <a:custGeom>
            <a:avLst/>
            <a:gdLst/>
            <a:ahLst/>
            <a:cxnLst/>
            <a:rect l="l" t="t" r="r" b="b"/>
            <a:pathLst>
              <a:path w="559434" h="278129">
                <a:moveTo>
                  <a:pt x="161112" y="36334"/>
                </a:moveTo>
                <a:lnTo>
                  <a:pt x="128752" y="3911"/>
                </a:lnTo>
                <a:lnTo>
                  <a:pt x="0" y="132930"/>
                </a:lnTo>
                <a:lnTo>
                  <a:pt x="128752" y="261962"/>
                </a:lnTo>
                <a:lnTo>
                  <a:pt x="161112" y="229527"/>
                </a:lnTo>
                <a:lnTo>
                  <a:pt x="64947" y="132930"/>
                </a:lnTo>
                <a:lnTo>
                  <a:pt x="161112" y="36334"/>
                </a:lnTo>
                <a:close/>
              </a:path>
              <a:path w="559434" h="278129">
                <a:moveTo>
                  <a:pt x="354126" y="17703"/>
                </a:moveTo>
                <a:lnTo>
                  <a:pt x="311899" y="0"/>
                </a:lnTo>
                <a:lnTo>
                  <a:pt x="204254" y="260350"/>
                </a:lnTo>
                <a:lnTo>
                  <a:pt x="246722" y="278053"/>
                </a:lnTo>
                <a:lnTo>
                  <a:pt x="354126" y="17703"/>
                </a:lnTo>
                <a:close/>
              </a:path>
              <a:path w="559434" h="278129">
                <a:moveTo>
                  <a:pt x="559066" y="132930"/>
                </a:moveTo>
                <a:lnTo>
                  <a:pt x="430314" y="3911"/>
                </a:lnTo>
                <a:lnTo>
                  <a:pt x="397954" y="36334"/>
                </a:lnTo>
                <a:lnTo>
                  <a:pt x="494118" y="132930"/>
                </a:lnTo>
                <a:lnTo>
                  <a:pt x="397954" y="229527"/>
                </a:lnTo>
                <a:lnTo>
                  <a:pt x="430314" y="261962"/>
                </a:lnTo>
                <a:lnTo>
                  <a:pt x="559066" y="132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6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Demonstration</a:t>
            </a:r>
            <a:r>
              <a:rPr spc="-6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public</a:t>
            </a:r>
            <a:r>
              <a:rPr spc="-75" dirty="0"/>
              <a:t> </a:t>
            </a:r>
            <a:r>
              <a:rPr spc="-10" dirty="0"/>
              <a:t>broker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2272283"/>
            <a:ext cx="2414015" cy="914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665408" y="1935289"/>
            <a:ext cx="368300" cy="368935"/>
          </a:xfrm>
          <a:custGeom>
            <a:avLst/>
            <a:gdLst/>
            <a:ahLst/>
            <a:cxnLst/>
            <a:rect l="l" t="t" r="r" b="b"/>
            <a:pathLst>
              <a:path w="368300" h="368935">
                <a:moveTo>
                  <a:pt x="183992" y="368805"/>
                </a:moveTo>
                <a:lnTo>
                  <a:pt x="135077" y="362218"/>
                </a:lnTo>
                <a:lnTo>
                  <a:pt x="91125" y="343630"/>
                </a:lnTo>
                <a:lnTo>
                  <a:pt x="53888" y="314797"/>
                </a:lnTo>
                <a:lnTo>
                  <a:pt x="25119" y="277476"/>
                </a:lnTo>
                <a:lnTo>
                  <a:pt x="6572" y="233426"/>
                </a:lnTo>
                <a:lnTo>
                  <a:pt x="0" y="184402"/>
                </a:lnTo>
                <a:lnTo>
                  <a:pt x="6572" y="135379"/>
                </a:lnTo>
                <a:lnTo>
                  <a:pt x="25119" y="91328"/>
                </a:lnTo>
                <a:lnTo>
                  <a:pt x="53888" y="54008"/>
                </a:lnTo>
                <a:lnTo>
                  <a:pt x="91125" y="25175"/>
                </a:lnTo>
                <a:lnTo>
                  <a:pt x="135077" y="6586"/>
                </a:lnTo>
                <a:lnTo>
                  <a:pt x="183992" y="0"/>
                </a:lnTo>
                <a:lnTo>
                  <a:pt x="232906" y="6586"/>
                </a:lnTo>
                <a:lnTo>
                  <a:pt x="276858" y="25175"/>
                </a:lnTo>
                <a:lnTo>
                  <a:pt x="314096" y="54008"/>
                </a:lnTo>
                <a:lnTo>
                  <a:pt x="342865" y="91328"/>
                </a:lnTo>
                <a:lnTo>
                  <a:pt x="361412" y="135379"/>
                </a:lnTo>
                <a:lnTo>
                  <a:pt x="367984" y="184402"/>
                </a:lnTo>
                <a:lnTo>
                  <a:pt x="361412" y="233426"/>
                </a:lnTo>
                <a:lnTo>
                  <a:pt x="342865" y="277476"/>
                </a:lnTo>
                <a:lnTo>
                  <a:pt x="314096" y="314797"/>
                </a:lnTo>
                <a:lnTo>
                  <a:pt x="276858" y="343630"/>
                </a:lnTo>
                <a:lnTo>
                  <a:pt x="232906" y="362218"/>
                </a:lnTo>
                <a:lnTo>
                  <a:pt x="183992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81416" y="2350195"/>
            <a:ext cx="735965" cy="368935"/>
          </a:xfrm>
          <a:custGeom>
            <a:avLst/>
            <a:gdLst/>
            <a:ahLst/>
            <a:cxnLst/>
            <a:rect l="l" t="t" r="r" b="b"/>
            <a:pathLst>
              <a:path w="735964" h="368935">
                <a:moveTo>
                  <a:pt x="735968" y="368805"/>
                </a:moveTo>
                <a:lnTo>
                  <a:pt x="0" y="368805"/>
                </a:lnTo>
                <a:lnTo>
                  <a:pt x="0" y="184402"/>
                </a:lnTo>
                <a:lnTo>
                  <a:pt x="9774" y="144064"/>
                </a:lnTo>
                <a:lnTo>
                  <a:pt x="36798" y="110641"/>
                </a:lnTo>
                <a:lnTo>
                  <a:pt x="77118" y="83989"/>
                </a:lnTo>
                <a:lnTo>
                  <a:pt x="121319" y="59930"/>
                </a:lnTo>
                <a:lnTo>
                  <a:pt x="168108" y="39329"/>
                </a:lnTo>
                <a:lnTo>
                  <a:pt x="216190" y="23050"/>
                </a:lnTo>
                <a:lnTo>
                  <a:pt x="254139" y="13614"/>
                </a:lnTo>
                <a:lnTo>
                  <a:pt x="292087" y="6338"/>
                </a:lnTo>
                <a:lnTo>
                  <a:pt x="330035" y="1656"/>
                </a:lnTo>
                <a:lnTo>
                  <a:pt x="367984" y="0"/>
                </a:lnTo>
                <a:lnTo>
                  <a:pt x="408520" y="1656"/>
                </a:lnTo>
                <a:lnTo>
                  <a:pt x="447330" y="6338"/>
                </a:lnTo>
                <a:lnTo>
                  <a:pt x="519777" y="23050"/>
                </a:lnTo>
                <a:lnTo>
                  <a:pt x="567860" y="38681"/>
                </a:lnTo>
                <a:lnTo>
                  <a:pt x="614648" y="58202"/>
                </a:lnTo>
                <a:lnTo>
                  <a:pt x="658850" y="82044"/>
                </a:lnTo>
                <a:lnTo>
                  <a:pt x="699170" y="110641"/>
                </a:lnTo>
                <a:lnTo>
                  <a:pt x="726194" y="144064"/>
                </a:lnTo>
                <a:lnTo>
                  <a:pt x="735968" y="184402"/>
                </a:lnTo>
                <a:lnTo>
                  <a:pt x="735968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358" y="2340451"/>
            <a:ext cx="368935" cy="368300"/>
          </a:xfrm>
          <a:custGeom>
            <a:avLst/>
            <a:gdLst/>
            <a:ahLst/>
            <a:cxnLst/>
            <a:rect l="l" t="t" r="r" b="b"/>
            <a:pathLst>
              <a:path w="368934" h="368300">
                <a:moveTo>
                  <a:pt x="184243" y="368303"/>
                </a:moveTo>
                <a:lnTo>
                  <a:pt x="135262" y="361725"/>
                </a:lnTo>
                <a:lnTo>
                  <a:pt x="91249" y="343162"/>
                </a:lnTo>
                <a:lnTo>
                  <a:pt x="53961" y="314368"/>
                </a:lnTo>
                <a:lnTo>
                  <a:pt x="25153" y="277098"/>
                </a:lnTo>
                <a:lnTo>
                  <a:pt x="6580" y="233108"/>
                </a:lnTo>
                <a:lnTo>
                  <a:pt x="0" y="184151"/>
                </a:lnTo>
                <a:lnTo>
                  <a:pt x="6580" y="135195"/>
                </a:lnTo>
                <a:lnTo>
                  <a:pt x="25153" y="91204"/>
                </a:lnTo>
                <a:lnTo>
                  <a:pt x="53961" y="53934"/>
                </a:lnTo>
                <a:lnTo>
                  <a:pt x="91249" y="25140"/>
                </a:lnTo>
                <a:lnTo>
                  <a:pt x="135262" y="6577"/>
                </a:lnTo>
                <a:lnTo>
                  <a:pt x="184243" y="0"/>
                </a:lnTo>
                <a:lnTo>
                  <a:pt x="233224" y="6577"/>
                </a:lnTo>
                <a:lnTo>
                  <a:pt x="277236" y="25140"/>
                </a:lnTo>
                <a:lnTo>
                  <a:pt x="314524" y="53934"/>
                </a:lnTo>
                <a:lnTo>
                  <a:pt x="343332" y="91204"/>
                </a:lnTo>
                <a:lnTo>
                  <a:pt x="361905" y="135195"/>
                </a:lnTo>
                <a:lnTo>
                  <a:pt x="368486" y="184151"/>
                </a:lnTo>
                <a:lnTo>
                  <a:pt x="361905" y="233108"/>
                </a:lnTo>
                <a:lnTo>
                  <a:pt x="343332" y="277098"/>
                </a:lnTo>
                <a:lnTo>
                  <a:pt x="314524" y="314368"/>
                </a:lnTo>
                <a:lnTo>
                  <a:pt x="277236" y="343162"/>
                </a:lnTo>
                <a:lnTo>
                  <a:pt x="233224" y="361725"/>
                </a:lnTo>
                <a:lnTo>
                  <a:pt x="184243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80116" y="2754791"/>
            <a:ext cx="737235" cy="368300"/>
          </a:xfrm>
          <a:custGeom>
            <a:avLst/>
            <a:gdLst/>
            <a:ahLst/>
            <a:cxnLst/>
            <a:rect l="l" t="t" r="r" b="b"/>
            <a:pathLst>
              <a:path w="737234" h="368300">
                <a:moveTo>
                  <a:pt x="736972" y="368303"/>
                </a:moveTo>
                <a:lnTo>
                  <a:pt x="0" y="368303"/>
                </a:lnTo>
                <a:lnTo>
                  <a:pt x="0" y="184151"/>
                </a:lnTo>
                <a:lnTo>
                  <a:pt x="9787" y="143868"/>
                </a:lnTo>
                <a:lnTo>
                  <a:pt x="36848" y="110490"/>
                </a:lnTo>
                <a:lnTo>
                  <a:pt x="77223" y="83875"/>
                </a:lnTo>
                <a:lnTo>
                  <a:pt x="121485" y="59849"/>
                </a:lnTo>
                <a:lnTo>
                  <a:pt x="168337" y="39276"/>
                </a:lnTo>
                <a:lnTo>
                  <a:pt x="216485" y="23018"/>
                </a:lnTo>
                <a:lnTo>
                  <a:pt x="254485" y="13595"/>
                </a:lnTo>
                <a:lnTo>
                  <a:pt x="292486" y="6330"/>
                </a:lnTo>
                <a:lnTo>
                  <a:pt x="330486" y="1654"/>
                </a:lnTo>
                <a:lnTo>
                  <a:pt x="368486" y="0"/>
                </a:lnTo>
                <a:lnTo>
                  <a:pt x="409077" y="1654"/>
                </a:lnTo>
                <a:lnTo>
                  <a:pt x="447941" y="6330"/>
                </a:lnTo>
                <a:lnTo>
                  <a:pt x="520486" y="23018"/>
                </a:lnTo>
                <a:lnTo>
                  <a:pt x="568634" y="38628"/>
                </a:lnTo>
                <a:lnTo>
                  <a:pt x="615487" y="58122"/>
                </a:lnTo>
                <a:lnTo>
                  <a:pt x="659748" y="81933"/>
                </a:lnTo>
                <a:lnTo>
                  <a:pt x="700124" y="110490"/>
                </a:lnTo>
                <a:lnTo>
                  <a:pt x="727184" y="143868"/>
                </a:lnTo>
                <a:lnTo>
                  <a:pt x="736972" y="184151"/>
                </a:lnTo>
                <a:lnTo>
                  <a:pt x="736972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946" y="1289882"/>
            <a:ext cx="2033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kumimoji="0" sz="2000" b="1" i="1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demonstration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2400" y="3299460"/>
            <a:ext cx="2097526" cy="4007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0066775" y="2167889"/>
            <a:ext cx="1256030" cy="803275"/>
            <a:chOff x="10066775" y="2167889"/>
            <a:chExt cx="1256030" cy="8032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93286" y="2186940"/>
              <a:ext cx="1210219" cy="7650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076300" y="2177414"/>
              <a:ext cx="1236980" cy="784225"/>
            </a:xfrm>
            <a:custGeom>
              <a:avLst/>
              <a:gdLst/>
              <a:ahLst/>
              <a:cxnLst/>
              <a:rect l="l" t="t" r="r" b="b"/>
              <a:pathLst>
                <a:path w="1236979" h="784225">
                  <a:moveTo>
                    <a:pt x="136563" y="0"/>
                  </a:moveTo>
                  <a:lnTo>
                    <a:pt x="1100175" y="0"/>
                  </a:lnTo>
                  <a:lnTo>
                    <a:pt x="1127302" y="2730"/>
                  </a:lnTo>
                  <a:lnTo>
                    <a:pt x="1176337" y="23368"/>
                  </a:lnTo>
                  <a:lnTo>
                    <a:pt x="1213358" y="60388"/>
                  </a:lnTo>
                  <a:lnTo>
                    <a:pt x="1233995" y="109423"/>
                  </a:lnTo>
                  <a:lnTo>
                    <a:pt x="1236726" y="136563"/>
                  </a:lnTo>
                  <a:lnTo>
                    <a:pt x="1236726" y="647534"/>
                  </a:lnTo>
                  <a:lnTo>
                    <a:pt x="1226007" y="700417"/>
                  </a:lnTo>
                  <a:lnTo>
                    <a:pt x="1196619" y="743991"/>
                  </a:lnTo>
                  <a:lnTo>
                    <a:pt x="1153045" y="773366"/>
                  </a:lnTo>
                  <a:lnTo>
                    <a:pt x="1100175" y="784098"/>
                  </a:lnTo>
                  <a:lnTo>
                    <a:pt x="136563" y="784098"/>
                  </a:lnTo>
                  <a:lnTo>
                    <a:pt x="83693" y="773366"/>
                  </a:lnTo>
                  <a:lnTo>
                    <a:pt x="40106" y="743991"/>
                  </a:lnTo>
                  <a:lnTo>
                    <a:pt x="10731" y="700417"/>
                  </a:lnTo>
                  <a:lnTo>
                    <a:pt x="0" y="647534"/>
                  </a:lnTo>
                  <a:lnTo>
                    <a:pt x="0" y="136563"/>
                  </a:lnTo>
                  <a:lnTo>
                    <a:pt x="10731" y="83680"/>
                  </a:lnTo>
                  <a:lnTo>
                    <a:pt x="40106" y="40106"/>
                  </a:lnTo>
                  <a:lnTo>
                    <a:pt x="83693" y="10731"/>
                  </a:lnTo>
                  <a:lnTo>
                    <a:pt x="136563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132830" y="2155698"/>
            <a:ext cx="1399540" cy="803275"/>
            <a:chOff x="8132830" y="2155698"/>
            <a:chExt cx="1399540" cy="80327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1875" y="2174748"/>
              <a:ext cx="1360931" cy="76504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42355" y="2165223"/>
              <a:ext cx="1380490" cy="784225"/>
            </a:xfrm>
            <a:custGeom>
              <a:avLst/>
              <a:gdLst/>
              <a:ahLst/>
              <a:cxnLst/>
              <a:rect l="l" t="t" r="r" b="b"/>
              <a:pathLst>
                <a:path w="1380490" h="784225">
                  <a:moveTo>
                    <a:pt x="136550" y="0"/>
                  </a:moveTo>
                  <a:lnTo>
                    <a:pt x="1243418" y="0"/>
                  </a:lnTo>
                  <a:lnTo>
                    <a:pt x="1270546" y="2730"/>
                  </a:lnTo>
                  <a:lnTo>
                    <a:pt x="1319580" y="23368"/>
                  </a:lnTo>
                  <a:lnTo>
                    <a:pt x="1356601" y="60388"/>
                  </a:lnTo>
                  <a:lnTo>
                    <a:pt x="1377238" y="109423"/>
                  </a:lnTo>
                  <a:lnTo>
                    <a:pt x="1379981" y="136550"/>
                  </a:lnTo>
                  <a:lnTo>
                    <a:pt x="1379981" y="647547"/>
                  </a:lnTo>
                  <a:lnTo>
                    <a:pt x="1369250" y="700417"/>
                  </a:lnTo>
                  <a:lnTo>
                    <a:pt x="1339875" y="743991"/>
                  </a:lnTo>
                  <a:lnTo>
                    <a:pt x="1296288" y="773366"/>
                  </a:lnTo>
                  <a:lnTo>
                    <a:pt x="1243418" y="784098"/>
                  </a:lnTo>
                  <a:lnTo>
                    <a:pt x="136550" y="784098"/>
                  </a:lnTo>
                  <a:lnTo>
                    <a:pt x="83680" y="773366"/>
                  </a:lnTo>
                  <a:lnTo>
                    <a:pt x="40106" y="743991"/>
                  </a:lnTo>
                  <a:lnTo>
                    <a:pt x="10718" y="700417"/>
                  </a:lnTo>
                  <a:lnTo>
                    <a:pt x="0" y="647547"/>
                  </a:lnTo>
                  <a:lnTo>
                    <a:pt x="0" y="136550"/>
                  </a:lnTo>
                  <a:lnTo>
                    <a:pt x="10718" y="83680"/>
                  </a:lnTo>
                  <a:lnTo>
                    <a:pt x="40106" y="40106"/>
                  </a:lnTo>
                  <a:lnTo>
                    <a:pt x="83680" y="10731"/>
                  </a:lnTo>
                  <a:lnTo>
                    <a:pt x="13655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5109209" y="3681221"/>
            <a:ext cx="6228715" cy="346075"/>
          </a:xfrm>
          <a:custGeom>
            <a:avLst/>
            <a:gdLst/>
            <a:ahLst/>
            <a:cxnLst/>
            <a:rect l="l" t="t" r="r" b="b"/>
            <a:pathLst>
              <a:path w="6228715" h="346075">
                <a:moveTo>
                  <a:pt x="6228588" y="0"/>
                </a:moveTo>
                <a:lnTo>
                  <a:pt x="6221904" y="45982"/>
                </a:lnTo>
                <a:lnTo>
                  <a:pt x="6203043" y="87302"/>
                </a:lnTo>
                <a:lnTo>
                  <a:pt x="6173787" y="122310"/>
                </a:lnTo>
                <a:lnTo>
                  <a:pt x="6135921" y="149357"/>
                </a:lnTo>
                <a:lnTo>
                  <a:pt x="6091228" y="166795"/>
                </a:lnTo>
                <a:lnTo>
                  <a:pt x="6041491" y="172974"/>
                </a:lnTo>
                <a:lnTo>
                  <a:pt x="3301390" y="172974"/>
                </a:lnTo>
                <a:lnTo>
                  <a:pt x="3251653" y="179152"/>
                </a:lnTo>
                <a:lnTo>
                  <a:pt x="3206960" y="196590"/>
                </a:lnTo>
                <a:lnTo>
                  <a:pt x="3169094" y="223639"/>
                </a:lnTo>
                <a:lnTo>
                  <a:pt x="3139838" y="258649"/>
                </a:lnTo>
                <a:lnTo>
                  <a:pt x="3120977" y="299972"/>
                </a:lnTo>
                <a:lnTo>
                  <a:pt x="3114294" y="345960"/>
                </a:lnTo>
                <a:lnTo>
                  <a:pt x="3107610" y="299972"/>
                </a:lnTo>
                <a:lnTo>
                  <a:pt x="3088749" y="258649"/>
                </a:lnTo>
                <a:lnTo>
                  <a:pt x="3059493" y="223639"/>
                </a:lnTo>
                <a:lnTo>
                  <a:pt x="3021627" y="196590"/>
                </a:lnTo>
                <a:lnTo>
                  <a:pt x="2976934" y="179152"/>
                </a:lnTo>
                <a:lnTo>
                  <a:pt x="2927197" y="172974"/>
                </a:lnTo>
                <a:lnTo>
                  <a:pt x="187096" y="172974"/>
                </a:lnTo>
                <a:lnTo>
                  <a:pt x="137359" y="166795"/>
                </a:lnTo>
                <a:lnTo>
                  <a:pt x="92666" y="149357"/>
                </a:lnTo>
                <a:lnTo>
                  <a:pt x="54800" y="122310"/>
                </a:lnTo>
                <a:lnTo>
                  <a:pt x="25544" y="87302"/>
                </a:lnTo>
                <a:lnTo>
                  <a:pt x="6683" y="45982"/>
                </a:lnTo>
                <a:lnTo>
                  <a:pt x="0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91275" y="2352794"/>
            <a:ext cx="24955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362668" y="4647406"/>
            <a:ext cx="334645" cy="182880"/>
          </a:xfrm>
          <a:custGeom>
            <a:avLst/>
            <a:gdLst/>
            <a:ahLst/>
            <a:cxnLst/>
            <a:rect l="l" t="t" r="r" b="b"/>
            <a:pathLst>
              <a:path w="334645" h="182879">
                <a:moveTo>
                  <a:pt x="242980" y="0"/>
                </a:moveTo>
                <a:lnTo>
                  <a:pt x="288966" y="45598"/>
                </a:lnTo>
                <a:lnTo>
                  <a:pt x="320341" y="76947"/>
                </a:lnTo>
                <a:lnTo>
                  <a:pt x="334097" y="91196"/>
                </a:lnTo>
                <a:lnTo>
                  <a:pt x="242980" y="182392"/>
                </a:lnTo>
                <a:lnTo>
                  <a:pt x="242980" y="136794"/>
                </a:lnTo>
                <a:lnTo>
                  <a:pt x="0" y="91196"/>
                </a:lnTo>
                <a:lnTo>
                  <a:pt x="242980" y="45598"/>
                </a:lnTo>
                <a:lnTo>
                  <a:pt x="242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62668" y="5141182"/>
            <a:ext cx="334645" cy="182880"/>
          </a:xfrm>
          <a:custGeom>
            <a:avLst/>
            <a:gdLst/>
            <a:ahLst/>
            <a:cxnLst/>
            <a:rect l="l" t="t" r="r" b="b"/>
            <a:pathLst>
              <a:path w="334645" h="182879">
                <a:moveTo>
                  <a:pt x="242980" y="0"/>
                </a:moveTo>
                <a:lnTo>
                  <a:pt x="288966" y="45598"/>
                </a:lnTo>
                <a:lnTo>
                  <a:pt x="320341" y="76947"/>
                </a:lnTo>
                <a:lnTo>
                  <a:pt x="334097" y="91196"/>
                </a:lnTo>
                <a:lnTo>
                  <a:pt x="242980" y="182392"/>
                </a:lnTo>
                <a:lnTo>
                  <a:pt x="242980" y="136794"/>
                </a:lnTo>
                <a:lnTo>
                  <a:pt x="0" y="91196"/>
                </a:lnTo>
                <a:lnTo>
                  <a:pt x="242980" y="45598"/>
                </a:lnTo>
                <a:lnTo>
                  <a:pt x="242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362668" y="5656294"/>
            <a:ext cx="334645" cy="182880"/>
          </a:xfrm>
          <a:custGeom>
            <a:avLst/>
            <a:gdLst/>
            <a:ahLst/>
            <a:cxnLst/>
            <a:rect l="l" t="t" r="r" b="b"/>
            <a:pathLst>
              <a:path w="334645" h="182879">
                <a:moveTo>
                  <a:pt x="242980" y="0"/>
                </a:moveTo>
                <a:lnTo>
                  <a:pt x="288966" y="45598"/>
                </a:lnTo>
                <a:lnTo>
                  <a:pt x="320341" y="76947"/>
                </a:lnTo>
                <a:lnTo>
                  <a:pt x="334097" y="91196"/>
                </a:lnTo>
                <a:lnTo>
                  <a:pt x="242980" y="182392"/>
                </a:lnTo>
                <a:lnTo>
                  <a:pt x="242980" y="136794"/>
                </a:lnTo>
                <a:lnTo>
                  <a:pt x="0" y="91196"/>
                </a:lnTo>
                <a:lnTo>
                  <a:pt x="242980" y="45598"/>
                </a:lnTo>
                <a:lnTo>
                  <a:pt x="242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62668" y="6366477"/>
            <a:ext cx="334645" cy="182880"/>
          </a:xfrm>
          <a:custGeom>
            <a:avLst/>
            <a:gdLst/>
            <a:ahLst/>
            <a:cxnLst/>
            <a:rect l="l" t="t" r="r" b="b"/>
            <a:pathLst>
              <a:path w="334645" h="182879">
                <a:moveTo>
                  <a:pt x="242980" y="0"/>
                </a:moveTo>
                <a:lnTo>
                  <a:pt x="288966" y="45598"/>
                </a:lnTo>
                <a:lnTo>
                  <a:pt x="320341" y="76947"/>
                </a:lnTo>
                <a:lnTo>
                  <a:pt x="334097" y="91196"/>
                </a:lnTo>
                <a:lnTo>
                  <a:pt x="242980" y="182392"/>
                </a:lnTo>
                <a:lnTo>
                  <a:pt x="242980" y="136794"/>
                </a:lnTo>
                <a:lnTo>
                  <a:pt x="0" y="91196"/>
                </a:lnTo>
                <a:lnTo>
                  <a:pt x="242980" y="45598"/>
                </a:lnTo>
                <a:lnTo>
                  <a:pt x="2429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6868" y="2745089"/>
            <a:ext cx="6848475" cy="38309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660" marR="0" lvl="0" indent="0" defTabSz="914400" eaLnBrk="1" fontAlgn="auto" latinLnBrk="0" hangingPunct="1">
              <a:lnSpc>
                <a:spcPts val="327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353185" marR="0" lvl="0" indent="0" defTabSz="914400" eaLnBrk="1" fontAlgn="auto" latinLnBrk="0" hangingPunct="1">
              <a:lnSpc>
                <a:spcPts val="32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Client</a:t>
            </a:r>
            <a:r>
              <a:rPr kumimoji="0" sz="2000" b="1" i="0" u="none" strike="noStrike" kern="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configuration: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95655" marR="0" lvl="0" indent="0" defTabSz="91440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</a:t>
            </a:r>
            <a:r>
              <a:rPr kumimoji="0" sz="20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95655" marR="0" lvl="0" indent="0" defTabSz="914400" eaLnBrk="1" fontAlgn="auto" latinLnBrk="0" hangingPunct="1">
              <a:lnSpc>
                <a:spcPct val="100000"/>
              </a:lnSpc>
              <a:spcBef>
                <a:spcPts val="1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Login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password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95655" marR="102235" lvl="0" indent="0" defTabSz="914400" eaLnBrk="1" fontAlgn="auto" latinLnBrk="0" hangingPunct="1">
              <a:lnSpc>
                <a:spcPct val="100499"/>
              </a:lnSpc>
              <a:spcBef>
                <a:spcPts val="16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0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(for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publisher).</a:t>
            </a:r>
            <a:r>
              <a:rPr kumimoji="0" sz="20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0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(for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subscriber)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95655" marR="0" lvl="0" indent="0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message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specified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topic</a:t>
            </a:r>
            <a:r>
              <a:rPr kumimoji="0" sz="20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(for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publisher)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MQTT</a:t>
            </a:r>
            <a:r>
              <a:rPr spc="-6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dirty="0"/>
              <a:t>Demonstration</a:t>
            </a:r>
            <a:r>
              <a:rPr spc="-6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public</a:t>
            </a:r>
            <a:r>
              <a:rPr spc="-75" dirty="0"/>
              <a:t> </a:t>
            </a:r>
            <a:r>
              <a:rPr spc="-10" dirty="0"/>
              <a:t>broker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6879" y="2697479"/>
            <a:ext cx="2414015" cy="914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823647" y="2360484"/>
            <a:ext cx="368300" cy="368935"/>
          </a:xfrm>
          <a:custGeom>
            <a:avLst/>
            <a:gdLst/>
            <a:ahLst/>
            <a:cxnLst/>
            <a:rect l="l" t="t" r="r" b="b"/>
            <a:pathLst>
              <a:path w="368300" h="368935">
                <a:moveTo>
                  <a:pt x="183992" y="368805"/>
                </a:moveTo>
                <a:lnTo>
                  <a:pt x="135077" y="362218"/>
                </a:lnTo>
                <a:lnTo>
                  <a:pt x="91125" y="343630"/>
                </a:lnTo>
                <a:lnTo>
                  <a:pt x="53888" y="314797"/>
                </a:lnTo>
                <a:lnTo>
                  <a:pt x="25119" y="277476"/>
                </a:lnTo>
                <a:lnTo>
                  <a:pt x="6572" y="233426"/>
                </a:lnTo>
                <a:lnTo>
                  <a:pt x="0" y="184402"/>
                </a:lnTo>
                <a:lnTo>
                  <a:pt x="6572" y="135379"/>
                </a:lnTo>
                <a:lnTo>
                  <a:pt x="25119" y="91328"/>
                </a:lnTo>
                <a:lnTo>
                  <a:pt x="53888" y="54008"/>
                </a:lnTo>
                <a:lnTo>
                  <a:pt x="91125" y="25175"/>
                </a:lnTo>
                <a:lnTo>
                  <a:pt x="135077" y="6586"/>
                </a:lnTo>
                <a:lnTo>
                  <a:pt x="183992" y="0"/>
                </a:lnTo>
                <a:lnTo>
                  <a:pt x="232906" y="6586"/>
                </a:lnTo>
                <a:lnTo>
                  <a:pt x="276858" y="25175"/>
                </a:lnTo>
                <a:lnTo>
                  <a:pt x="314096" y="54008"/>
                </a:lnTo>
                <a:lnTo>
                  <a:pt x="342865" y="91328"/>
                </a:lnTo>
                <a:lnTo>
                  <a:pt x="361412" y="135379"/>
                </a:lnTo>
                <a:lnTo>
                  <a:pt x="367984" y="184402"/>
                </a:lnTo>
                <a:lnTo>
                  <a:pt x="361412" y="233426"/>
                </a:lnTo>
                <a:lnTo>
                  <a:pt x="342865" y="277476"/>
                </a:lnTo>
                <a:lnTo>
                  <a:pt x="314096" y="314797"/>
                </a:lnTo>
                <a:lnTo>
                  <a:pt x="276858" y="343630"/>
                </a:lnTo>
                <a:lnTo>
                  <a:pt x="232906" y="362218"/>
                </a:lnTo>
                <a:lnTo>
                  <a:pt x="183992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39655" y="2775391"/>
            <a:ext cx="735965" cy="368935"/>
          </a:xfrm>
          <a:custGeom>
            <a:avLst/>
            <a:gdLst/>
            <a:ahLst/>
            <a:cxnLst/>
            <a:rect l="l" t="t" r="r" b="b"/>
            <a:pathLst>
              <a:path w="735965" h="368935">
                <a:moveTo>
                  <a:pt x="735968" y="368805"/>
                </a:moveTo>
                <a:lnTo>
                  <a:pt x="0" y="368805"/>
                </a:lnTo>
                <a:lnTo>
                  <a:pt x="0" y="184402"/>
                </a:lnTo>
                <a:lnTo>
                  <a:pt x="9774" y="144064"/>
                </a:lnTo>
                <a:lnTo>
                  <a:pt x="36798" y="110641"/>
                </a:lnTo>
                <a:lnTo>
                  <a:pt x="77118" y="83989"/>
                </a:lnTo>
                <a:lnTo>
                  <a:pt x="121319" y="59930"/>
                </a:lnTo>
                <a:lnTo>
                  <a:pt x="168108" y="39329"/>
                </a:lnTo>
                <a:lnTo>
                  <a:pt x="216190" y="23050"/>
                </a:lnTo>
                <a:lnTo>
                  <a:pt x="254139" y="13614"/>
                </a:lnTo>
                <a:lnTo>
                  <a:pt x="292087" y="6338"/>
                </a:lnTo>
                <a:lnTo>
                  <a:pt x="330035" y="1656"/>
                </a:lnTo>
                <a:lnTo>
                  <a:pt x="367984" y="0"/>
                </a:lnTo>
                <a:lnTo>
                  <a:pt x="408520" y="1656"/>
                </a:lnTo>
                <a:lnTo>
                  <a:pt x="447330" y="6338"/>
                </a:lnTo>
                <a:lnTo>
                  <a:pt x="519777" y="23050"/>
                </a:lnTo>
                <a:lnTo>
                  <a:pt x="567860" y="38681"/>
                </a:lnTo>
                <a:lnTo>
                  <a:pt x="614648" y="58202"/>
                </a:lnTo>
                <a:lnTo>
                  <a:pt x="658850" y="82044"/>
                </a:lnTo>
                <a:lnTo>
                  <a:pt x="699170" y="110641"/>
                </a:lnTo>
                <a:lnTo>
                  <a:pt x="726194" y="144064"/>
                </a:lnTo>
                <a:lnTo>
                  <a:pt x="735968" y="184402"/>
                </a:lnTo>
                <a:lnTo>
                  <a:pt x="735968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22598" y="2764345"/>
            <a:ext cx="368935" cy="368935"/>
          </a:xfrm>
          <a:custGeom>
            <a:avLst/>
            <a:gdLst/>
            <a:ahLst/>
            <a:cxnLst/>
            <a:rect l="l" t="t" r="r" b="b"/>
            <a:pathLst>
              <a:path w="368934" h="368935">
                <a:moveTo>
                  <a:pt x="184243" y="368805"/>
                </a:moveTo>
                <a:lnTo>
                  <a:pt x="135262" y="362218"/>
                </a:lnTo>
                <a:lnTo>
                  <a:pt x="91249" y="343630"/>
                </a:lnTo>
                <a:lnTo>
                  <a:pt x="53961" y="314797"/>
                </a:lnTo>
                <a:lnTo>
                  <a:pt x="25153" y="277476"/>
                </a:lnTo>
                <a:lnTo>
                  <a:pt x="6580" y="233426"/>
                </a:lnTo>
                <a:lnTo>
                  <a:pt x="0" y="184402"/>
                </a:lnTo>
                <a:lnTo>
                  <a:pt x="6580" y="135379"/>
                </a:lnTo>
                <a:lnTo>
                  <a:pt x="25153" y="91328"/>
                </a:lnTo>
                <a:lnTo>
                  <a:pt x="53961" y="54008"/>
                </a:lnTo>
                <a:lnTo>
                  <a:pt x="91249" y="25175"/>
                </a:lnTo>
                <a:lnTo>
                  <a:pt x="135262" y="6586"/>
                </a:lnTo>
                <a:lnTo>
                  <a:pt x="184243" y="0"/>
                </a:lnTo>
                <a:lnTo>
                  <a:pt x="233224" y="6586"/>
                </a:lnTo>
                <a:lnTo>
                  <a:pt x="277236" y="25175"/>
                </a:lnTo>
                <a:lnTo>
                  <a:pt x="314524" y="54008"/>
                </a:lnTo>
                <a:lnTo>
                  <a:pt x="343332" y="91328"/>
                </a:lnTo>
                <a:lnTo>
                  <a:pt x="361905" y="135379"/>
                </a:lnTo>
                <a:lnTo>
                  <a:pt x="368486" y="184402"/>
                </a:lnTo>
                <a:lnTo>
                  <a:pt x="361905" y="233426"/>
                </a:lnTo>
                <a:lnTo>
                  <a:pt x="343332" y="277476"/>
                </a:lnTo>
                <a:lnTo>
                  <a:pt x="314524" y="314797"/>
                </a:lnTo>
                <a:lnTo>
                  <a:pt x="277236" y="343630"/>
                </a:lnTo>
                <a:lnTo>
                  <a:pt x="233224" y="362218"/>
                </a:lnTo>
                <a:lnTo>
                  <a:pt x="184243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38354" y="3179251"/>
            <a:ext cx="737235" cy="368935"/>
          </a:xfrm>
          <a:custGeom>
            <a:avLst/>
            <a:gdLst/>
            <a:ahLst/>
            <a:cxnLst/>
            <a:rect l="l" t="t" r="r" b="b"/>
            <a:pathLst>
              <a:path w="737234" h="368935">
                <a:moveTo>
                  <a:pt x="736972" y="368805"/>
                </a:moveTo>
                <a:lnTo>
                  <a:pt x="0" y="368805"/>
                </a:lnTo>
                <a:lnTo>
                  <a:pt x="0" y="184402"/>
                </a:lnTo>
                <a:lnTo>
                  <a:pt x="9787" y="144064"/>
                </a:lnTo>
                <a:lnTo>
                  <a:pt x="36848" y="110641"/>
                </a:lnTo>
                <a:lnTo>
                  <a:pt x="77223" y="83989"/>
                </a:lnTo>
                <a:lnTo>
                  <a:pt x="121485" y="59930"/>
                </a:lnTo>
                <a:lnTo>
                  <a:pt x="168337" y="39329"/>
                </a:lnTo>
                <a:lnTo>
                  <a:pt x="216485" y="23050"/>
                </a:lnTo>
                <a:lnTo>
                  <a:pt x="254485" y="13614"/>
                </a:lnTo>
                <a:lnTo>
                  <a:pt x="292486" y="6338"/>
                </a:lnTo>
                <a:lnTo>
                  <a:pt x="330486" y="1656"/>
                </a:lnTo>
                <a:lnTo>
                  <a:pt x="368486" y="0"/>
                </a:lnTo>
                <a:lnTo>
                  <a:pt x="409077" y="1656"/>
                </a:lnTo>
                <a:lnTo>
                  <a:pt x="447941" y="6338"/>
                </a:lnTo>
                <a:lnTo>
                  <a:pt x="520486" y="23050"/>
                </a:lnTo>
                <a:lnTo>
                  <a:pt x="568634" y="38681"/>
                </a:lnTo>
                <a:lnTo>
                  <a:pt x="615487" y="58202"/>
                </a:lnTo>
                <a:lnTo>
                  <a:pt x="659748" y="82044"/>
                </a:lnTo>
                <a:lnTo>
                  <a:pt x="700124" y="110641"/>
                </a:lnTo>
                <a:lnTo>
                  <a:pt x="727184" y="144064"/>
                </a:lnTo>
                <a:lnTo>
                  <a:pt x="736972" y="184402"/>
                </a:lnTo>
                <a:lnTo>
                  <a:pt x="736972" y="3688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5994" y="3169842"/>
            <a:ext cx="282829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327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92225" marR="0" lvl="0" indent="0" defTabSz="914400" eaLnBrk="1" fontAlgn="auto" latinLnBrk="0" hangingPunct="1">
              <a:lnSpc>
                <a:spcPts val="32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946" y="1289882"/>
            <a:ext cx="3800475" cy="1162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kumimoji="0" sz="2000" b="1" i="1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demonstration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461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First</a:t>
            </a:r>
            <a:r>
              <a:rPr kumimoji="0" sz="2000" b="1" i="1" u="sng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</a:t>
            </a:r>
            <a:r>
              <a:rPr kumimoji="0" sz="2000" b="1" i="1" u="sng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kumimoji="0" sz="2000" b="1" i="1" u="sng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kumimoji="0" sz="2000" b="1" i="1" u="sng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demonstration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0640" y="3724655"/>
            <a:ext cx="2097526" cy="39928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425182" y="5325617"/>
            <a:ext cx="1257300" cy="805180"/>
            <a:chOff x="9425182" y="5325617"/>
            <a:chExt cx="1257300" cy="80518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51695" y="5344667"/>
              <a:ext cx="1211730" cy="76657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434707" y="5335142"/>
              <a:ext cx="1238250" cy="786130"/>
            </a:xfrm>
            <a:custGeom>
              <a:avLst/>
              <a:gdLst/>
              <a:ahLst/>
              <a:cxnLst/>
              <a:rect l="l" t="t" r="r" b="b"/>
              <a:pathLst>
                <a:path w="1238250" h="786129">
                  <a:moveTo>
                    <a:pt x="136804" y="0"/>
                  </a:moveTo>
                  <a:lnTo>
                    <a:pt x="1101432" y="0"/>
                  </a:lnTo>
                  <a:lnTo>
                    <a:pt x="1128610" y="2743"/>
                  </a:lnTo>
                  <a:lnTo>
                    <a:pt x="1177747" y="23418"/>
                  </a:lnTo>
                  <a:lnTo>
                    <a:pt x="1214831" y="60502"/>
                  </a:lnTo>
                  <a:lnTo>
                    <a:pt x="1235506" y="109626"/>
                  </a:lnTo>
                  <a:lnTo>
                    <a:pt x="1238250" y="136804"/>
                  </a:lnTo>
                  <a:lnTo>
                    <a:pt x="1238250" y="648817"/>
                  </a:lnTo>
                  <a:lnTo>
                    <a:pt x="1227493" y="701789"/>
                  </a:lnTo>
                  <a:lnTo>
                    <a:pt x="1198067" y="745439"/>
                  </a:lnTo>
                  <a:lnTo>
                    <a:pt x="1154404" y="774877"/>
                  </a:lnTo>
                  <a:lnTo>
                    <a:pt x="1101432" y="785621"/>
                  </a:lnTo>
                  <a:lnTo>
                    <a:pt x="136804" y="785621"/>
                  </a:lnTo>
                  <a:lnTo>
                    <a:pt x="83832" y="774877"/>
                  </a:lnTo>
                  <a:lnTo>
                    <a:pt x="40170" y="745439"/>
                  </a:lnTo>
                  <a:lnTo>
                    <a:pt x="10744" y="701789"/>
                  </a:lnTo>
                  <a:lnTo>
                    <a:pt x="0" y="648817"/>
                  </a:lnTo>
                  <a:lnTo>
                    <a:pt x="0" y="136804"/>
                  </a:lnTo>
                  <a:lnTo>
                    <a:pt x="10744" y="83832"/>
                  </a:lnTo>
                  <a:lnTo>
                    <a:pt x="40170" y="40182"/>
                  </a:lnTo>
                  <a:lnTo>
                    <a:pt x="83832" y="10744"/>
                  </a:lnTo>
                  <a:lnTo>
                    <a:pt x="136804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291070" y="2580894"/>
            <a:ext cx="1399540" cy="803275"/>
            <a:chOff x="9291070" y="2580894"/>
            <a:chExt cx="1399540" cy="80327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10115" y="2599944"/>
              <a:ext cx="1360930" cy="76504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300595" y="2590419"/>
              <a:ext cx="1380490" cy="784225"/>
            </a:xfrm>
            <a:custGeom>
              <a:avLst/>
              <a:gdLst/>
              <a:ahLst/>
              <a:cxnLst/>
              <a:rect l="l" t="t" r="r" b="b"/>
              <a:pathLst>
                <a:path w="1380490" h="784225">
                  <a:moveTo>
                    <a:pt x="136550" y="0"/>
                  </a:moveTo>
                  <a:lnTo>
                    <a:pt x="1243418" y="0"/>
                  </a:lnTo>
                  <a:lnTo>
                    <a:pt x="1270546" y="2730"/>
                  </a:lnTo>
                  <a:lnTo>
                    <a:pt x="1319580" y="23368"/>
                  </a:lnTo>
                  <a:lnTo>
                    <a:pt x="1356601" y="60388"/>
                  </a:lnTo>
                  <a:lnTo>
                    <a:pt x="1377238" y="109423"/>
                  </a:lnTo>
                  <a:lnTo>
                    <a:pt x="1379981" y="136550"/>
                  </a:lnTo>
                  <a:lnTo>
                    <a:pt x="1379981" y="647547"/>
                  </a:lnTo>
                  <a:lnTo>
                    <a:pt x="1369250" y="700417"/>
                  </a:lnTo>
                  <a:lnTo>
                    <a:pt x="1339875" y="743991"/>
                  </a:lnTo>
                  <a:lnTo>
                    <a:pt x="1296288" y="773366"/>
                  </a:lnTo>
                  <a:lnTo>
                    <a:pt x="1243418" y="784098"/>
                  </a:lnTo>
                  <a:lnTo>
                    <a:pt x="136550" y="784098"/>
                  </a:lnTo>
                  <a:lnTo>
                    <a:pt x="83680" y="773366"/>
                  </a:lnTo>
                  <a:lnTo>
                    <a:pt x="40106" y="743991"/>
                  </a:lnTo>
                  <a:lnTo>
                    <a:pt x="10718" y="700417"/>
                  </a:lnTo>
                  <a:lnTo>
                    <a:pt x="0" y="647547"/>
                  </a:lnTo>
                  <a:lnTo>
                    <a:pt x="0" y="136550"/>
                  </a:lnTo>
                  <a:lnTo>
                    <a:pt x="10718" y="83680"/>
                  </a:lnTo>
                  <a:lnTo>
                    <a:pt x="40106" y="40106"/>
                  </a:lnTo>
                  <a:lnTo>
                    <a:pt x="83680" y="10731"/>
                  </a:lnTo>
                  <a:lnTo>
                    <a:pt x="13655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207" y="4983479"/>
            <a:ext cx="2414015" cy="91439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6780974" y="4646264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68300" h="368300">
                <a:moveTo>
                  <a:pt x="183992" y="368303"/>
                </a:moveTo>
                <a:lnTo>
                  <a:pt x="135077" y="361725"/>
                </a:lnTo>
                <a:lnTo>
                  <a:pt x="91125" y="343162"/>
                </a:lnTo>
                <a:lnTo>
                  <a:pt x="53888" y="314368"/>
                </a:lnTo>
                <a:lnTo>
                  <a:pt x="25119" y="277098"/>
                </a:lnTo>
                <a:lnTo>
                  <a:pt x="6572" y="233108"/>
                </a:lnTo>
                <a:lnTo>
                  <a:pt x="0" y="184151"/>
                </a:lnTo>
                <a:lnTo>
                  <a:pt x="6572" y="135195"/>
                </a:lnTo>
                <a:lnTo>
                  <a:pt x="25119" y="91204"/>
                </a:lnTo>
                <a:lnTo>
                  <a:pt x="53888" y="53934"/>
                </a:lnTo>
                <a:lnTo>
                  <a:pt x="91125" y="25140"/>
                </a:lnTo>
                <a:lnTo>
                  <a:pt x="135077" y="6577"/>
                </a:lnTo>
                <a:lnTo>
                  <a:pt x="183992" y="0"/>
                </a:lnTo>
                <a:lnTo>
                  <a:pt x="232906" y="6577"/>
                </a:lnTo>
                <a:lnTo>
                  <a:pt x="276858" y="25140"/>
                </a:lnTo>
                <a:lnTo>
                  <a:pt x="314096" y="53934"/>
                </a:lnTo>
                <a:lnTo>
                  <a:pt x="342865" y="91204"/>
                </a:lnTo>
                <a:lnTo>
                  <a:pt x="361412" y="135195"/>
                </a:lnTo>
                <a:lnTo>
                  <a:pt x="367984" y="184151"/>
                </a:lnTo>
                <a:lnTo>
                  <a:pt x="361412" y="233108"/>
                </a:lnTo>
                <a:lnTo>
                  <a:pt x="342865" y="277098"/>
                </a:lnTo>
                <a:lnTo>
                  <a:pt x="314096" y="314368"/>
                </a:lnTo>
                <a:lnTo>
                  <a:pt x="276858" y="343162"/>
                </a:lnTo>
                <a:lnTo>
                  <a:pt x="232906" y="361725"/>
                </a:lnTo>
                <a:lnTo>
                  <a:pt x="183992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96982" y="5060605"/>
            <a:ext cx="735965" cy="368300"/>
          </a:xfrm>
          <a:custGeom>
            <a:avLst/>
            <a:gdLst/>
            <a:ahLst/>
            <a:cxnLst/>
            <a:rect l="l" t="t" r="r" b="b"/>
            <a:pathLst>
              <a:path w="735965" h="368300">
                <a:moveTo>
                  <a:pt x="735968" y="368303"/>
                </a:moveTo>
                <a:lnTo>
                  <a:pt x="0" y="368303"/>
                </a:lnTo>
                <a:lnTo>
                  <a:pt x="0" y="184151"/>
                </a:lnTo>
                <a:lnTo>
                  <a:pt x="9774" y="143868"/>
                </a:lnTo>
                <a:lnTo>
                  <a:pt x="36798" y="110490"/>
                </a:lnTo>
                <a:lnTo>
                  <a:pt x="77118" y="83875"/>
                </a:lnTo>
                <a:lnTo>
                  <a:pt x="121319" y="59849"/>
                </a:lnTo>
                <a:lnTo>
                  <a:pt x="168108" y="39276"/>
                </a:lnTo>
                <a:lnTo>
                  <a:pt x="216190" y="23018"/>
                </a:lnTo>
                <a:lnTo>
                  <a:pt x="254139" y="13595"/>
                </a:lnTo>
                <a:lnTo>
                  <a:pt x="292087" y="6330"/>
                </a:lnTo>
                <a:lnTo>
                  <a:pt x="330035" y="1654"/>
                </a:lnTo>
                <a:lnTo>
                  <a:pt x="367984" y="0"/>
                </a:lnTo>
                <a:lnTo>
                  <a:pt x="408520" y="1654"/>
                </a:lnTo>
                <a:lnTo>
                  <a:pt x="447330" y="6330"/>
                </a:lnTo>
                <a:lnTo>
                  <a:pt x="519777" y="23018"/>
                </a:lnTo>
                <a:lnTo>
                  <a:pt x="567860" y="38628"/>
                </a:lnTo>
                <a:lnTo>
                  <a:pt x="614648" y="58122"/>
                </a:lnTo>
                <a:lnTo>
                  <a:pt x="658850" y="81933"/>
                </a:lnTo>
                <a:lnTo>
                  <a:pt x="699170" y="110490"/>
                </a:lnTo>
                <a:lnTo>
                  <a:pt x="726194" y="143868"/>
                </a:lnTo>
                <a:lnTo>
                  <a:pt x="735968" y="184151"/>
                </a:lnTo>
                <a:lnTo>
                  <a:pt x="735968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79421" y="5050125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68300" h="368300">
                <a:moveTo>
                  <a:pt x="183992" y="368303"/>
                </a:moveTo>
                <a:lnTo>
                  <a:pt x="135077" y="361725"/>
                </a:lnTo>
                <a:lnTo>
                  <a:pt x="91125" y="343162"/>
                </a:lnTo>
                <a:lnTo>
                  <a:pt x="53888" y="314368"/>
                </a:lnTo>
                <a:lnTo>
                  <a:pt x="25119" y="277098"/>
                </a:lnTo>
                <a:lnTo>
                  <a:pt x="6572" y="233108"/>
                </a:lnTo>
                <a:lnTo>
                  <a:pt x="0" y="184151"/>
                </a:lnTo>
                <a:lnTo>
                  <a:pt x="6572" y="135195"/>
                </a:lnTo>
                <a:lnTo>
                  <a:pt x="25119" y="91204"/>
                </a:lnTo>
                <a:lnTo>
                  <a:pt x="53888" y="53934"/>
                </a:lnTo>
                <a:lnTo>
                  <a:pt x="91125" y="25140"/>
                </a:lnTo>
                <a:lnTo>
                  <a:pt x="135077" y="6577"/>
                </a:lnTo>
                <a:lnTo>
                  <a:pt x="183992" y="0"/>
                </a:lnTo>
                <a:lnTo>
                  <a:pt x="232906" y="6577"/>
                </a:lnTo>
                <a:lnTo>
                  <a:pt x="276858" y="25140"/>
                </a:lnTo>
                <a:lnTo>
                  <a:pt x="314096" y="53934"/>
                </a:lnTo>
                <a:lnTo>
                  <a:pt x="342865" y="91204"/>
                </a:lnTo>
                <a:lnTo>
                  <a:pt x="361412" y="135195"/>
                </a:lnTo>
                <a:lnTo>
                  <a:pt x="367984" y="184151"/>
                </a:lnTo>
                <a:lnTo>
                  <a:pt x="361412" y="233108"/>
                </a:lnTo>
                <a:lnTo>
                  <a:pt x="342865" y="277098"/>
                </a:lnTo>
                <a:lnTo>
                  <a:pt x="314096" y="314368"/>
                </a:lnTo>
                <a:lnTo>
                  <a:pt x="276858" y="343162"/>
                </a:lnTo>
                <a:lnTo>
                  <a:pt x="232906" y="361725"/>
                </a:lnTo>
                <a:lnTo>
                  <a:pt x="183992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95428" y="5464466"/>
            <a:ext cx="735965" cy="368300"/>
          </a:xfrm>
          <a:custGeom>
            <a:avLst/>
            <a:gdLst/>
            <a:ahLst/>
            <a:cxnLst/>
            <a:rect l="l" t="t" r="r" b="b"/>
            <a:pathLst>
              <a:path w="735965" h="368300">
                <a:moveTo>
                  <a:pt x="735968" y="368303"/>
                </a:moveTo>
                <a:lnTo>
                  <a:pt x="0" y="368303"/>
                </a:lnTo>
                <a:lnTo>
                  <a:pt x="0" y="184151"/>
                </a:lnTo>
                <a:lnTo>
                  <a:pt x="9774" y="143868"/>
                </a:lnTo>
                <a:lnTo>
                  <a:pt x="36798" y="110490"/>
                </a:lnTo>
                <a:lnTo>
                  <a:pt x="77118" y="83875"/>
                </a:lnTo>
                <a:lnTo>
                  <a:pt x="121319" y="59849"/>
                </a:lnTo>
                <a:lnTo>
                  <a:pt x="168108" y="39276"/>
                </a:lnTo>
                <a:lnTo>
                  <a:pt x="216190" y="23018"/>
                </a:lnTo>
                <a:lnTo>
                  <a:pt x="254139" y="13595"/>
                </a:lnTo>
                <a:lnTo>
                  <a:pt x="292087" y="6330"/>
                </a:lnTo>
                <a:lnTo>
                  <a:pt x="330035" y="1654"/>
                </a:lnTo>
                <a:lnTo>
                  <a:pt x="367984" y="0"/>
                </a:lnTo>
                <a:lnTo>
                  <a:pt x="408520" y="1654"/>
                </a:lnTo>
                <a:lnTo>
                  <a:pt x="447330" y="6330"/>
                </a:lnTo>
                <a:lnTo>
                  <a:pt x="519777" y="23018"/>
                </a:lnTo>
                <a:lnTo>
                  <a:pt x="567860" y="38628"/>
                </a:lnTo>
                <a:lnTo>
                  <a:pt x="614648" y="58122"/>
                </a:lnTo>
                <a:lnTo>
                  <a:pt x="658850" y="81933"/>
                </a:lnTo>
                <a:lnTo>
                  <a:pt x="699170" y="110490"/>
                </a:lnTo>
                <a:lnTo>
                  <a:pt x="726194" y="143868"/>
                </a:lnTo>
                <a:lnTo>
                  <a:pt x="735968" y="184151"/>
                </a:lnTo>
                <a:lnTo>
                  <a:pt x="735968" y="3683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23247" y="5455149"/>
            <a:ext cx="282829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327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Publisher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92225" marR="0" lvl="0" indent="0" defTabSz="914400" eaLnBrk="1" fontAlgn="auto" latinLnBrk="0" hangingPunct="1">
              <a:lnSpc>
                <a:spcPts val="32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1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Subscriber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7968" y="6009132"/>
            <a:ext cx="2097526" cy="40081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149070" y="4430119"/>
            <a:ext cx="3561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Second</a:t>
            </a:r>
            <a:r>
              <a:rPr kumimoji="0" sz="2000" b="1" i="1" u="sng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</a:t>
            </a:r>
            <a:r>
              <a:rPr kumimoji="0" sz="2000" b="1" i="1" u="sng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kumimoji="0" sz="2000" b="1" i="1" u="sng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kumimoji="0" sz="2000" b="1" i="1" u="sng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kumimoji="0" sz="2000" b="1" i="1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demonstration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25" name="object 7">
            <a:extLst>
              <a:ext uri="{FF2B5EF4-FFF2-40B4-BE49-F238E27FC236}">
                <a16:creationId xmlns:a16="http://schemas.microsoft.com/office/drawing/2014/main" id="{8F6AF974-AE1B-7C4F-E226-A2D3A597AFB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IoT</a:t>
            </a:r>
            <a:r>
              <a:rPr spc="-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8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architectures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5759996" y="2837433"/>
            <a:ext cx="647065" cy="878840"/>
          </a:xfrm>
          <a:custGeom>
            <a:avLst/>
            <a:gdLst/>
            <a:ahLst/>
            <a:cxnLst/>
            <a:rect l="l" t="t" r="r" b="b"/>
            <a:pathLst>
              <a:path w="647064" h="878839">
                <a:moveTo>
                  <a:pt x="646607" y="600951"/>
                </a:moveTo>
                <a:lnTo>
                  <a:pt x="638035" y="622071"/>
                </a:lnTo>
                <a:lnTo>
                  <a:pt x="613613" y="641515"/>
                </a:lnTo>
                <a:lnTo>
                  <a:pt x="577329" y="657796"/>
                </a:lnTo>
                <a:lnTo>
                  <a:pt x="577329" y="762736"/>
                </a:lnTo>
                <a:lnTo>
                  <a:pt x="575665" y="772198"/>
                </a:lnTo>
                <a:lnTo>
                  <a:pt x="570979" y="779500"/>
                </a:lnTo>
                <a:lnTo>
                  <a:pt x="563689" y="784186"/>
                </a:lnTo>
                <a:lnTo>
                  <a:pt x="554240" y="785850"/>
                </a:lnTo>
                <a:lnTo>
                  <a:pt x="544779" y="784186"/>
                </a:lnTo>
                <a:lnTo>
                  <a:pt x="537489" y="779500"/>
                </a:lnTo>
                <a:lnTo>
                  <a:pt x="532803" y="772198"/>
                </a:lnTo>
                <a:lnTo>
                  <a:pt x="531139" y="762736"/>
                </a:lnTo>
                <a:lnTo>
                  <a:pt x="532803" y="753275"/>
                </a:lnTo>
                <a:lnTo>
                  <a:pt x="537489" y="745985"/>
                </a:lnTo>
                <a:lnTo>
                  <a:pt x="544779" y="741286"/>
                </a:lnTo>
                <a:lnTo>
                  <a:pt x="554240" y="739622"/>
                </a:lnTo>
                <a:lnTo>
                  <a:pt x="563689" y="741286"/>
                </a:lnTo>
                <a:lnTo>
                  <a:pt x="570979" y="745985"/>
                </a:lnTo>
                <a:lnTo>
                  <a:pt x="575665" y="753275"/>
                </a:lnTo>
                <a:lnTo>
                  <a:pt x="577329" y="762736"/>
                </a:lnTo>
                <a:lnTo>
                  <a:pt x="577329" y="657796"/>
                </a:lnTo>
                <a:lnTo>
                  <a:pt x="525208" y="673023"/>
                </a:lnTo>
                <a:lnTo>
                  <a:pt x="465162" y="683958"/>
                </a:lnTo>
                <a:lnTo>
                  <a:pt x="397205" y="690943"/>
                </a:lnTo>
                <a:lnTo>
                  <a:pt x="323303" y="693394"/>
                </a:lnTo>
                <a:lnTo>
                  <a:pt x="249402" y="690943"/>
                </a:lnTo>
                <a:lnTo>
                  <a:pt x="181444" y="683958"/>
                </a:lnTo>
                <a:lnTo>
                  <a:pt x="121399" y="673023"/>
                </a:lnTo>
                <a:lnTo>
                  <a:pt x="71259" y="658685"/>
                </a:lnTo>
                <a:lnTo>
                  <a:pt x="32994" y="641515"/>
                </a:lnTo>
                <a:lnTo>
                  <a:pt x="0" y="600951"/>
                </a:lnTo>
                <a:lnTo>
                  <a:pt x="0" y="785850"/>
                </a:lnTo>
                <a:lnTo>
                  <a:pt x="32994" y="826414"/>
                </a:lnTo>
                <a:lnTo>
                  <a:pt x="71259" y="843584"/>
                </a:lnTo>
                <a:lnTo>
                  <a:pt x="121399" y="857923"/>
                </a:lnTo>
                <a:lnTo>
                  <a:pt x="181444" y="868870"/>
                </a:lnTo>
                <a:lnTo>
                  <a:pt x="249402" y="875855"/>
                </a:lnTo>
                <a:lnTo>
                  <a:pt x="323303" y="878306"/>
                </a:lnTo>
                <a:lnTo>
                  <a:pt x="397205" y="875855"/>
                </a:lnTo>
                <a:lnTo>
                  <a:pt x="465162" y="868870"/>
                </a:lnTo>
                <a:lnTo>
                  <a:pt x="525208" y="857923"/>
                </a:lnTo>
                <a:lnTo>
                  <a:pt x="575348" y="843584"/>
                </a:lnTo>
                <a:lnTo>
                  <a:pt x="613613" y="826414"/>
                </a:lnTo>
                <a:lnTo>
                  <a:pt x="646607" y="785850"/>
                </a:lnTo>
                <a:lnTo>
                  <a:pt x="646607" y="739622"/>
                </a:lnTo>
                <a:lnTo>
                  <a:pt x="646607" y="693394"/>
                </a:lnTo>
                <a:lnTo>
                  <a:pt x="646607" y="600951"/>
                </a:lnTo>
                <a:close/>
              </a:path>
              <a:path w="647064" h="878839">
                <a:moveTo>
                  <a:pt x="646607" y="369811"/>
                </a:moveTo>
                <a:lnTo>
                  <a:pt x="638035" y="390944"/>
                </a:lnTo>
                <a:lnTo>
                  <a:pt x="613613" y="410375"/>
                </a:lnTo>
                <a:lnTo>
                  <a:pt x="577329" y="426656"/>
                </a:lnTo>
                <a:lnTo>
                  <a:pt x="577329" y="531609"/>
                </a:lnTo>
                <a:lnTo>
                  <a:pt x="575665" y="541070"/>
                </a:lnTo>
                <a:lnTo>
                  <a:pt x="570979" y="548360"/>
                </a:lnTo>
                <a:lnTo>
                  <a:pt x="563689" y="553059"/>
                </a:lnTo>
                <a:lnTo>
                  <a:pt x="554240" y="554723"/>
                </a:lnTo>
                <a:lnTo>
                  <a:pt x="544779" y="553059"/>
                </a:lnTo>
                <a:lnTo>
                  <a:pt x="537489" y="548360"/>
                </a:lnTo>
                <a:lnTo>
                  <a:pt x="532803" y="541070"/>
                </a:lnTo>
                <a:lnTo>
                  <a:pt x="531139" y="531609"/>
                </a:lnTo>
                <a:lnTo>
                  <a:pt x="532803" y="522147"/>
                </a:lnTo>
                <a:lnTo>
                  <a:pt x="537489" y="514845"/>
                </a:lnTo>
                <a:lnTo>
                  <a:pt x="544779" y="510159"/>
                </a:lnTo>
                <a:lnTo>
                  <a:pt x="554240" y="508495"/>
                </a:lnTo>
                <a:lnTo>
                  <a:pt x="563689" y="510159"/>
                </a:lnTo>
                <a:lnTo>
                  <a:pt x="570979" y="514845"/>
                </a:lnTo>
                <a:lnTo>
                  <a:pt x="575665" y="522147"/>
                </a:lnTo>
                <a:lnTo>
                  <a:pt x="577329" y="531609"/>
                </a:lnTo>
                <a:lnTo>
                  <a:pt x="577329" y="426656"/>
                </a:lnTo>
                <a:lnTo>
                  <a:pt x="525208" y="441883"/>
                </a:lnTo>
                <a:lnTo>
                  <a:pt x="465162" y="452831"/>
                </a:lnTo>
                <a:lnTo>
                  <a:pt x="397205" y="459816"/>
                </a:lnTo>
                <a:lnTo>
                  <a:pt x="323303" y="462267"/>
                </a:lnTo>
                <a:lnTo>
                  <a:pt x="249402" y="459816"/>
                </a:lnTo>
                <a:lnTo>
                  <a:pt x="181444" y="452831"/>
                </a:lnTo>
                <a:lnTo>
                  <a:pt x="121399" y="441883"/>
                </a:lnTo>
                <a:lnTo>
                  <a:pt x="71259" y="427545"/>
                </a:lnTo>
                <a:lnTo>
                  <a:pt x="32994" y="410375"/>
                </a:lnTo>
                <a:lnTo>
                  <a:pt x="0" y="369811"/>
                </a:lnTo>
                <a:lnTo>
                  <a:pt x="0" y="554723"/>
                </a:lnTo>
                <a:lnTo>
                  <a:pt x="32994" y="595287"/>
                </a:lnTo>
                <a:lnTo>
                  <a:pt x="71259" y="612457"/>
                </a:lnTo>
                <a:lnTo>
                  <a:pt x="121399" y="626795"/>
                </a:lnTo>
                <a:lnTo>
                  <a:pt x="181444" y="637743"/>
                </a:lnTo>
                <a:lnTo>
                  <a:pt x="249402" y="644715"/>
                </a:lnTo>
                <a:lnTo>
                  <a:pt x="323303" y="647166"/>
                </a:lnTo>
                <a:lnTo>
                  <a:pt x="397205" y="644715"/>
                </a:lnTo>
                <a:lnTo>
                  <a:pt x="465162" y="637743"/>
                </a:lnTo>
                <a:lnTo>
                  <a:pt x="525208" y="626795"/>
                </a:lnTo>
                <a:lnTo>
                  <a:pt x="575348" y="612457"/>
                </a:lnTo>
                <a:lnTo>
                  <a:pt x="613613" y="595287"/>
                </a:lnTo>
                <a:lnTo>
                  <a:pt x="646607" y="554723"/>
                </a:lnTo>
                <a:lnTo>
                  <a:pt x="646607" y="508495"/>
                </a:lnTo>
                <a:lnTo>
                  <a:pt x="646607" y="462267"/>
                </a:lnTo>
                <a:lnTo>
                  <a:pt x="646607" y="369811"/>
                </a:lnTo>
                <a:close/>
              </a:path>
              <a:path w="647064" h="878839">
                <a:moveTo>
                  <a:pt x="646607" y="138684"/>
                </a:moveTo>
                <a:lnTo>
                  <a:pt x="638035" y="159816"/>
                </a:lnTo>
                <a:lnTo>
                  <a:pt x="613613" y="179247"/>
                </a:lnTo>
                <a:lnTo>
                  <a:pt x="577329" y="195529"/>
                </a:lnTo>
                <a:lnTo>
                  <a:pt x="577329" y="300469"/>
                </a:lnTo>
                <a:lnTo>
                  <a:pt x="575665" y="309930"/>
                </a:lnTo>
                <a:lnTo>
                  <a:pt x="570979" y="317233"/>
                </a:lnTo>
                <a:lnTo>
                  <a:pt x="563689" y="321932"/>
                </a:lnTo>
                <a:lnTo>
                  <a:pt x="554240" y="323583"/>
                </a:lnTo>
                <a:lnTo>
                  <a:pt x="544779" y="321932"/>
                </a:lnTo>
                <a:lnTo>
                  <a:pt x="537489" y="317233"/>
                </a:lnTo>
                <a:lnTo>
                  <a:pt x="532803" y="309930"/>
                </a:lnTo>
                <a:lnTo>
                  <a:pt x="531139" y="300469"/>
                </a:lnTo>
                <a:lnTo>
                  <a:pt x="532803" y="291007"/>
                </a:lnTo>
                <a:lnTo>
                  <a:pt x="537489" y="283718"/>
                </a:lnTo>
                <a:lnTo>
                  <a:pt x="544779" y="279019"/>
                </a:lnTo>
                <a:lnTo>
                  <a:pt x="554240" y="277355"/>
                </a:lnTo>
                <a:lnTo>
                  <a:pt x="563689" y="279019"/>
                </a:lnTo>
                <a:lnTo>
                  <a:pt x="570979" y="283718"/>
                </a:lnTo>
                <a:lnTo>
                  <a:pt x="575665" y="291007"/>
                </a:lnTo>
                <a:lnTo>
                  <a:pt x="577329" y="300469"/>
                </a:lnTo>
                <a:lnTo>
                  <a:pt x="577329" y="195529"/>
                </a:lnTo>
                <a:lnTo>
                  <a:pt x="525208" y="210756"/>
                </a:lnTo>
                <a:lnTo>
                  <a:pt x="465162" y="221703"/>
                </a:lnTo>
                <a:lnTo>
                  <a:pt x="397205" y="228676"/>
                </a:lnTo>
                <a:lnTo>
                  <a:pt x="323303" y="231140"/>
                </a:lnTo>
                <a:lnTo>
                  <a:pt x="249402" y="228676"/>
                </a:lnTo>
                <a:lnTo>
                  <a:pt x="181444" y="221703"/>
                </a:lnTo>
                <a:lnTo>
                  <a:pt x="121399" y="210756"/>
                </a:lnTo>
                <a:lnTo>
                  <a:pt x="71259" y="196418"/>
                </a:lnTo>
                <a:lnTo>
                  <a:pt x="32994" y="179247"/>
                </a:lnTo>
                <a:lnTo>
                  <a:pt x="0" y="138684"/>
                </a:lnTo>
                <a:lnTo>
                  <a:pt x="0" y="323583"/>
                </a:lnTo>
                <a:lnTo>
                  <a:pt x="32994" y="364147"/>
                </a:lnTo>
                <a:lnTo>
                  <a:pt x="71259" y="381317"/>
                </a:lnTo>
                <a:lnTo>
                  <a:pt x="121399" y="395668"/>
                </a:lnTo>
                <a:lnTo>
                  <a:pt x="181444" y="406603"/>
                </a:lnTo>
                <a:lnTo>
                  <a:pt x="249402" y="413588"/>
                </a:lnTo>
                <a:lnTo>
                  <a:pt x="323303" y="416039"/>
                </a:lnTo>
                <a:lnTo>
                  <a:pt x="397205" y="413588"/>
                </a:lnTo>
                <a:lnTo>
                  <a:pt x="465162" y="406603"/>
                </a:lnTo>
                <a:lnTo>
                  <a:pt x="525208" y="395668"/>
                </a:lnTo>
                <a:lnTo>
                  <a:pt x="575348" y="381317"/>
                </a:lnTo>
                <a:lnTo>
                  <a:pt x="613613" y="364147"/>
                </a:lnTo>
                <a:lnTo>
                  <a:pt x="646607" y="323583"/>
                </a:lnTo>
                <a:lnTo>
                  <a:pt x="646607" y="277355"/>
                </a:lnTo>
                <a:lnTo>
                  <a:pt x="646607" y="231140"/>
                </a:lnTo>
                <a:lnTo>
                  <a:pt x="646607" y="138684"/>
                </a:lnTo>
                <a:close/>
              </a:path>
              <a:path w="647064" h="878839">
                <a:moveTo>
                  <a:pt x="646607" y="92456"/>
                </a:moveTo>
                <a:lnTo>
                  <a:pt x="613752" y="51803"/>
                </a:lnTo>
                <a:lnTo>
                  <a:pt x="575576" y="34632"/>
                </a:lnTo>
                <a:lnTo>
                  <a:pt x="525513" y="20320"/>
                </a:lnTo>
                <a:lnTo>
                  <a:pt x="465480" y="9398"/>
                </a:lnTo>
                <a:lnTo>
                  <a:pt x="397433" y="2451"/>
                </a:lnTo>
                <a:lnTo>
                  <a:pt x="323303" y="0"/>
                </a:lnTo>
                <a:lnTo>
                  <a:pt x="249174" y="2451"/>
                </a:lnTo>
                <a:lnTo>
                  <a:pt x="181127" y="9398"/>
                </a:lnTo>
                <a:lnTo>
                  <a:pt x="121094" y="20320"/>
                </a:lnTo>
                <a:lnTo>
                  <a:pt x="71031" y="34632"/>
                </a:lnTo>
                <a:lnTo>
                  <a:pt x="32867" y="51803"/>
                </a:lnTo>
                <a:lnTo>
                  <a:pt x="0" y="92456"/>
                </a:lnTo>
                <a:lnTo>
                  <a:pt x="8534" y="113652"/>
                </a:lnTo>
                <a:lnTo>
                  <a:pt x="71031" y="150279"/>
                </a:lnTo>
                <a:lnTo>
                  <a:pt x="121094" y="164592"/>
                </a:lnTo>
                <a:lnTo>
                  <a:pt x="181127" y="175514"/>
                </a:lnTo>
                <a:lnTo>
                  <a:pt x="249174" y="182460"/>
                </a:lnTo>
                <a:lnTo>
                  <a:pt x="323303" y="184912"/>
                </a:lnTo>
                <a:lnTo>
                  <a:pt x="397433" y="182460"/>
                </a:lnTo>
                <a:lnTo>
                  <a:pt x="465480" y="175514"/>
                </a:lnTo>
                <a:lnTo>
                  <a:pt x="525513" y="164592"/>
                </a:lnTo>
                <a:lnTo>
                  <a:pt x="575576" y="150279"/>
                </a:lnTo>
                <a:lnTo>
                  <a:pt x="613752" y="133108"/>
                </a:lnTo>
                <a:lnTo>
                  <a:pt x="646607" y="92456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48246" y="3818316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50D5F0A2-837E-3286-35C9-98D01EB013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IoT</a:t>
            </a:r>
            <a:r>
              <a:rPr spc="-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8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architectures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1096238" y="2698597"/>
            <a:ext cx="645795" cy="877569"/>
          </a:xfrm>
          <a:custGeom>
            <a:avLst/>
            <a:gdLst/>
            <a:ahLst/>
            <a:cxnLst/>
            <a:rect l="l" t="t" r="r" b="b"/>
            <a:pathLst>
              <a:path w="645794" h="877570">
                <a:moveTo>
                  <a:pt x="645731" y="600125"/>
                </a:moveTo>
                <a:lnTo>
                  <a:pt x="637171" y="621220"/>
                </a:lnTo>
                <a:lnTo>
                  <a:pt x="612787" y="640638"/>
                </a:lnTo>
                <a:lnTo>
                  <a:pt x="576554" y="656907"/>
                </a:lnTo>
                <a:lnTo>
                  <a:pt x="576554" y="761695"/>
                </a:lnTo>
                <a:lnTo>
                  <a:pt x="574890" y="771144"/>
                </a:lnTo>
                <a:lnTo>
                  <a:pt x="570204" y="778433"/>
                </a:lnTo>
                <a:lnTo>
                  <a:pt x="562927" y="783120"/>
                </a:lnTo>
                <a:lnTo>
                  <a:pt x="553491" y="784771"/>
                </a:lnTo>
                <a:lnTo>
                  <a:pt x="544042" y="783120"/>
                </a:lnTo>
                <a:lnTo>
                  <a:pt x="536765" y="778433"/>
                </a:lnTo>
                <a:lnTo>
                  <a:pt x="532079" y="771144"/>
                </a:lnTo>
                <a:lnTo>
                  <a:pt x="530428" y="761695"/>
                </a:lnTo>
                <a:lnTo>
                  <a:pt x="532079" y="752246"/>
                </a:lnTo>
                <a:lnTo>
                  <a:pt x="536765" y="744956"/>
                </a:lnTo>
                <a:lnTo>
                  <a:pt x="544042" y="740270"/>
                </a:lnTo>
                <a:lnTo>
                  <a:pt x="553491" y="738619"/>
                </a:lnTo>
                <a:lnTo>
                  <a:pt x="562927" y="740270"/>
                </a:lnTo>
                <a:lnTo>
                  <a:pt x="570204" y="744956"/>
                </a:lnTo>
                <a:lnTo>
                  <a:pt x="574890" y="752246"/>
                </a:lnTo>
                <a:lnTo>
                  <a:pt x="576554" y="761695"/>
                </a:lnTo>
                <a:lnTo>
                  <a:pt x="576554" y="656907"/>
                </a:lnTo>
                <a:lnTo>
                  <a:pt x="524497" y="672096"/>
                </a:lnTo>
                <a:lnTo>
                  <a:pt x="464540" y="683031"/>
                </a:lnTo>
                <a:lnTo>
                  <a:pt x="396671" y="690003"/>
                </a:lnTo>
                <a:lnTo>
                  <a:pt x="322872" y="692454"/>
                </a:lnTo>
                <a:lnTo>
                  <a:pt x="249072" y="690003"/>
                </a:lnTo>
                <a:lnTo>
                  <a:pt x="181203" y="683031"/>
                </a:lnTo>
                <a:lnTo>
                  <a:pt x="121246" y="672096"/>
                </a:lnTo>
                <a:lnTo>
                  <a:pt x="71170" y="657783"/>
                </a:lnTo>
                <a:lnTo>
                  <a:pt x="32956" y="640638"/>
                </a:lnTo>
                <a:lnTo>
                  <a:pt x="0" y="600125"/>
                </a:lnTo>
                <a:lnTo>
                  <a:pt x="0" y="784771"/>
                </a:lnTo>
                <a:lnTo>
                  <a:pt x="32956" y="825284"/>
                </a:lnTo>
                <a:lnTo>
                  <a:pt x="71170" y="842429"/>
                </a:lnTo>
                <a:lnTo>
                  <a:pt x="121246" y="856754"/>
                </a:lnTo>
                <a:lnTo>
                  <a:pt x="181203" y="867689"/>
                </a:lnTo>
                <a:lnTo>
                  <a:pt x="249072" y="874649"/>
                </a:lnTo>
                <a:lnTo>
                  <a:pt x="322872" y="877100"/>
                </a:lnTo>
                <a:lnTo>
                  <a:pt x="396671" y="874649"/>
                </a:lnTo>
                <a:lnTo>
                  <a:pt x="464540" y="867689"/>
                </a:lnTo>
                <a:lnTo>
                  <a:pt x="524497" y="856754"/>
                </a:lnTo>
                <a:lnTo>
                  <a:pt x="574573" y="842429"/>
                </a:lnTo>
                <a:lnTo>
                  <a:pt x="612787" y="825284"/>
                </a:lnTo>
                <a:lnTo>
                  <a:pt x="645731" y="784771"/>
                </a:lnTo>
                <a:lnTo>
                  <a:pt x="645731" y="738619"/>
                </a:lnTo>
                <a:lnTo>
                  <a:pt x="645731" y="692454"/>
                </a:lnTo>
                <a:lnTo>
                  <a:pt x="645731" y="600125"/>
                </a:lnTo>
                <a:close/>
              </a:path>
              <a:path w="645794" h="877570">
                <a:moveTo>
                  <a:pt x="645731" y="369303"/>
                </a:moveTo>
                <a:lnTo>
                  <a:pt x="637171" y="390410"/>
                </a:lnTo>
                <a:lnTo>
                  <a:pt x="612787" y="409816"/>
                </a:lnTo>
                <a:lnTo>
                  <a:pt x="576554" y="426085"/>
                </a:lnTo>
                <a:lnTo>
                  <a:pt x="576554" y="530872"/>
                </a:lnTo>
                <a:lnTo>
                  <a:pt x="574890" y="540321"/>
                </a:lnTo>
                <a:lnTo>
                  <a:pt x="570204" y="547611"/>
                </a:lnTo>
                <a:lnTo>
                  <a:pt x="562927" y="552297"/>
                </a:lnTo>
                <a:lnTo>
                  <a:pt x="553491" y="553961"/>
                </a:lnTo>
                <a:lnTo>
                  <a:pt x="544042" y="552297"/>
                </a:lnTo>
                <a:lnTo>
                  <a:pt x="536765" y="547611"/>
                </a:lnTo>
                <a:lnTo>
                  <a:pt x="532079" y="540321"/>
                </a:lnTo>
                <a:lnTo>
                  <a:pt x="530428" y="530872"/>
                </a:lnTo>
                <a:lnTo>
                  <a:pt x="532079" y="521423"/>
                </a:lnTo>
                <a:lnTo>
                  <a:pt x="536765" y="514146"/>
                </a:lnTo>
                <a:lnTo>
                  <a:pt x="544042" y="509460"/>
                </a:lnTo>
                <a:lnTo>
                  <a:pt x="553491" y="507796"/>
                </a:lnTo>
                <a:lnTo>
                  <a:pt x="562927" y="509460"/>
                </a:lnTo>
                <a:lnTo>
                  <a:pt x="570204" y="514146"/>
                </a:lnTo>
                <a:lnTo>
                  <a:pt x="574890" y="521423"/>
                </a:lnTo>
                <a:lnTo>
                  <a:pt x="576554" y="530872"/>
                </a:lnTo>
                <a:lnTo>
                  <a:pt x="576554" y="426085"/>
                </a:lnTo>
                <a:lnTo>
                  <a:pt x="524497" y="441286"/>
                </a:lnTo>
                <a:lnTo>
                  <a:pt x="464540" y="452208"/>
                </a:lnTo>
                <a:lnTo>
                  <a:pt x="396671" y="459181"/>
                </a:lnTo>
                <a:lnTo>
                  <a:pt x="322872" y="461632"/>
                </a:lnTo>
                <a:lnTo>
                  <a:pt x="249072" y="459181"/>
                </a:lnTo>
                <a:lnTo>
                  <a:pt x="181203" y="452208"/>
                </a:lnTo>
                <a:lnTo>
                  <a:pt x="121246" y="441286"/>
                </a:lnTo>
                <a:lnTo>
                  <a:pt x="71170" y="426961"/>
                </a:lnTo>
                <a:lnTo>
                  <a:pt x="32956" y="409816"/>
                </a:lnTo>
                <a:lnTo>
                  <a:pt x="0" y="369303"/>
                </a:lnTo>
                <a:lnTo>
                  <a:pt x="0" y="553961"/>
                </a:lnTo>
                <a:lnTo>
                  <a:pt x="32956" y="594474"/>
                </a:lnTo>
                <a:lnTo>
                  <a:pt x="71170" y="611619"/>
                </a:lnTo>
                <a:lnTo>
                  <a:pt x="121246" y="625932"/>
                </a:lnTo>
                <a:lnTo>
                  <a:pt x="181203" y="636866"/>
                </a:lnTo>
                <a:lnTo>
                  <a:pt x="249072" y="643839"/>
                </a:lnTo>
                <a:lnTo>
                  <a:pt x="322872" y="646290"/>
                </a:lnTo>
                <a:lnTo>
                  <a:pt x="396671" y="643839"/>
                </a:lnTo>
                <a:lnTo>
                  <a:pt x="464540" y="636866"/>
                </a:lnTo>
                <a:lnTo>
                  <a:pt x="524497" y="625932"/>
                </a:lnTo>
                <a:lnTo>
                  <a:pt x="574573" y="611619"/>
                </a:lnTo>
                <a:lnTo>
                  <a:pt x="612787" y="594474"/>
                </a:lnTo>
                <a:lnTo>
                  <a:pt x="645731" y="553961"/>
                </a:lnTo>
                <a:lnTo>
                  <a:pt x="645731" y="507796"/>
                </a:lnTo>
                <a:lnTo>
                  <a:pt x="645731" y="461632"/>
                </a:lnTo>
                <a:lnTo>
                  <a:pt x="645731" y="369303"/>
                </a:lnTo>
                <a:close/>
              </a:path>
              <a:path w="645794" h="877570">
                <a:moveTo>
                  <a:pt x="645731" y="138493"/>
                </a:moveTo>
                <a:lnTo>
                  <a:pt x="637171" y="159588"/>
                </a:lnTo>
                <a:lnTo>
                  <a:pt x="612787" y="178993"/>
                </a:lnTo>
                <a:lnTo>
                  <a:pt x="576554" y="195262"/>
                </a:lnTo>
                <a:lnTo>
                  <a:pt x="576554" y="300062"/>
                </a:lnTo>
                <a:lnTo>
                  <a:pt x="574890" y="309511"/>
                </a:lnTo>
                <a:lnTo>
                  <a:pt x="570204" y="316788"/>
                </a:lnTo>
                <a:lnTo>
                  <a:pt x="562927" y="321487"/>
                </a:lnTo>
                <a:lnTo>
                  <a:pt x="553491" y="323138"/>
                </a:lnTo>
                <a:lnTo>
                  <a:pt x="544042" y="321487"/>
                </a:lnTo>
                <a:lnTo>
                  <a:pt x="536765" y="316788"/>
                </a:lnTo>
                <a:lnTo>
                  <a:pt x="532079" y="309511"/>
                </a:lnTo>
                <a:lnTo>
                  <a:pt x="530428" y="300062"/>
                </a:lnTo>
                <a:lnTo>
                  <a:pt x="532079" y="290614"/>
                </a:lnTo>
                <a:lnTo>
                  <a:pt x="536765" y="283324"/>
                </a:lnTo>
                <a:lnTo>
                  <a:pt x="544042" y="278638"/>
                </a:lnTo>
                <a:lnTo>
                  <a:pt x="553491" y="276974"/>
                </a:lnTo>
                <a:lnTo>
                  <a:pt x="562927" y="278638"/>
                </a:lnTo>
                <a:lnTo>
                  <a:pt x="570204" y="283324"/>
                </a:lnTo>
                <a:lnTo>
                  <a:pt x="574890" y="290614"/>
                </a:lnTo>
                <a:lnTo>
                  <a:pt x="576554" y="300062"/>
                </a:lnTo>
                <a:lnTo>
                  <a:pt x="576554" y="195262"/>
                </a:lnTo>
                <a:lnTo>
                  <a:pt x="524497" y="210464"/>
                </a:lnTo>
                <a:lnTo>
                  <a:pt x="464540" y="221399"/>
                </a:lnTo>
                <a:lnTo>
                  <a:pt x="396671" y="228371"/>
                </a:lnTo>
                <a:lnTo>
                  <a:pt x="322872" y="230809"/>
                </a:lnTo>
                <a:lnTo>
                  <a:pt x="249072" y="228371"/>
                </a:lnTo>
                <a:lnTo>
                  <a:pt x="181203" y="221399"/>
                </a:lnTo>
                <a:lnTo>
                  <a:pt x="121246" y="210464"/>
                </a:lnTo>
                <a:lnTo>
                  <a:pt x="71170" y="196151"/>
                </a:lnTo>
                <a:lnTo>
                  <a:pt x="32943" y="178993"/>
                </a:lnTo>
                <a:lnTo>
                  <a:pt x="0" y="138493"/>
                </a:lnTo>
                <a:lnTo>
                  <a:pt x="0" y="323138"/>
                </a:lnTo>
                <a:lnTo>
                  <a:pt x="32943" y="363651"/>
                </a:lnTo>
                <a:lnTo>
                  <a:pt x="71170" y="380796"/>
                </a:lnTo>
                <a:lnTo>
                  <a:pt x="121246" y="395122"/>
                </a:lnTo>
                <a:lnTo>
                  <a:pt x="181203" y="406044"/>
                </a:lnTo>
                <a:lnTo>
                  <a:pt x="249072" y="413016"/>
                </a:lnTo>
                <a:lnTo>
                  <a:pt x="322872" y="415467"/>
                </a:lnTo>
                <a:lnTo>
                  <a:pt x="396671" y="413016"/>
                </a:lnTo>
                <a:lnTo>
                  <a:pt x="464540" y="406044"/>
                </a:lnTo>
                <a:lnTo>
                  <a:pt x="524497" y="395122"/>
                </a:lnTo>
                <a:lnTo>
                  <a:pt x="574573" y="380796"/>
                </a:lnTo>
                <a:lnTo>
                  <a:pt x="612787" y="363651"/>
                </a:lnTo>
                <a:lnTo>
                  <a:pt x="645731" y="323138"/>
                </a:lnTo>
                <a:lnTo>
                  <a:pt x="645731" y="276974"/>
                </a:lnTo>
                <a:lnTo>
                  <a:pt x="645731" y="230809"/>
                </a:lnTo>
                <a:lnTo>
                  <a:pt x="645731" y="138493"/>
                </a:lnTo>
                <a:close/>
              </a:path>
              <a:path w="645794" h="877570">
                <a:moveTo>
                  <a:pt x="645731" y="92329"/>
                </a:moveTo>
                <a:lnTo>
                  <a:pt x="612914" y="51727"/>
                </a:lnTo>
                <a:lnTo>
                  <a:pt x="574802" y="34582"/>
                </a:lnTo>
                <a:lnTo>
                  <a:pt x="524802" y="20281"/>
                </a:lnTo>
                <a:lnTo>
                  <a:pt x="464858" y="9385"/>
                </a:lnTo>
                <a:lnTo>
                  <a:pt x="396900" y="2438"/>
                </a:lnTo>
                <a:lnTo>
                  <a:pt x="322872" y="0"/>
                </a:lnTo>
                <a:lnTo>
                  <a:pt x="248843" y="2438"/>
                </a:lnTo>
                <a:lnTo>
                  <a:pt x="180886" y="9385"/>
                </a:lnTo>
                <a:lnTo>
                  <a:pt x="120929" y="20281"/>
                </a:lnTo>
                <a:lnTo>
                  <a:pt x="70929" y="34582"/>
                </a:lnTo>
                <a:lnTo>
                  <a:pt x="32816" y="51727"/>
                </a:lnTo>
                <a:lnTo>
                  <a:pt x="0" y="92329"/>
                </a:lnTo>
                <a:lnTo>
                  <a:pt x="8534" y="113487"/>
                </a:lnTo>
                <a:lnTo>
                  <a:pt x="70929" y="150063"/>
                </a:lnTo>
                <a:lnTo>
                  <a:pt x="120929" y="164363"/>
                </a:lnTo>
                <a:lnTo>
                  <a:pt x="180886" y="175272"/>
                </a:lnTo>
                <a:lnTo>
                  <a:pt x="248843" y="182206"/>
                </a:lnTo>
                <a:lnTo>
                  <a:pt x="322872" y="184658"/>
                </a:lnTo>
                <a:lnTo>
                  <a:pt x="396900" y="182206"/>
                </a:lnTo>
                <a:lnTo>
                  <a:pt x="464858" y="175272"/>
                </a:lnTo>
                <a:lnTo>
                  <a:pt x="524802" y="164363"/>
                </a:lnTo>
                <a:lnTo>
                  <a:pt x="574802" y="150063"/>
                </a:lnTo>
                <a:lnTo>
                  <a:pt x="612914" y="132930"/>
                </a:lnTo>
                <a:lnTo>
                  <a:pt x="645731" y="92329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3587" y="3679003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74221" y="2757484"/>
            <a:ext cx="613410" cy="334010"/>
          </a:xfrm>
          <a:custGeom>
            <a:avLst/>
            <a:gdLst/>
            <a:ahLst/>
            <a:cxnLst/>
            <a:rect l="l" t="t" r="r" b="b"/>
            <a:pathLst>
              <a:path w="613410" h="334010">
                <a:moveTo>
                  <a:pt x="445798" y="0"/>
                </a:moveTo>
                <a:lnTo>
                  <a:pt x="530169" y="83471"/>
                </a:lnTo>
                <a:lnTo>
                  <a:pt x="587733" y="140857"/>
                </a:lnTo>
                <a:lnTo>
                  <a:pt x="612972" y="166942"/>
                </a:lnTo>
                <a:lnTo>
                  <a:pt x="445798" y="333884"/>
                </a:lnTo>
                <a:lnTo>
                  <a:pt x="445798" y="250413"/>
                </a:lnTo>
                <a:lnTo>
                  <a:pt x="0" y="166942"/>
                </a:lnTo>
                <a:lnTo>
                  <a:pt x="445798" y="83471"/>
                </a:lnTo>
                <a:lnTo>
                  <a:pt x="4457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46489" y="2669215"/>
            <a:ext cx="7532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200" b="1" i="1" baseline="2976" dirty="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r>
              <a:rPr sz="4200" b="1" i="1" spc="-67" baseline="297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200" b="1" i="1" baseline="2976" dirty="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r>
              <a:rPr sz="4200" b="1" i="1" spc="-52" baseline="297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200" b="1" i="1" baseline="2976" dirty="0">
                <a:solidFill>
                  <a:srgbClr val="FF0000"/>
                </a:solidFill>
                <a:latin typeface="Calibri"/>
                <a:cs typeface="Calibri"/>
              </a:rPr>
              <a:t>solutions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…</a:t>
            </a:r>
            <a:r>
              <a:rPr sz="28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There</a:t>
            </a:r>
            <a:r>
              <a:rPr sz="28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8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plenty</a:t>
            </a:r>
            <a:r>
              <a:rPr sz="28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them</a:t>
            </a:r>
            <a:r>
              <a:rPr sz="28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50" dirty="0">
                <a:solidFill>
                  <a:srgbClr val="FF0000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74221" y="3573217"/>
            <a:ext cx="613410" cy="334645"/>
          </a:xfrm>
          <a:custGeom>
            <a:avLst/>
            <a:gdLst/>
            <a:ahLst/>
            <a:cxnLst/>
            <a:rect l="l" t="t" r="r" b="b"/>
            <a:pathLst>
              <a:path w="613410" h="334645">
                <a:moveTo>
                  <a:pt x="445798" y="0"/>
                </a:moveTo>
                <a:lnTo>
                  <a:pt x="530169" y="83659"/>
                </a:lnTo>
                <a:lnTo>
                  <a:pt x="587733" y="141175"/>
                </a:lnTo>
                <a:lnTo>
                  <a:pt x="612972" y="167319"/>
                </a:lnTo>
                <a:lnTo>
                  <a:pt x="445798" y="334638"/>
                </a:lnTo>
                <a:lnTo>
                  <a:pt x="445798" y="250978"/>
                </a:lnTo>
                <a:lnTo>
                  <a:pt x="0" y="167319"/>
                </a:lnTo>
                <a:lnTo>
                  <a:pt x="445798" y="83659"/>
                </a:lnTo>
                <a:lnTo>
                  <a:pt x="4457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36291" y="3439815"/>
            <a:ext cx="20853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8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solutions: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5416" y="3959729"/>
            <a:ext cx="66624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Calibri"/>
              <a:buChar char="-"/>
              <a:tabLst>
                <a:tab pos="469265" algn="l"/>
              </a:tabLst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Most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them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24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free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&amp;</a:t>
            </a:r>
            <a:r>
              <a:rPr sz="24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open-source</a:t>
            </a:r>
            <a:endParaRPr sz="24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Calibri"/>
              <a:buChar char="-"/>
              <a:tabLst>
                <a:tab pos="469265" algn="l"/>
              </a:tabLst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4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sz="24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both</a:t>
            </a:r>
            <a:r>
              <a:rPr sz="24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uplink</a:t>
            </a:r>
            <a:r>
              <a:rPr sz="24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downlink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streams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0A97BAE0-701C-6BB4-6288-37D1230D6C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IoT</a:t>
            </a:r>
            <a:r>
              <a:rPr spc="-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8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architectures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515912" y="3216757"/>
            <a:ext cx="647065" cy="877569"/>
          </a:xfrm>
          <a:custGeom>
            <a:avLst/>
            <a:gdLst/>
            <a:ahLst/>
            <a:cxnLst/>
            <a:rect l="l" t="t" r="r" b="b"/>
            <a:pathLst>
              <a:path w="647065" h="877570">
                <a:moveTo>
                  <a:pt x="646607" y="600125"/>
                </a:moveTo>
                <a:lnTo>
                  <a:pt x="638035" y="621233"/>
                </a:lnTo>
                <a:lnTo>
                  <a:pt x="613613" y="640638"/>
                </a:lnTo>
                <a:lnTo>
                  <a:pt x="577329" y="656907"/>
                </a:lnTo>
                <a:lnTo>
                  <a:pt x="577329" y="761695"/>
                </a:lnTo>
                <a:lnTo>
                  <a:pt x="575665" y="771144"/>
                </a:lnTo>
                <a:lnTo>
                  <a:pt x="570979" y="778433"/>
                </a:lnTo>
                <a:lnTo>
                  <a:pt x="563689" y="783120"/>
                </a:lnTo>
                <a:lnTo>
                  <a:pt x="554240" y="784783"/>
                </a:lnTo>
                <a:lnTo>
                  <a:pt x="544779" y="783120"/>
                </a:lnTo>
                <a:lnTo>
                  <a:pt x="537489" y="778433"/>
                </a:lnTo>
                <a:lnTo>
                  <a:pt x="532803" y="771144"/>
                </a:lnTo>
                <a:lnTo>
                  <a:pt x="531139" y="761695"/>
                </a:lnTo>
                <a:lnTo>
                  <a:pt x="532803" y="752246"/>
                </a:lnTo>
                <a:lnTo>
                  <a:pt x="537489" y="744969"/>
                </a:lnTo>
                <a:lnTo>
                  <a:pt x="544779" y="740270"/>
                </a:lnTo>
                <a:lnTo>
                  <a:pt x="554240" y="738619"/>
                </a:lnTo>
                <a:lnTo>
                  <a:pt x="563689" y="740270"/>
                </a:lnTo>
                <a:lnTo>
                  <a:pt x="570979" y="744969"/>
                </a:lnTo>
                <a:lnTo>
                  <a:pt x="575665" y="752246"/>
                </a:lnTo>
                <a:lnTo>
                  <a:pt x="577329" y="761695"/>
                </a:lnTo>
                <a:lnTo>
                  <a:pt x="577329" y="656907"/>
                </a:lnTo>
                <a:lnTo>
                  <a:pt x="525208" y="672109"/>
                </a:lnTo>
                <a:lnTo>
                  <a:pt x="465162" y="683031"/>
                </a:lnTo>
                <a:lnTo>
                  <a:pt x="397205" y="690003"/>
                </a:lnTo>
                <a:lnTo>
                  <a:pt x="323303" y="692454"/>
                </a:lnTo>
                <a:lnTo>
                  <a:pt x="249402" y="690003"/>
                </a:lnTo>
                <a:lnTo>
                  <a:pt x="181444" y="683031"/>
                </a:lnTo>
                <a:lnTo>
                  <a:pt x="121399" y="672109"/>
                </a:lnTo>
                <a:lnTo>
                  <a:pt x="71259" y="657783"/>
                </a:lnTo>
                <a:lnTo>
                  <a:pt x="32994" y="640638"/>
                </a:lnTo>
                <a:lnTo>
                  <a:pt x="0" y="600125"/>
                </a:lnTo>
                <a:lnTo>
                  <a:pt x="0" y="784783"/>
                </a:lnTo>
                <a:lnTo>
                  <a:pt x="32994" y="825296"/>
                </a:lnTo>
                <a:lnTo>
                  <a:pt x="71259" y="842441"/>
                </a:lnTo>
                <a:lnTo>
                  <a:pt x="121399" y="856754"/>
                </a:lnTo>
                <a:lnTo>
                  <a:pt x="181444" y="867689"/>
                </a:lnTo>
                <a:lnTo>
                  <a:pt x="249402" y="874661"/>
                </a:lnTo>
                <a:lnTo>
                  <a:pt x="323303" y="877112"/>
                </a:lnTo>
                <a:lnTo>
                  <a:pt x="397205" y="874661"/>
                </a:lnTo>
                <a:lnTo>
                  <a:pt x="465162" y="867689"/>
                </a:lnTo>
                <a:lnTo>
                  <a:pt x="525208" y="856754"/>
                </a:lnTo>
                <a:lnTo>
                  <a:pt x="575348" y="842441"/>
                </a:lnTo>
                <a:lnTo>
                  <a:pt x="613613" y="825296"/>
                </a:lnTo>
                <a:lnTo>
                  <a:pt x="646607" y="784783"/>
                </a:lnTo>
                <a:lnTo>
                  <a:pt x="646607" y="738619"/>
                </a:lnTo>
                <a:lnTo>
                  <a:pt x="646607" y="692454"/>
                </a:lnTo>
                <a:lnTo>
                  <a:pt x="646607" y="600125"/>
                </a:lnTo>
                <a:close/>
              </a:path>
              <a:path w="647065" h="877570">
                <a:moveTo>
                  <a:pt x="646607" y="369303"/>
                </a:moveTo>
                <a:lnTo>
                  <a:pt x="638035" y="390410"/>
                </a:lnTo>
                <a:lnTo>
                  <a:pt x="613613" y="409816"/>
                </a:lnTo>
                <a:lnTo>
                  <a:pt x="577329" y="426085"/>
                </a:lnTo>
                <a:lnTo>
                  <a:pt x="577329" y="530885"/>
                </a:lnTo>
                <a:lnTo>
                  <a:pt x="575665" y="540334"/>
                </a:lnTo>
                <a:lnTo>
                  <a:pt x="570979" y="547611"/>
                </a:lnTo>
                <a:lnTo>
                  <a:pt x="563689" y="552297"/>
                </a:lnTo>
                <a:lnTo>
                  <a:pt x="554240" y="553961"/>
                </a:lnTo>
                <a:lnTo>
                  <a:pt x="544779" y="552297"/>
                </a:lnTo>
                <a:lnTo>
                  <a:pt x="537489" y="547611"/>
                </a:lnTo>
                <a:lnTo>
                  <a:pt x="532803" y="540334"/>
                </a:lnTo>
                <a:lnTo>
                  <a:pt x="531139" y="530885"/>
                </a:lnTo>
                <a:lnTo>
                  <a:pt x="532803" y="521436"/>
                </a:lnTo>
                <a:lnTo>
                  <a:pt x="537489" y="514146"/>
                </a:lnTo>
                <a:lnTo>
                  <a:pt x="544779" y="509460"/>
                </a:lnTo>
                <a:lnTo>
                  <a:pt x="554240" y="507796"/>
                </a:lnTo>
                <a:lnTo>
                  <a:pt x="563689" y="509460"/>
                </a:lnTo>
                <a:lnTo>
                  <a:pt x="570979" y="514146"/>
                </a:lnTo>
                <a:lnTo>
                  <a:pt x="575665" y="521436"/>
                </a:lnTo>
                <a:lnTo>
                  <a:pt x="577329" y="530885"/>
                </a:lnTo>
                <a:lnTo>
                  <a:pt x="577329" y="426085"/>
                </a:lnTo>
                <a:lnTo>
                  <a:pt x="525208" y="441286"/>
                </a:lnTo>
                <a:lnTo>
                  <a:pt x="465162" y="452208"/>
                </a:lnTo>
                <a:lnTo>
                  <a:pt x="397205" y="459181"/>
                </a:lnTo>
                <a:lnTo>
                  <a:pt x="323303" y="461632"/>
                </a:lnTo>
                <a:lnTo>
                  <a:pt x="249402" y="459181"/>
                </a:lnTo>
                <a:lnTo>
                  <a:pt x="181444" y="452208"/>
                </a:lnTo>
                <a:lnTo>
                  <a:pt x="121399" y="441286"/>
                </a:lnTo>
                <a:lnTo>
                  <a:pt x="71259" y="426961"/>
                </a:lnTo>
                <a:lnTo>
                  <a:pt x="32994" y="409816"/>
                </a:lnTo>
                <a:lnTo>
                  <a:pt x="0" y="369303"/>
                </a:lnTo>
                <a:lnTo>
                  <a:pt x="0" y="553961"/>
                </a:lnTo>
                <a:lnTo>
                  <a:pt x="32994" y="594474"/>
                </a:lnTo>
                <a:lnTo>
                  <a:pt x="71259" y="611619"/>
                </a:lnTo>
                <a:lnTo>
                  <a:pt x="121399" y="625944"/>
                </a:lnTo>
                <a:lnTo>
                  <a:pt x="181444" y="636866"/>
                </a:lnTo>
                <a:lnTo>
                  <a:pt x="249402" y="643839"/>
                </a:lnTo>
                <a:lnTo>
                  <a:pt x="323303" y="646290"/>
                </a:lnTo>
                <a:lnTo>
                  <a:pt x="397205" y="643839"/>
                </a:lnTo>
                <a:lnTo>
                  <a:pt x="465162" y="636866"/>
                </a:lnTo>
                <a:lnTo>
                  <a:pt x="525208" y="625944"/>
                </a:lnTo>
                <a:lnTo>
                  <a:pt x="575348" y="611619"/>
                </a:lnTo>
                <a:lnTo>
                  <a:pt x="613613" y="594474"/>
                </a:lnTo>
                <a:lnTo>
                  <a:pt x="646607" y="553961"/>
                </a:lnTo>
                <a:lnTo>
                  <a:pt x="646607" y="507796"/>
                </a:lnTo>
                <a:lnTo>
                  <a:pt x="646607" y="461632"/>
                </a:lnTo>
                <a:lnTo>
                  <a:pt x="646607" y="369303"/>
                </a:lnTo>
                <a:close/>
              </a:path>
              <a:path w="647065" h="877570">
                <a:moveTo>
                  <a:pt x="646607" y="138493"/>
                </a:moveTo>
                <a:lnTo>
                  <a:pt x="638035" y="159588"/>
                </a:lnTo>
                <a:lnTo>
                  <a:pt x="613613" y="178993"/>
                </a:lnTo>
                <a:lnTo>
                  <a:pt x="577329" y="195275"/>
                </a:lnTo>
                <a:lnTo>
                  <a:pt x="577329" y="300062"/>
                </a:lnTo>
                <a:lnTo>
                  <a:pt x="575665" y="309511"/>
                </a:lnTo>
                <a:lnTo>
                  <a:pt x="570979" y="316801"/>
                </a:lnTo>
                <a:lnTo>
                  <a:pt x="563689" y="321487"/>
                </a:lnTo>
                <a:lnTo>
                  <a:pt x="554240" y="323138"/>
                </a:lnTo>
                <a:lnTo>
                  <a:pt x="544779" y="321487"/>
                </a:lnTo>
                <a:lnTo>
                  <a:pt x="537489" y="316801"/>
                </a:lnTo>
                <a:lnTo>
                  <a:pt x="532803" y="309511"/>
                </a:lnTo>
                <a:lnTo>
                  <a:pt x="531139" y="300062"/>
                </a:lnTo>
                <a:lnTo>
                  <a:pt x="532803" y="290614"/>
                </a:lnTo>
                <a:lnTo>
                  <a:pt x="537489" y="283324"/>
                </a:lnTo>
                <a:lnTo>
                  <a:pt x="544779" y="278638"/>
                </a:lnTo>
                <a:lnTo>
                  <a:pt x="554240" y="276974"/>
                </a:lnTo>
                <a:lnTo>
                  <a:pt x="563689" y="278638"/>
                </a:lnTo>
                <a:lnTo>
                  <a:pt x="570979" y="283324"/>
                </a:lnTo>
                <a:lnTo>
                  <a:pt x="575665" y="290614"/>
                </a:lnTo>
                <a:lnTo>
                  <a:pt x="577329" y="300062"/>
                </a:lnTo>
                <a:lnTo>
                  <a:pt x="577329" y="195275"/>
                </a:lnTo>
                <a:lnTo>
                  <a:pt x="525208" y="210464"/>
                </a:lnTo>
                <a:lnTo>
                  <a:pt x="465162" y="221399"/>
                </a:lnTo>
                <a:lnTo>
                  <a:pt x="397205" y="228371"/>
                </a:lnTo>
                <a:lnTo>
                  <a:pt x="323303" y="230809"/>
                </a:lnTo>
                <a:lnTo>
                  <a:pt x="249402" y="228371"/>
                </a:lnTo>
                <a:lnTo>
                  <a:pt x="181444" y="221399"/>
                </a:lnTo>
                <a:lnTo>
                  <a:pt x="121399" y="210464"/>
                </a:lnTo>
                <a:lnTo>
                  <a:pt x="71259" y="196151"/>
                </a:lnTo>
                <a:lnTo>
                  <a:pt x="32994" y="178993"/>
                </a:lnTo>
                <a:lnTo>
                  <a:pt x="0" y="138493"/>
                </a:lnTo>
                <a:lnTo>
                  <a:pt x="0" y="323138"/>
                </a:lnTo>
                <a:lnTo>
                  <a:pt x="32994" y="363651"/>
                </a:lnTo>
                <a:lnTo>
                  <a:pt x="71259" y="380796"/>
                </a:lnTo>
                <a:lnTo>
                  <a:pt x="121399" y="395122"/>
                </a:lnTo>
                <a:lnTo>
                  <a:pt x="181444" y="406044"/>
                </a:lnTo>
                <a:lnTo>
                  <a:pt x="249402" y="413016"/>
                </a:lnTo>
                <a:lnTo>
                  <a:pt x="323303" y="415467"/>
                </a:lnTo>
                <a:lnTo>
                  <a:pt x="397205" y="413016"/>
                </a:lnTo>
                <a:lnTo>
                  <a:pt x="465162" y="406044"/>
                </a:lnTo>
                <a:lnTo>
                  <a:pt x="525208" y="395122"/>
                </a:lnTo>
                <a:lnTo>
                  <a:pt x="575348" y="380796"/>
                </a:lnTo>
                <a:lnTo>
                  <a:pt x="613613" y="363651"/>
                </a:lnTo>
                <a:lnTo>
                  <a:pt x="646607" y="323138"/>
                </a:lnTo>
                <a:lnTo>
                  <a:pt x="646607" y="276974"/>
                </a:lnTo>
                <a:lnTo>
                  <a:pt x="646607" y="230809"/>
                </a:lnTo>
                <a:lnTo>
                  <a:pt x="646607" y="138493"/>
                </a:lnTo>
                <a:close/>
              </a:path>
              <a:path w="647065" h="877570">
                <a:moveTo>
                  <a:pt x="646607" y="92329"/>
                </a:moveTo>
                <a:lnTo>
                  <a:pt x="613752" y="51727"/>
                </a:lnTo>
                <a:lnTo>
                  <a:pt x="575589" y="34582"/>
                </a:lnTo>
                <a:lnTo>
                  <a:pt x="525513" y="20281"/>
                </a:lnTo>
                <a:lnTo>
                  <a:pt x="465480" y="9385"/>
                </a:lnTo>
                <a:lnTo>
                  <a:pt x="397433" y="2438"/>
                </a:lnTo>
                <a:lnTo>
                  <a:pt x="323303" y="0"/>
                </a:lnTo>
                <a:lnTo>
                  <a:pt x="249174" y="2438"/>
                </a:lnTo>
                <a:lnTo>
                  <a:pt x="181127" y="9385"/>
                </a:lnTo>
                <a:lnTo>
                  <a:pt x="121094" y="20281"/>
                </a:lnTo>
                <a:lnTo>
                  <a:pt x="71031" y="34582"/>
                </a:lnTo>
                <a:lnTo>
                  <a:pt x="32867" y="51727"/>
                </a:lnTo>
                <a:lnTo>
                  <a:pt x="0" y="92329"/>
                </a:lnTo>
                <a:lnTo>
                  <a:pt x="8534" y="113487"/>
                </a:lnTo>
                <a:lnTo>
                  <a:pt x="71031" y="150063"/>
                </a:lnTo>
                <a:lnTo>
                  <a:pt x="121094" y="164363"/>
                </a:lnTo>
                <a:lnTo>
                  <a:pt x="181127" y="175272"/>
                </a:lnTo>
                <a:lnTo>
                  <a:pt x="249174" y="182206"/>
                </a:lnTo>
                <a:lnTo>
                  <a:pt x="323303" y="184658"/>
                </a:lnTo>
                <a:lnTo>
                  <a:pt x="397433" y="182206"/>
                </a:lnTo>
                <a:lnTo>
                  <a:pt x="465480" y="175272"/>
                </a:lnTo>
                <a:lnTo>
                  <a:pt x="525513" y="164363"/>
                </a:lnTo>
                <a:lnTo>
                  <a:pt x="575589" y="150063"/>
                </a:lnTo>
                <a:lnTo>
                  <a:pt x="613752" y="132930"/>
                </a:lnTo>
                <a:lnTo>
                  <a:pt x="646607" y="92329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275" y="4197069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11095" y="4809744"/>
            <a:ext cx="4185285" cy="887094"/>
            <a:chOff x="1911095" y="4809744"/>
            <a:chExt cx="4185285" cy="887094"/>
          </a:xfrm>
        </p:grpSpPr>
        <p:sp>
          <p:nvSpPr>
            <p:cNvPr id="6" name="object 6"/>
            <p:cNvSpPr/>
            <p:nvPr/>
          </p:nvSpPr>
          <p:spPr>
            <a:xfrm>
              <a:off x="1911095" y="4809744"/>
              <a:ext cx="4185285" cy="887094"/>
            </a:xfrm>
            <a:custGeom>
              <a:avLst/>
              <a:gdLst/>
              <a:ahLst/>
              <a:cxnLst/>
              <a:rect l="l" t="t" r="r" b="b"/>
              <a:pathLst>
                <a:path w="4185285" h="887095">
                  <a:moveTo>
                    <a:pt x="3741420" y="0"/>
                  </a:moveTo>
                  <a:lnTo>
                    <a:pt x="443484" y="0"/>
                  </a:lnTo>
                  <a:lnTo>
                    <a:pt x="395161" y="2602"/>
                  </a:lnTo>
                  <a:lnTo>
                    <a:pt x="348345" y="10228"/>
                  </a:lnTo>
                  <a:lnTo>
                    <a:pt x="303307" y="22608"/>
                  </a:lnTo>
                  <a:lnTo>
                    <a:pt x="260318" y="39472"/>
                  </a:lnTo>
                  <a:lnTo>
                    <a:pt x="219647" y="60547"/>
                  </a:lnTo>
                  <a:lnTo>
                    <a:pt x="181566" y="85565"/>
                  </a:lnTo>
                  <a:lnTo>
                    <a:pt x="146345" y="114255"/>
                  </a:lnTo>
                  <a:lnTo>
                    <a:pt x="114255" y="146345"/>
                  </a:lnTo>
                  <a:lnTo>
                    <a:pt x="85565" y="181566"/>
                  </a:lnTo>
                  <a:lnTo>
                    <a:pt x="60547" y="219647"/>
                  </a:lnTo>
                  <a:lnTo>
                    <a:pt x="39472" y="260318"/>
                  </a:lnTo>
                  <a:lnTo>
                    <a:pt x="22608" y="303307"/>
                  </a:lnTo>
                  <a:lnTo>
                    <a:pt x="10228" y="348345"/>
                  </a:lnTo>
                  <a:lnTo>
                    <a:pt x="2602" y="395161"/>
                  </a:lnTo>
                  <a:lnTo>
                    <a:pt x="0" y="443483"/>
                  </a:lnTo>
                  <a:lnTo>
                    <a:pt x="2602" y="491806"/>
                  </a:lnTo>
                  <a:lnTo>
                    <a:pt x="10228" y="538622"/>
                  </a:lnTo>
                  <a:lnTo>
                    <a:pt x="22608" y="583660"/>
                  </a:lnTo>
                  <a:lnTo>
                    <a:pt x="39472" y="626649"/>
                  </a:lnTo>
                  <a:lnTo>
                    <a:pt x="60547" y="667320"/>
                  </a:lnTo>
                  <a:lnTo>
                    <a:pt x="85565" y="705401"/>
                  </a:lnTo>
                  <a:lnTo>
                    <a:pt x="114255" y="740622"/>
                  </a:lnTo>
                  <a:lnTo>
                    <a:pt x="146345" y="772712"/>
                  </a:lnTo>
                  <a:lnTo>
                    <a:pt x="181566" y="801402"/>
                  </a:lnTo>
                  <a:lnTo>
                    <a:pt x="219647" y="826420"/>
                  </a:lnTo>
                  <a:lnTo>
                    <a:pt x="260318" y="847495"/>
                  </a:lnTo>
                  <a:lnTo>
                    <a:pt x="303307" y="864359"/>
                  </a:lnTo>
                  <a:lnTo>
                    <a:pt x="348345" y="876739"/>
                  </a:lnTo>
                  <a:lnTo>
                    <a:pt x="395161" y="884365"/>
                  </a:lnTo>
                  <a:lnTo>
                    <a:pt x="443484" y="886967"/>
                  </a:lnTo>
                  <a:lnTo>
                    <a:pt x="3741420" y="886967"/>
                  </a:lnTo>
                  <a:lnTo>
                    <a:pt x="3789742" y="884365"/>
                  </a:lnTo>
                  <a:lnTo>
                    <a:pt x="3836558" y="876739"/>
                  </a:lnTo>
                  <a:lnTo>
                    <a:pt x="3881596" y="864359"/>
                  </a:lnTo>
                  <a:lnTo>
                    <a:pt x="3924585" y="847495"/>
                  </a:lnTo>
                  <a:lnTo>
                    <a:pt x="3965256" y="826420"/>
                  </a:lnTo>
                  <a:lnTo>
                    <a:pt x="4003337" y="801402"/>
                  </a:lnTo>
                  <a:lnTo>
                    <a:pt x="4038558" y="772712"/>
                  </a:lnTo>
                  <a:lnTo>
                    <a:pt x="4070648" y="740622"/>
                  </a:lnTo>
                  <a:lnTo>
                    <a:pt x="4099338" y="705401"/>
                  </a:lnTo>
                  <a:lnTo>
                    <a:pt x="4124356" y="667320"/>
                  </a:lnTo>
                  <a:lnTo>
                    <a:pt x="4145431" y="626649"/>
                  </a:lnTo>
                  <a:lnTo>
                    <a:pt x="4162295" y="583660"/>
                  </a:lnTo>
                  <a:lnTo>
                    <a:pt x="4174675" y="538622"/>
                  </a:lnTo>
                  <a:lnTo>
                    <a:pt x="4182301" y="491806"/>
                  </a:lnTo>
                  <a:lnTo>
                    <a:pt x="4184904" y="443483"/>
                  </a:lnTo>
                  <a:lnTo>
                    <a:pt x="4182301" y="395161"/>
                  </a:lnTo>
                  <a:lnTo>
                    <a:pt x="4174675" y="348345"/>
                  </a:lnTo>
                  <a:lnTo>
                    <a:pt x="4162295" y="303307"/>
                  </a:lnTo>
                  <a:lnTo>
                    <a:pt x="4145431" y="260318"/>
                  </a:lnTo>
                  <a:lnTo>
                    <a:pt x="4124356" y="219647"/>
                  </a:lnTo>
                  <a:lnTo>
                    <a:pt x="4099338" y="181566"/>
                  </a:lnTo>
                  <a:lnTo>
                    <a:pt x="4070648" y="146345"/>
                  </a:lnTo>
                  <a:lnTo>
                    <a:pt x="4038558" y="114255"/>
                  </a:lnTo>
                  <a:lnTo>
                    <a:pt x="4003337" y="85565"/>
                  </a:lnTo>
                  <a:lnTo>
                    <a:pt x="3965256" y="60547"/>
                  </a:lnTo>
                  <a:lnTo>
                    <a:pt x="3924585" y="39472"/>
                  </a:lnTo>
                  <a:lnTo>
                    <a:pt x="3881596" y="22608"/>
                  </a:lnTo>
                  <a:lnTo>
                    <a:pt x="3836558" y="10228"/>
                  </a:lnTo>
                  <a:lnTo>
                    <a:pt x="3789742" y="2602"/>
                  </a:lnTo>
                  <a:lnTo>
                    <a:pt x="3741420" y="0"/>
                  </a:lnTo>
                  <a:close/>
                </a:path>
              </a:pathLst>
            </a:custGeom>
            <a:solidFill>
              <a:srgbClr val="ED7D3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6368" y="4975504"/>
              <a:ext cx="695325" cy="590550"/>
            </a:xfrm>
            <a:custGeom>
              <a:avLst/>
              <a:gdLst/>
              <a:ahLst/>
              <a:cxnLst/>
              <a:rect l="l" t="t" r="r" b="b"/>
              <a:pathLst>
                <a:path w="695325" h="590550">
                  <a:moveTo>
                    <a:pt x="660539" y="486255"/>
                  </a:moveTo>
                  <a:lnTo>
                    <a:pt x="34765" y="486255"/>
                  </a:lnTo>
                  <a:lnTo>
                    <a:pt x="21266" y="483515"/>
                  </a:lnTo>
                  <a:lnTo>
                    <a:pt x="10212" y="476052"/>
                  </a:lnTo>
                  <a:lnTo>
                    <a:pt x="2743" y="465009"/>
                  </a:lnTo>
                  <a:lnTo>
                    <a:pt x="0" y="451523"/>
                  </a:lnTo>
                  <a:lnTo>
                    <a:pt x="0" y="34732"/>
                  </a:lnTo>
                  <a:lnTo>
                    <a:pt x="2743" y="21246"/>
                  </a:lnTo>
                  <a:lnTo>
                    <a:pt x="10212" y="10202"/>
                  </a:lnTo>
                  <a:lnTo>
                    <a:pt x="21266" y="2740"/>
                  </a:lnTo>
                  <a:lnTo>
                    <a:pt x="34765" y="0"/>
                  </a:lnTo>
                  <a:lnTo>
                    <a:pt x="660539" y="0"/>
                  </a:lnTo>
                  <a:lnTo>
                    <a:pt x="674038" y="2740"/>
                  </a:lnTo>
                  <a:lnTo>
                    <a:pt x="685092" y="10202"/>
                  </a:lnTo>
                  <a:lnTo>
                    <a:pt x="692561" y="21246"/>
                  </a:lnTo>
                  <a:lnTo>
                    <a:pt x="695304" y="34732"/>
                  </a:lnTo>
                  <a:lnTo>
                    <a:pt x="695304" y="52098"/>
                  </a:lnTo>
                  <a:lnTo>
                    <a:pt x="52147" y="52098"/>
                  </a:lnTo>
                  <a:lnTo>
                    <a:pt x="52147" y="434156"/>
                  </a:lnTo>
                  <a:lnTo>
                    <a:pt x="695304" y="434156"/>
                  </a:lnTo>
                  <a:lnTo>
                    <a:pt x="695304" y="451523"/>
                  </a:lnTo>
                  <a:lnTo>
                    <a:pt x="692561" y="465009"/>
                  </a:lnTo>
                  <a:lnTo>
                    <a:pt x="685092" y="476052"/>
                  </a:lnTo>
                  <a:lnTo>
                    <a:pt x="674038" y="483515"/>
                  </a:lnTo>
                  <a:lnTo>
                    <a:pt x="660539" y="486255"/>
                  </a:lnTo>
                  <a:close/>
                </a:path>
                <a:path w="695325" h="590550">
                  <a:moveTo>
                    <a:pt x="695304" y="434156"/>
                  </a:moveTo>
                  <a:lnTo>
                    <a:pt x="643156" y="434156"/>
                  </a:lnTo>
                  <a:lnTo>
                    <a:pt x="643156" y="52098"/>
                  </a:lnTo>
                  <a:lnTo>
                    <a:pt x="695304" y="52098"/>
                  </a:lnTo>
                  <a:lnTo>
                    <a:pt x="695304" y="434156"/>
                  </a:lnTo>
                  <a:close/>
                </a:path>
                <a:path w="695325" h="590550">
                  <a:moveTo>
                    <a:pt x="417182" y="538354"/>
                  </a:moveTo>
                  <a:lnTo>
                    <a:pt x="278121" y="538354"/>
                  </a:lnTo>
                  <a:lnTo>
                    <a:pt x="278121" y="486255"/>
                  </a:lnTo>
                  <a:lnTo>
                    <a:pt x="417182" y="486255"/>
                  </a:lnTo>
                  <a:lnTo>
                    <a:pt x="417182" y="538354"/>
                  </a:lnTo>
                  <a:close/>
                </a:path>
                <a:path w="695325" h="590550">
                  <a:moveTo>
                    <a:pt x="504095" y="590453"/>
                  </a:moveTo>
                  <a:lnTo>
                    <a:pt x="191208" y="590453"/>
                  </a:lnTo>
                  <a:lnTo>
                    <a:pt x="191208" y="538354"/>
                  </a:lnTo>
                  <a:lnTo>
                    <a:pt x="504095" y="538354"/>
                  </a:lnTo>
                  <a:lnTo>
                    <a:pt x="504095" y="5904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2876" y="5144050"/>
              <a:ext cx="197612" cy="19784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192538" y="5027445"/>
            <a:ext cx="2367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Web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Server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and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UI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11095" y="3808476"/>
            <a:ext cx="4185285" cy="887094"/>
            <a:chOff x="1911095" y="3808476"/>
            <a:chExt cx="4185285" cy="887094"/>
          </a:xfrm>
        </p:grpSpPr>
        <p:sp>
          <p:nvSpPr>
            <p:cNvPr id="11" name="object 11"/>
            <p:cNvSpPr/>
            <p:nvPr/>
          </p:nvSpPr>
          <p:spPr>
            <a:xfrm>
              <a:off x="1911095" y="3808476"/>
              <a:ext cx="4185285" cy="887094"/>
            </a:xfrm>
            <a:custGeom>
              <a:avLst/>
              <a:gdLst/>
              <a:ahLst/>
              <a:cxnLst/>
              <a:rect l="l" t="t" r="r" b="b"/>
              <a:pathLst>
                <a:path w="4185285" h="887095">
                  <a:moveTo>
                    <a:pt x="3741420" y="0"/>
                  </a:moveTo>
                  <a:lnTo>
                    <a:pt x="443484" y="0"/>
                  </a:lnTo>
                  <a:lnTo>
                    <a:pt x="395161" y="2602"/>
                  </a:lnTo>
                  <a:lnTo>
                    <a:pt x="348345" y="10228"/>
                  </a:lnTo>
                  <a:lnTo>
                    <a:pt x="303307" y="22608"/>
                  </a:lnTo>
                  <a:lnTo>
                    <a:pt x="260318" y="39472"/>
                  </a:lnTo>
                  <a:lnTo>
                    <a:pt x="219647" y="60547"/>
                  </a:lnTo>
                  <a:lnTo>
                    <a:pt x="181566" y="85565"/>
                  </a:lnTo>
                  <a:lnTo>
                    <a:pt x="146345" y="114255"/>
                  </a:lnTo>
                  <a:lnTo>
                    <a:pt x="114255" y="146345"/>
                  </a:lnTo>
                  <a:lnTo>
                    <a:pt x="85565" y="181566"/>
                  </a:lnTo>
                  <a:lnTo>
                    <a:pt x="60547" y="219647"/>
                  </a:lnTo>
                  <a:lnTo>
                    <a:pt x="39472" y="260318"/>
                  </a:lnTo>
                  <a:lnTo>
                    <a:pt x="22608" y="303307"/>
                  </a:lnTo>
                  <a:lnTo>
                    <a:pt x="10228" y="348345"/>
                  </a:lnTo>
                  <a:lnTo>
                    <a:pt x="2602" y="395161"/>
                  </a:lnTo>
                  <a:lnTo>
                    <a:pt x="0" y="443484"/>
                  </a:lnTo>
                  <a:lnTo>
                    <a:pt x="2602" y="491806"/>
                  </a:lnTo>
                  <a:lnTo>
                    <a:pt x="10228" y="538622"/>
                  </a:lnTo>
                  <a:lnTo>
                    <a:pt x="22608" y="583660"/>
                  </a:lnTo>
                  <a:lnTo>
                    <a:pt x="39472" y="626649"/>
                  </a:lnTo>
                  <a:lnTo>
                    <a:pt x="60547" y="667320"/>
                  </a:lnTo>
                  <a:lnTo>
                    <a:pt x="85565" y="705401"/>
                  </a:lnTo>
                  <a:lnTo>
                    <a:pt x="114255" y="740622"/>
                  </a:lnTo>
                  <a:lnTo>
                    <a:pt x="146345" y="772712"/>
                  </a:lnTo>
                  <a:lnTo>
                    <a:pt x="181566" y="801402"/>
                  </a:lnTo>
                  <a:lnTo>
                    <a:pt x="219647" y="826420"/>
                  </a:lnTo>
                  <a:lnTo>
                    <a:pt x="260318" y="847495"/>
                  </a:lnTo>
                  <a:lnTo>
                    <a:pt x="303307" y="864359"/>
                  </a:lnTo>
                  <a:lnTo>
                    <a:pt x="348345" y="876739"/>
                  </a:lnTo>
                  <a:lnTo>
                    <a:pt x="395161" y="884365"/>
                  </a:lnTo>
                  <a:lnTo>
                    <a:pt x="443484" y="886968"/>
                  </a:lnTo>
                  <a:lnTo>
                    <a:pt x="3741420" y="886968"/>
                  </a:lnTo>
                  <a:lnTo>
                    <a:pt x="3789742" y="884365"/>
                  </a:lnTo>
                  <a:lnTo>
                    <a:pt x="3836558" y="876739"/>
                  </a:lnTo>
                  <a:lnTo>
                    <a:pt x="3881596" y="864359"/>
                  </a:lnTo>
                  <a:lnTo>
                    <a:pt x="3924585" y="847495"/>
                  </a:lnTo>
                  <a:lnTo>
                    <a:pt x="3965256" y="826420"/>
                  </a:lnTo>
                  <a:lnTo>
                    <a:pt x="4003337" y="801402"/>
                  </a:lnTo>
                  <a:lnTo>
                    <a:pt x="4038558" y="772712"/>
                  </a:lnTo>
                  <a:lnTo>
                    <a:pt x="4070648" y="740622"/>
                  </a:lnTo>
                  <a:lnTo>
                    <a:pt x="4099338" y="705401"/>
                  </a:lnTo>
                  <a:lnTo>
                    <a:pt x="4124356" y="667320"/>
                  </a:lnTo>
                  <a:lnTo>
                    <a:pt x="4145431" y="626649"/>
                  </a:lnTo>
                  <a:lnTo>
                    <a:pt x="4162295" y="583660"/>
                  </a:lnTo>
                  <a:lnTo>
                    <a:pt x="4174675" y="538622"/>
                  </a:lnTo>
                  <a:lnTo>
                    <a:pt x="4182301" y="491806"/>
                  </a:lnTo>
                  <a:lnTo>
                    <a:pt x="4184904" y="443484"/>
                  </a:lnTo>
                  <a:lnTo>
                    <a:pt x="4182301" y="395161"/>
                  </a:lnTo>
                  <a:lnTo>
                    <a:pt x="4174675" y="348345"/>
                  </a:lnTo>
                  <a:lnTo>
                    <a:pt x="4162295" y="303307"/>
                  </a:lnTo>
                  <a:lnTo>
                    <a:pt x="4145431" y="260318"/>
                  </a:lnTo>
                  <a:lnTo>
                    <a:pt x="4124356" y="219647"/>
                  </a:lnTo>
                  <a:lnTo>
                    <a:pt x="4099338" y="181566"/>
                  </a:lnTo>
                  <a:lnTo>
                    <a:pt x="4070648" y="146345"/>
                  </a:lnTo>
                  <a:lnTo>
                    <a:pt x="4038558" y="114255"/>
                  </a:lnTo>
                  <a:lnTo>
                    <a:pt x="4003337" y="85565"/>
                  </a:lnTo>
                  <a:lnTo>
                    <a:pt x="3965256" y="60547"/>
                  </a:lnTo>
                  <a:lnTo>
                    <a:pt x="3924585" y="39472"/>
                  </a:lnTo>
                  <a:lnTo>
                    <a:pt x="3881596" y="22608"/>
                  </a:lnTo>
                  <a:lnTo>
                    <a:pt x="3836558" y="10228"/>
                  </a:lnTo>
                  <a:lnTo>
                    <a:pt x="3789742" y="2602"/>
                  </a:lnTo>
                  <a:lnTo>
                    <a:pt x="3741420" y="0"/>
                  </a:lnTo>
                  <a:close/>
                </a:path>
              </a:pathLst>
            </a:custGeom>
            <a:solidFill>
              <a:srgbClr val="ED7D3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72931" y="4011307"/>
              <a:ext cx="484505" cy="485775"/>
            </a:xfrm>
            <a:custGeom>
              <a:avLst/>
              <a:gdLst/>
              <a:ahLst/>
              <a:cxnLst/>
              <a:rect l="l" t="t" r="r" b="b"/>
              <a:pathLst>
                <a:path w="484505" h="485775">
                  <a:moveTo>
                    <a:pt x="163817" y="150304"/>
                  </a:moveTo>
                  <a:lnTo>
                    <a:pt x="85471" y="150304"/>
                  </a:lnTo>
                  <a:lnTo>
                    <a:pt x="85471" y="399808"/>
                  </a:lnTo>
                  <a:lnTo>
                    <a:pt x="163817" y="399808"/>
                  </a:lnTo>
                  <a:lnTo>
                    <a:pt x="163817" y="150304"/>
                  </a:lnTo>
                  <a:close/>
                </a:path>
                <a:path w="484505" h="485775">
                  <a:moveTo>
                    <a:pt x="270662" y="609"/>
                  </a:moveTo>
                  <a:lnTo>
                    <a:pt x="192303" y="609"/>
                  </a:lnTo>
                  <a:lnTo>
                    <a:pt x="192303" y="399821"/>
                  </a:lnTo>
                  <a:lnTo>
                    <a:pt x="270662" y="399821"/>
                  </a:lnTo>
                  <a:lnTo>
                    <a:pt x="270662" y="609"/>
                  </a:lnTo>
                  <a:close/>
                </a:path>
                <a:path w="484505" h="485775">
                  <a:moveTo>
                    <a:pt x="377494" y="150304"/>
                  </a:moveTo>
                  <a:lnTo>
                    <a:pt x="299135" y="150304"/>
                  </a:lnTo>
                  <a:lnTo>
                    <a:pt x="299135" y="399808"/>
                  </a:lnTo>
                  <a:lnTo>
                    <a:pt x="377494" y="399808"/>
                  </a:lnTo>
                  <a:lnTo>
                    <a:pt x="377494" y="150304"/>
                  </a:lnTo>
                  <a:close/>
                </a:path>
                <a:path w="484505" h="485775">
                  <a:moveTo>
                    <a:pt x="484327" y="442163"/>
                  </a:moveTo>
                  <a:lnTo>
                    <a:pt x="42735" y="442163"/>
                  </a:lnTo>
                  <a:lnTo>
                    <a:pt x="42735" y="0"/>
                  </a:lnTo>
                  <a:lnTo>
                    <a:pt x="0" y="0"/>
                  </a:lnTo>
                  <a:lnTo>
                    <a:pt x="0" y="442163"/>
                  </a:lnTo>
                  <a:lnTo>
                    <a:pt x="0" y="485355"/>
                  </a:lnTo>
                  <a:lnTo>
                    <a:pt x="484327" y="485355"/>
                  </a:lnTo>
                  <a:lnTo>
                    <a:pt x="484327" y="442163"/>
                  </a:lnTo>
                  <a:close/>
                </a:path>
                <a:path w="484505" h="485775">
                  <a:moveTo>
                    <a:pt x="484327" y="271500"/>
                  </a:moveTo>
                  <a:lnTo>
                    <a:pt x="405980" y="271500"/>
                  </a:lnTo>
                  <a:lnTo>
                    <a:pt x="405980" y="399808"/>
                  </a:lnTo>
                  <a:lnTo>
                    <a:pt x="484327" y="399808"/>
                  </a:lnTo>
                  <a:lnTo>
                    <a:pt x="484327" y="271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92538" y="4018531"/>
            <a:ext cx="2298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visualization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11095" y="2805683"/>
            <a:ext cx="4185285" cy="887094"/>
            <a:chOff x="1911095" y="2805683"/>
            <a:chExt cx="4185285" cy="887094"/>
          </a:xfrm>
        </p:grpSpPr>
        <p:sp>
          <p:nvSpPr>
            <p:cNvPr id="15" name="object 15"/>
            <p:cNvSpPr/>
            <p:nvPr/>
          </p:nvSpPr>
          <p:spPr>
            <a:xfrm>
              <a:off x="1911095" y="2805683"/>
              <a:ext cx="4185285" cy="887094"/>
            </a:xfrm>
            <a:custGeom>
              <a:avLst/>
              <a:gdLst/>
              <a:ahLst/>
              <a:cxnLst/>
              <a:rect l="l" t="t" r="r" b="b"/>
              <a:pathLst>
                <a:path w="4185285" h="887095">
                  <a:moveTo>
                    <a:pt x="3741420" y="0"/>
                  </a:moveTo>
                  <a:lnTo>
                    <a:pt x="443484" y="0"/>
                  </a:lnTo>
                  <a:lnTo>
                    <a:pt x="395161" y="2602"/>
                  </a:lnTo>
                  <a:lnTo>
                    <a:pt x="348345" y="10228"/>
                  </a:lnTo>
                  <a:lnTo>
                    <a:pt x="303307" y="22608"/>
                  </a:lnTo>
                  <a:lnTo>
                    <a:pt x="260318" y="39472"/>
                  </a:lnTo>
                  <a:lnTo>
                    <a:pt x="219647" y="60547"/>
                  </a:lnTo>
                  <a:lnTo>
                    <a:pt x="181566" y="85565"/>
                  </a:lnTo>
                  <a:lnTo>
                    <a:pt x="146345" y="114255"/>
                  </a:lnTo>
                  <a:lnTo>
                    <a:pt x="114255" y="146345"/>
                  </a:lnTo>
                  <a:lnTo>
                    <a:pt x="85565" y="181566"/>
                  </a:lnTo>
                  <a:lnTo>
                    <a:pt x="60547" y="219647"/>
                  </a:lnTo>
                  <a:lnTo>
                    <a:pt x="39472" y="260318"/>
                  </a:lnTo>
                  <a:lnTo>
                    <a:pt x="22608" y="303307"/>
                  </a:lnTo>
                  <a:lnTo>
                    <a:pt x="10228" y="348345"/>
                  </a:lnTo>
                  <a:lnTo>
                    <a:pt x="2602" y="395161"/>
                  </a:lnTo>
                  <a:lnTo>
                    <a:pt x="0" y="443484"/>
                  </a:lnTo>
                  <a:lnTo>
                    <a:pt x="2602" y="491806"/>
                  </a:lnTo>
                  <a:lnTo>
                    <a:pt x="10228" y="538622"/>
                  </a:lnTo>
                  <a:lnTo>
                    <a:pt x="22608" y="583660"/>
                  </a:lnTo>
                  <a:lnTo>
                    <a:pt x="39472" y="626649"/>
                  </a:lnTo>
                  <a:lnTo>
                    <a:pt x="60547" y="667320"/>
                  </a:lnTo>
                  <a:lnTo>
                    <a:pt x="85565" y="705401"/>
                  </a:lnTo>
                  <a:lnTo>
                    <a:pt x="114255" y="740622"/>
                  </a:lnTo>
                  <a:lnTo>
                    <a:pt x="146345" y="772712"/>
                  </a:lnTo>
                  <a:lnTo>
                    <a:pt x="181566" y="801402"/>
                  </a:lnTo>
                  <a:lnTo>
                    <a:pt x="219647" y="826420"/>
                  </a:lnTo>
                  <a:lnTo>
                    <a:pt x="260318" y="847495"/>
                  </a:lnTo>
                  <a:lnTo>
                    <a:pt x="303307" y="864359"/>
                  </a:lnTo>
                  <a:lnTo>
                    <a:pt x="348345" y="876739"/>
                  </a:lnTo>
                  <a:lnTo>
                    <a:pt x="395161" y="884365"/>
                  </a:lnTo>
                  <a:lnTo>
                    <a:pt x="443484" y="886968"/>
                  </a:lnTo>
                  <a:lnTo>
                    <a:pt x="3741420" y="886968"/>
                  </a:lnTo>
                  <a:lnTo>
                    <a:pt x="3789742" y="884365"/>
                  </a:lnTo>
                  <a:lnTo>
                    <a:pt x="3836558" y="876739"/>
                  </a:lnTo>
                  <a:lnTo>
                    <a:pt x="3881596" y="864359"/>
                  </a:lnTo>
                  <a:lnTo>
                    <a:pt x="3924585" y="847495"/>
                  </a:lnTo>
                  <a:lnTo>
                    <a:pt x="3965256" y="826420"/>
                  </a:lnTo>
                  <a:lnTo>
                    <a:pt x="4003337" y="801402"/>
                  </a:lnTo>
                  <a:lnTo>
                    <a:pt x="4038558" y="772712"/>
                  </a:lnTo>
                  <a:lnTo>
                    <a:pt x="4070648" y="740622"/>
                  </a:lnTo>
                  <a:lnTo>
                    <a:pt x="4099338" y="705401"/>
                  </a:lnTo>
                  <a:lnTo>
                    <a:pt x="4124356" y="667320"/>
                  </a:lnTo>
                  <a:lnTo>
                    <a:pt x="4145431" y="626649"/>
                  </a:lnTo>
                  <a:lnTo>
                    <a:pt x="4162295" y="583660"/>
                  </a:lnTo>
                  <a:lnTo>
                    <a:pt x="4174675" y="538622"/>
                  </a:lnTo>
                  <a:lnTo>
                    <a:pt x="4182301" y="491806"/>
                  </a:lnTo>
                  <a:lnTo>
                    <a:pt x="4184904" y="443484"/>
                  </a:lnTo>
                  <a:lnTo>
                    <a:pt x="4182301" y="395161"/>
                  </a:lnTo>
                  <a:lnTo>
                    <a:pt x="4174675" y="348345"/>
                  </a:lnTo>
                  <a:lnTo>
                    <a:pt x="4162295" y="303307"/>
                  </a:lnTo>
                  <a:lnTo>
                    <a:pt x="4145431" y="260318"/>
                  </a:lnTo>
                  <a:lnTo>
                    <a:pt x="4124356" y="219647"/>
                  </a:lnTo>
                  <a:lnTo>
                    <a:pt x="4099338" y="181566"/>
                  </a:lnTo>
                  <a:lnTo>
                    <a:pt x="4070648" y="146345"/>
                  </a:lnTo>
                  <a:lnTo>
                    <a:pt x="4038558" y="114255"/>
                  </a:lnTo>
                  <a:lnTo>
                    <a:pt x="4003337" y="85565"/>
                  </a:lnTo>
                  <a:lnTo>
                    <a:pt x="3965256" y="60547"/>
                  </a:lnTo>
                  <a:lnTo>
                    <a:pt x="3924585" y="39472"/>
                  </a:lnTo>
                  <a:lnTo>
                    <a:pt x="3881596" y="22608"/>
                  </a:lnTo>
                  <a:lnTo>
                    <a:pt x="3836558" y="10228"/>
                  </a:lnTo>
                  <a:lnTo>
                    <a:pt x="3789742" y="2602"/>
                  </a:lnTo>
                  <a:lnTo>
                    <a:pt x="3741420" y="0"/>
                  </a:lnTo>
                  <a:close/>
                </a:path>
              </a:pathLst>
            </a:custGeom>
            <a:solidFill>
              <a:srgbClr val="ED7D3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59965" y="2982378"/>
              <a:ext cx="478155" cy="494030"/>
            </a:xfrm>
            <a:custGeom>
              <a:avLst/>
              <a:gdLst/>
              <a:ahLst/>
              <a:cxnLst/>
              <a:rect l="l" t="t" r="r" b="b"/>
              <a:pathLst>
                <a:path w="478155" h="494029">
                  <a:moveTo>
                    <a:pt x="396709" y="215874"/>
                  </a:moveTo>
                  <a:lnTo>
                    <a:pt x="300418" y="215874"/>
                  </a:lnTo>
                  <a:lnTo>
                    <a:pt x="300418" y="0"/>
                  </a:lnTo>
                  <a:lnTo>
                    <a:pt x="177177" y="0"/>
                  </a:lnTo>
                  <a:lnTo>
                    <a:pt x="177177" y="215874"/>
                  </a:lnTo>
                  <a:lnTo>
                    <a:pt x="80886" y="215874"/>
                  </a:lnTo>
                  <a:lnTo>
                    <a:pt x="238798" y="400900"/>
                  </a:lnTo>
                  <a:lnTo>
                    <a:pt x="396709" y="215874"/>
                  </a:lnTo>
                  <a:close/>
                </a:path>
                <a:path w="478155" h="494029">
                  <a:moveTo>
                    <a:pt x="477583" y="307924"/>
                  </a:moveTo>
                  <a:lnTo>
                    <a:pt x="431380" y="307924"/>
                  </a:lnTo>
                  <a:lnTo>
                    <a:pt x="431380" y="447675"/>
                  </a:lnTo>
                  <a:lnTo>
                    <a:pt x="46215" y="447675"/>
                  </a:lnTo>
                  <a:lnTo>
                    <a:pt x="46215" y="307924"/>
                  </a:lnTo>
                  <a:lnTo>
                    <a:pt x="0" y="307924"/>
                  </a:lnTo>
                  <a:lnTo>
                    <a:pt x="0" y="447675"/>
                  </a:lnTo>
                  <a:lnTo>
                    <a:pt x="0" y="493420"/>
                  </a:lnTo>
                  <a:lnTo>
                    <a:pt x="477583" y="493420"/>
                  </a:lnTo>
                  <a:lnTo>
                    <a:pt x="477583" y="447675"/>
                  </a:lnTo>
                  <a:lnTo>
                    <a:pt x="477583" y="307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92538" y="3031112"/>
            <a:ext cx="16694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storage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11095" y="1802892"/>
            <a:ext cx="4185285" cy="887094"/>
          </a:xfrm>
          <a:custGeom>
            <a:avLst/>
            <a:gdLst/>
            <a:ahLst/>
            <a:cxnLst/>
            <a:rect l="l" t="t" r="r" b="b"/>
            <a:pathLst>
              <a:path w="4185285" h="887094">
                <a:moveTo>
                  <a:pt x="3741420" y="0"/>
                </a:moveTo>
                <a:lnTo>
                  <a:pt x="443484" y="0"/>
                </a:lnTo>
                <a:lnTo>
                  <a:pt x="395161" y="2602"/>
                </a:lnTo>
                <a:lnTo>
                  <a:pt x="348345" y="10228"/>
                </a:lnTo>
                <a:lnTo>
                  <a:pt x="303307" y="22608"/>
                </a:lnTo>
                <a:lnTo>
                  <a:pt x="260318" y="39472"/>
                </a:lnTo>
                <a:lnTo>
                  <a:pt x="219647" y="60547"/>
                </a:lnTo>
                <a:lnTo>
                  <a:pt x="181566" y="85565"/>
                </a:lnTo>
                <a:lnTo>
                  <a:pt x="146345" y="114255"/>
                </a:lnTo>
                <a:lnTo>
                  <a:pt x="114255" y="146345"/>
                </a:lnTo>
                <a:lnTo>
                  <a:pt x="85565" y="181566"/>
                </a:lnTo>
                <a:lnTo>
                  <a:pt x="60547" y="219647"/>
                </a:lnTo>
                <a:lnTo>
                  <a:pt x="39472" y="260318"/>
                </a:lnTo>
                <a:lnTo>
                  <a:pt x="22608" y="303307"/>
                </a:lnTo>
                <a:lnTo>
                  <a:pt x="10228" y="348345"/>
                </a:lnTo>
                <a:lnTo>
                  <a:pt x="2602" y="395161"/>
                </a:lnTo>
                <a:lnTo>
                  <a:pt x="0" y="443484"/>
                </a:lnTo>
                <a:lnTo>
                  <a:pt x="2602" y="491806"/>
                </a:lnTo>
                <a:lnTo>
                  <a:pt x="10228" y="538622"/>
                </a:lnTo>
                <a:lnTo>
                  <a:pt x="22608" y="583660"/>
                </a:lnTo>
                <a:lnTo>
                  <a:pt x="39472" y="626649"/>
                </a:lnTo>
                <a:lnTo>
                  <a:pt x="60547" y="667320"/>
                </a:lnTo>
                <a:lnTo>
                  <a:pt x="85565" y="705401"/>
                </a:lnTo>
                <a:lnTo>
                  <a:pt x="114255" y="740622"/>
                </a:lnTo>
                <a:lnTo>
                  <a:pt x="146345" y="772712"/>
                </a:lnTo>
                <a:lnTo>
                  <a:pt x="181566" y="801402"/>
                </a:lnTo>
                <a:lnTo>
                  <a:pt x="219647" y="826420"/>
                </a:lnTo>
                <a:lnTo>
                  <a:pt x="260318" y="847495"/>
                </a:lnTo>
                <a:lnTo>
                  <a:pt x="303307" y="864359"/>
                </a:lnTo>
                <a:lnTo>
                  <a:pt x="348345" y="876739"/>
                </a:lnTo>
                <a:lnTo>
                  <a:pt x="395161" y="884365"/>
                </a:lnTo>
                <a:lnTo>
                  <a:pt x="443484" y="886968"/>
                </a:lnTo>
                <a:lnTo>
                  <a:pt x="3741420" y="886968"/>
                </a:lnTo>
                <a:lnTo>
                  <a:pt x="3789742" y="884365"/>
                </a:lnTo>
                <a:lnTo>
                  <a:pt x="3836558" y="876739"/>
                </a:lnTo>
                <a:lnTo>
                  <a:pt x="3881596" y="864359"/>
                </a:lnTo>
                <a:lnTo>
                  <a:pt x="3924585" y="847495"/>
                </a:lnTo>
                <a:lnTo>
                  <a:pt x="3965256" y="826420"/>
                </a:lnTo>
                <a:lnTo>
                  <a:pt x="4003337" y="801402"/>
                </a:lnTo>
                <a:lnTo>
                  <a:pt x="4038558" y="772712"/>
                </a:lnTo>
                <a:lnTo>
                  <a:pt x="4070648" y="740622"/>
                </a:lnTo>
                <a:lnTo>
                  <a:pt x="4099338" y="705401"/>
                </a:lnTo>
                <a:lnTo>
                  <a:pt x="4124356" y="667320"/>
                </a:lnTo>
                <a:lnTo>
                  <a:pt x="4145431" y="626649"/>
                </a:lnTo>
                <a:lnTo>
                  <a:pt x="4162295" y="583660"/>
                </a:lnTo>
                <a:lnTo>
                  <a:pt x="4174675" y="538622"/>
                </a:lnTo>
                <a:lnTo>
                  <a:pt x="4182301" y="491806"/>
                </a:lnTo>
                <a:lnTo>
                  <a:pt x="4184904" y="443484"/>
                </a:lnTo>
                <a:lnTo>
                  <a:pt x="4182301" y="395161"/>
                </a:lnTo>
                <a:lnTo>
                  <a:pt x="4174675" y="348345"/>
                </a:lnTo>
                <a:lnTo>
                  <a:pt x="4162295" y="303307"/>
                </a:lnTo>
                <a:lnTo>
                  <a:pt x="4145431" y="260318"/>
                </a:lnTo>
                <a:lnTo>
                  <a:pt x="4124356" y="219647"/>
                </a:lnTo>
                <a:lnTo>
                  <a:pt x="4099338" y="181566"/>
                </a:lnTo>
                <a:lnTo>
                  <a:pt x="4070648" y="146345"/>
                </a:lnTo>
                <a:lnTo>
                  <a:pt x="4038558" y="114255"/>
                </a:lnTo>
                <a:lnTo>
                  <a:pt x="4003337" y="85565"/>
                </a:lnTo>
                <a:lnTo>
                  <a:pt x="3965256" y="60547"/>
                </a:lnTo>
                <a:lnTo>
                  <a:pt x="3924585" y="39472"/>
                </a:lnTo>
                <a:lnTo>
                  <a:pt x="3881596" y="22608"/>
                </a:lnTo>
                <a:lnTo>
                  <a:pt x="3836558" y="10228"/>
                </a:lnTo>
                <a:lnTo>
                  <a:pt x="3789742" y="2602"/>
                </a:lnTo>
                <a:lnTo>
                  <a:pt x="3741420" y="0"/>
                </a:lnTo>
                <a:close/>
              </a:path>
            </a:pathLst>
          </a:custGeom>
          <a:solidFill>
            <a:srgbClr val="ED7D31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157568" y="1951319"/>
            <a:ext cx="747395" cy="50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25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HTTP</a:t>
            </a:r>
            <a:endParaRPr sz="1800">
              <a:latin typeface="Calibri"/>
              <a:cs typeface="Calibri"/>
            </a:endParaRPr>
          </a:p>
          <a:p>
            <a:pPr marL="219075">
              <a:lnSpc>
                <a:spcPts val="1785"/>
              </a:lnSpc>
            </a:pPr>
            <a:r>
              <a:rPr sz="1600" b="1" spc="-20" dirty="0">
                <a:latin typeface="Calibri"/>
                <a:cs typeface="Calibri"/>
              </a:rPr>
              <a:t>MQTT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92538" y="1871535"/>
            <a:ext cx="2467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collection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and </a:t>
            </a:r>
            <a:r>
              <a:rPr sz="2400" b="1" i="1" spc="-10" dirty="0">
                <a:latin typeface="Calibri"/>
                <a:cs typeface="Calibri"/>
              </a:rPr>
              <a:t>transfer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15033" y="1803654"/>
            <a:ext cx="513715" cy="3893820"/>
          </a:xfrm>
          <a:custGeom>
            <a:avLst/>
            <a:gdLst/>
            <a:ahLst/>
            <a:cxnLst/>
            <a:rect l="l" t="t" r="r" b="b"/>
            <a:pathLst>
              <a:path w="513714" h="3893820">
                <a:moveTo>
                  <a:pt x="513588" y="3893820"/>
                </a:moveTo>
                <a:lnTo>
                  <a:pt x="464791" y="3880841"/>
                </a:lnTo>
                <a:lnTo>
                  <a:pt x="419086" y="3843512"/>
                </a:lnTo>
                <a:lnTo>
                  <a:pt x="377332" y="3784248"/>
                </a:lnTo>
                <a:lnTo>
                  <a:pt x="358206" y="3747144"/>
                </a:lnTo>
                <a:lnTo>
                  <a:pt x="340390" y="3705461"/>
                </a:lnTo>
                <a:lnTo>
                  <a:pt x="323993" y="3659500"/>
                </a:lnTo>
                <a:lnTo>
                  <a:pt x="309122" y="3609564"/>
                </a:lnTo>
                <a:lnTo>
                  <a:pt x="295885" y="3555953"/>
                </a:lnTo>
                <a:lnTo>
                  <a:pt x="284389" y="3498970"/>
                </a:lnTo>
                <a:lnTo>
                  <a:pt x="274741" y="3438915"/>
                </a:lnTo>
                <a:lnTo>
                  <a:pt x="267051" y="3376092"/>
                </a:lnTo>
                <a:lnTo>
                  <a:pt x="261424" y="3310801"/>
                </a:lnTo>
                <a:lnTo>
                  <a:pt x="257969" y="3243343"/>
                </a:lnTo>
                <a:lnTo>
                  <a:pt x="256794" y="3174022"/>
                </a:lnTo>
                <a:lnTo>
                  <a:pt x="256794" y="2657170"/>
                </a:lnTo>
                <a:lnTo>
                  <a:pt x="255618" y="2587848"/>
                </a:lnTo>
                <a:lnTo>
                  <a:pt x="252163" y="2520391"/>
                </a:lnTo>
                <a:lnTo>
                  <a:pt x="246536" y="2455100"/>
                </a:lnTo>
                <a:lnTo>
                  <a:pt x="238846" y="2392276"/>
                </a:lnTo>
                <a:lnTo>
                  <a:pt x="229198" y="2332222"/>
                </a:lnTo>
                <a:lnTo>
                  <a:pt x="217702" y="2275238"/>
                </a:lnTo>
                <a:lnTo>
                  <a:pt x="204465" y="2221628"/>
                </a:lnTo>
                <a:lnTo>
                  <a:pt x="189594" y="2171691"/>
                </a:lnTo>
                <a:lnTo>
                  <a:pt x="173197" y="2125730"/>
                </a:lnTo>
                <a:lnTo>
                  <a:pt x="155381" y="2084047"/>
                </a:lnTo>
                <a:lnTo>
                  <a:pt x="136255" y="2046943"/>
                </a:lnTo>
                <a:lnTo>
                  <a:pt x="115926" y="2014720"/>
                </a:lnTo>
                <a:lnTo>
                  <a:pt x="72089" y="1966122"/>
                </a:lnTo>
                <a:lnTo>
                  <a:pt x="24730" y="1940667"/>
                </a:lnTo>
                <a:lnTo>
                  <a:pt x="0" y="1937372"/>
                </a:lnTo>
                <a:lnTo>
                  <a:pt x="24730" y="1934077"/>
                </a:lnTo>
                <a:lnTo>
                  <a:pt x="72089" y="1908622"/>
                </a:lnTo>
                <a:lnTo>
                  <a:pt x="115926" y="1860024"/>
                </a:lnTo>
                <a:lnTo>
                  <a:pt x="136255" y="1827800"/>
                </a:lnTo>
                <a:lnTo>
                  <a:pt x="155381" y="1790696"/>
                </a:lnTo>
                <a:lnTo>
                  <a:pt x="173197" y="1749013"/>
                </a:lnTo>
                <a:lnTo>
                  <a:pt x="189594" y="1703052"/>
                </a:lnTo>
                <a:lnTo>
                  <a:pt x="204465" y="1653116"/>
                </a:lnTo>
                <a:lnTo>
                  <a:pt x="217702" y="1599505"/>
                </a:lnTo>
                <a:lnTo>
                  <a:pt x="229198" y="1542522"/>
                </a:lnTo>
                <a:lnTo>
                  <a:pt x="238846" y="1482468"/>
                </a:lnTo>
                <a:lnTo>
                  <a:pt x="246536" y="1419644"/>
                </a:lnTo>
                <a:lnTo>
                  <a:pt x="252163" y="1354353"/>
                </a:lnTo>
                <a:lnTo>
                  <a:pt x="255618" y="1286896"/>
                </a:lnTo>
                <a:lnTo>
                  <a:pt x="256794" y="1217574"/>
                </a:lnTo>
                <a:lnTo>
                  <a:pt x="256794" y="719797"/>
                </a:lnTo>
                <a:lnTo>
                  <a:pt x="257969" y="650476"/>
                </a:lnTo>
                <a:lnTo>
                  <a:pt x="261424" y="583018"/>
                </a:lnTo>
                <a:lnTo>
                  <a:pt x="267051" y="517727"/>
                </a:lnTo>
                <a:lnTo>
                  <a:pt x="274741" y="454904"/>
                </a:lnTo>
                <a:lnTo>
                  <a:pt x="284389" y="394849"/>
                </a:lnTo>
                <a:lnTo>
                  <a:pt x="295885" y="337866"/>
                </a:lnTo>
                <a:lnTo>
                  <a:pt x="309122" y="284255"/>
                </a:lnTo>
                <a:lnTo>
                  <a:pt x="323993" y="234319"/>
                </a:lnTo>
                <a:lnTo>
                  <a:pt x="340390" y="188358"/>
                </a:lnTo>
                <a:lnTo>
                  <a:pt x="358206" y="146675"/>
                </a:lnTo>
                <a:lnTo>
                  <a:pt x="377332" y="109571"/>
                </a:lnTo>
                <a:lnTo>
                  <a:pt x="397661" y="77348"/>
                </a:lnTo>
                <a:lnTo>
                  <a:pt x="441498" y="28750"/>
                </a:lnTo>
                <a:lnTo>
                  <a:pt x="488857" y="3295"/>
                </a:lnTo>
                <a:lnTo>
                  <a:pt x="51358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8984746" y="3047238"/>
            <a:ext cx="1053465" cy="608330"/>
            <a:chOff x="8984746" y="3047238"/>
            <a:chExt cx="1053465" cy="60833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3791" y="3066288"/>
              <a:ext cx="1014982" cy="5699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994271" y="3056763"/>
              <a:ext cx="1034415" cy="589280"/>
            </a:xfrm>
            <a:custGeom>
              <a:avLst/>
              <a:gdLst/>
              <a:ahLst/>
              <a:cxnLst/>
              <a:rect l="l" t="t" r="r" b="b"/>
              <a:pathLst>
                <a:path w="1034415" h="589279">
                  <a:moveTo>
                    <a:pt x="104038" y="0"/>
                  </a:moveTo>
                  <a:lnTo>
                    <a:pt x="929982" y="0"/>
                  </a:lnTo>
                  <a:lnTo>
                    <a:pt x="950556" y="2070"/>
                  </a:lnTo>
                  <a:lnTo>
                    <a:pt x="987971" y="17818"/>
                  </a:lnTo>
                  <a:lnTo>
                    <a:pt x="1016215" y="46050"/>
                  </a:lnTo>
                  <a:lnTo>
                    <a:pt x="1031951" y="83464"/>
                  </a:lnTo>
                  <a:lnTo>
                    <a:pt x="1034034" y="104038"/>
                  </a:lnTo>
                  <a:lnTo>
                    <a:pt x="1034034" y="484987"/>
                  </a:lnTo>
                  <a:lnTo>
                    <a:pt x="1025855" y="525195"/>
                  </a:lnTo>
                  <a:lnTo>
                    <a:pt x="1003439" y="558444"/>
                  </a:lnTo>
                  <a:lnTo>
                    <a:pt x="970203" y="580859"/>
                  </a:lnTo>
                  <a:lnTo>
                    <a:pt x="929982" y="589026"/>
                  </a:lnTo>
                  <a:lnTo>
                    <a:pt x="104038" y="589026"/>
                  </a:lnTo>
                  <a:lnTo>
                    <a:pt x="63817" y="580859"/>
                  </a:lnTo>
                  <a:lnTo>
                    <a:pt x="30581" y="558444"/>
                  </a:lnTo>
                  <a:lnTo>
                    <a:pt x="8166" y="525195"/>
                  </a:lnTo>
                  <a:lnTo>
                    <a:pt x="0" y="484987"/>
                  </a:lnTo>
                  <a:lnTo>
                    <a:pt x="0" y="104038"/>
                  </a:lnTo>
                  <a:lnTo>
                    <a:pt x="8166" y="63830"/>
                  </a:lnTo>
                  <a:lnTo>
                    <a:pt x="30581" y="30581"/>
                  </a:lnTo>
                  <a:lnTo>
                    <a:pt x="63817" y="8166"/>
                  </a:lnTo>
                  <a:lnTo>
                    <a:pt x="104038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794031" y="2346006"/>
            <a:ext cx="13735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33194" y="3818482"/>
            <a:ext cx="310832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MQTT</a:t>
            </a:r>
            <a:r>
              <a:rPr sz="20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connections,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Graphical</a:t>
            </a:r>
            <a:r>
              <a:rPr sz="20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UI,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27" name="object 7">
            <a:extLst>
              <a:ext uri="{FF2B5EF4-FFF2-40B4-BE49-F238E27FC236}">
                <a16:creationId xmlns:a16="http://schemas.microsoft.com/office/drawing/2014/main" id="{BD01586D-1499-D1EA-E1E4-73DA70972E0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IoT</a:t>
            </a:r>
            <a:r>
              <a:rPr spc="-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8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architectures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515912" y="3750157"/>
            <a:ext cx="647065" cy="877569"/>
          </a:xfrm>
          <a:custGeom>
            <a:avLst/>
            <a:gdLst/>
            <a:ahLst/>
            <a:cxnLst/>
            <a:rect l="l" t="t" r="r" b="b"/>
            <a:pathLst>
              <a:path w="647065" h="877570">
                <a:moveTo>
                  <a:pt x="646607" y="600125"/>
                </a:moveTo>
                <a:lnTo>
                  <a:pt x="638035" y="621233"/>
                </a:lnTo>
                <a:lnTo>
                  <a:pt x="613613" y="640638"/>
                </a:lnTo>
                <a:lnTo>
                  <a:pt x="577329" y="656907"/>
                </a:lnTo>
                <a:lnTo>
                  <a:pt x="577329" y="761695"/>
                </a:lnTo>
                <a:lnTo>
                  <a:pt x="575665" y="771144"/>
                </a:lnTo>
                <a:lnTo>
                  <a:pt x="570979" y="778433"/>
                </a:lnTo>
                <a:lnTo>
                  <a:pt x="563689" y="783120"/>
                </a:lnTo>
                <a:lnTo>
                  <a:pt x="554240" y="784783"/>
                </a:lnTo>
                <a:lnTo>
                  <a:pt x="544779" y="783120"/>
                </a:lnTo>
                <a:lnTo>
                  <a:pt x="537489" y="778433"/>
                </a:lnTo>
                <a:lnTo>
                  <a:pt x="532803" y="771144"/>
                </a:lnTo>
                <a:lnTo>
                  <a:pt x="531139" y="761695"/>
                </a:lnTo>
                <a:lnTo>
                  <a:pt x="532803" y="752246"/>
                </a:lnTo>
                <a:lnTo>
                  <a:pt x="537489" y="744956"/>
                </a:lnTo>
                <a:lnTo>
                  <a:pt x="544779" y="740270"/>
                </a:lnTo>
                <a:lnTo>
                  <a:pt x="554240" y="738619"/>
                </a:lnTo>
                <a:lnTo>
                  <a:pt x="563689" y="740270"/>
                </a:lnTo>
                <a:lnTo>
                  <a:pt x="570979" y="744956"/>
                </a:lnTo>
                <a:lnTo>
                  <a:pt x="575665" y="752246"/>
                </a:lnTo>
                <a:lnTo>
                  <a:pt x="577329" y="761695"/>
                </a:lnTo>
                <a:lnTo>
                  <a:pt x="577329" y="656907"/>
                </a:lnTo>
                <a:lnTo>
                  <a:pt x="525208" y="672096"/>
                </a:lnTo>
                <a:lnTo>
                  <a:pt x="465162" y="683031"/>
                </a:lnTo>
                <a:lnTo>
                  <a:pt x="397205" y="690003"/>
                </a:lnTo>
                <a:lnTo>
                  <a:pt x="323303" y="692454"/>
                </a:lnTo>
                <a:lnTo>
                  <a:pt x="249402" y="690003"/>
                </a:lnTo>
                <a:lnTo>
                  <a:pt x="181444" y="683031"/>
                </a:lnTo>
                <a:lnTo>
                  <a:pt x="121399" y="672096"/>
                </a:lnTo>
                <a:lnTo>
                  <a:pt x="71259" y="657783"/>
                </a:lnTo>
                <a:lnTo>
                  <a:pt x="32994" y="640638"/>
                </a:lnTo>
                <a:lnTo>
                  <a:pt x="0" y="600125"/>
                </a:lnTo>
                <a:lnTo>
                  <a:pt x="0" y="784783"/>
                </a:lnTo>
                <a:lnTo>
                  <a:pt x="32994" y="825284"/>
                </a:lnTo>
                <a:lnTo>
                  <a:pt x="71259" y="842441"/>
                </a:lnTo>
                <a:lnTo>
                  <a:pt x="121399" y="856754"/>
                </a:lnTo>
                <a:lnTo>
                  <a:pt x="181444" y="867689"/>
                </a:lnTo>
                <a:lnTo>
                  <a:pt x="249402" y="874661"/>
                </a:lnTo>
                <a:lnTo>
                  <a:pt x="323303" y="877100"/>
                </a:lnTo>
                <a:lnTo>
                  <a:pt x="397205" y="874661"/>
                </a:lnTo>
                <a:lnTo>
                  <a:pt x="465162" y="867689"/>
                </a:lnTo>
                <a:lnTo>
                  <a:pt x="525208" y="856754"/>
                </a:lnTo>
                <a:lnTo>
                  <a:pt x="575348" y="842441"/>
                </a:lnTo>
                <a:lnTo>
                  <a:pt x="613613" y="825284"/>
                </a:lnTo>
                <a:lnTo>
                  <a:pt x="646607" y="784783"/>
                </a:lnTo>
                <a:lnTo>
                  <a:pt x="646607" y="738619"/>
                </a:lnTo>
                <a:lnTo>
                  <a:pt x="646607" y="692454"/>
                </a:lnTo>
                <a:lnTo>
                  <a:pt x="646607" y="600125"/>
                </a:lnTo>
                <a:close/>
              </a:path>
              <a:path w="647065" h="877570">
                <a:moveTo>
                  <a:pt x="646607" y="369303"/>
                </a:moveTo>
                <a:lnTo>
                  <a:pt x="638035" y="390410"/>
                </a:lnTo>
                <a:lnTo>
                  <a:pt x="613613" y="409816"/>
                </a:lnTo>
                <a:lnTo>
                  <a:pt x="577329" y="426085"/>
                </a:lnTo>
                <a:lnTo>
                  <a:pt x="577329" y="530872"/>
                </a:lnTo>
                <a:lnTo>
                  <a:pt x="575665" y="540321"/>
                </a:lnTo>
                <a:lnTo>
                  <a:pt x="570979" y="547611"/>
                </a:lnTo>
                <a:lnTo>
                  <a:pt x="563689" y="552297"/>
                </a:lnTo>
                <a:lnTo>
                  <a:pt x="554240" y="553961"/>
                </a:lnTo>
                <a:lnTo>
                  <a:pt x="544779" y="552297"/>
                </a:lnTo>
                <a:lnTo>
                  <a:pt x="537489" y="547611"/>
                </a:lnTo>
                <a:lnTo>
                  <a:pt x="532803" y="540321"/>
                </a:lnTo>
                <a:lnTo>
                  <a:pt x="531139" y="530872"/>
                </a:lnTo>
                <a:lnTo>
                  <a:pt x="532803" y="521423"/>
                </a:lnTo>
                <a:lnTo>
                  <a:pt x="537489" y="514146"/>
                </a:lnTo>
                <a:lnTo>
                  <a:pt x="544779" y="509460"/>
                </a:lnTo>
                <a:lnTo>
                  <a:pt x="554240" y="507796"/>
                </a:lnTo>
                <a:lnTo>
                  <a:pt x="563689" y="509460"/>
                </a:lnTo>
                <a:lnTo>
                  <a:pt x="570979" y="514146"/>
                </a:lnTo>
                <a:lnTo>
                  <a:pt x="575665" y="521423"/>
                </a:lnTo>
                <a:lnTo>
                  <a:pt x="577329" y="530872"/>
                </a:lnTo>
                <a:lnTo>
                  <a:pt x="577329" y="426085"/>
                </a:lnTo>
                <a:lnTo>
                  <a:pt x="525208" y="441286"/>
                </a:lnTo>
                <a:lnTo>
                  <a:pt x="465162" y="452208"/>
                </a:lnTo>
                <a:lnTo>
                  <a:pt x="397205" y="459181"/>
                </a:lnTo>
                <a:lnTo>
                  <a:pt x="323303" y="461632"/>
                </a:lnTo>
                <a:lnTo>
                  <a:pt x="249402" y="459181"/>
                </a:lnTo>
                <a:lnTo>
                  <a:pt x="181444" y="452208"/>
                </a:lnTo>
                <a:lnTo>
                  <a:pt x="121399" y="441286"/>
                </a:lnTo>
                <a:lnTo>
                  <a:pt x="71259" y="426961"/>
                </a:lnTo>
                <a:lnTo>
                  <a:pt x="32994" y="409816"/>
                </a:lnTo>
                <a:lnTo>
                  <a:pt x="0" y="369303"/>
                </a:lnTo>
                <a:lnTo>
                  <a:pt x="0" y="553961"/>
                </a:lnTo>
                <a:lnTo>
                  <a:pt x="32994" y="594474"/>
                </a:lnTo>
                <a:lnTo>
                  <a:pt x="71259" y="611619"/>
                </a:lnTo>
                <a:lnTo>
                  <a:pt x="121399" y="625932"/>
                </a:lnTo>
                <a:lnTo>
                  <a:pt x="181444" y="636866"/>
                </a:lnTo>
                <a:lnTo>
                  <a:pt x="249402" y="643839"/>
                </a:lnTo>
                <a:lnTo>
                  <a:pt x="323303" y="646290"/>
                </a:lnTo>
                <a:lnTo>
                  <a:pt x="397205" y="643839"/>
                </a:lnTo>
                <a:lnTo>
                  <a:pt x="465162" y="636866"/>
                </a:lnTo>
                <a:lnTo>
                  <a:pt x="525208" y="625932"/>
                </a:lnTo>
                <a:lnTo>
                  <a:pt x="575348" y="611619"/>
                </a:lnTo>
                <a:lnTo>
                  <a:pt x="613613" y="594474"/>
                </a:lnTo>
                <a:lnTo>
                  <a:pt x="646607" y="553961"/>
                </a:lnTo>
                <a:lnTo>
                  <a:pt x="646607" y="507796"/>
                </a:lnTo>
                <a:lnTo>
                  <a:pt x="646607" y="461632"/>
                </a:lnTo>
                <a:lnTo>
                  <a:pt x="646607" y="369303"/>
                </a:lnTo>
                <a:close/>
              </a:path>
              <a:path w="647065" h="877570">
                <a:moveTo>
                  <a:pt x="646607" y="138493"/>
                </a:moveTo>
                <a:lnTo>
                  <a:pt x="638035" y="159588"/>
                </a:lnTo>
                <a:lnTo>
                  <a:pt x="613613" y="178993"/>
                </a:lnTo>
                <a:lnTo>
                  <a:pt x="577329" y="195275"/>
                </a:lnTo>
                <a:lnTo>
                  <a:pt x="577329" y="300062"/>
                </a:lnTo>
                <a:lnTo>
                  <a:pt x="575665" y="309511"/>
                </a:lnTo>
                <a:lnTo>
                  <a:pt x="570979" y="316788"/>
                </a:lnTo>
                <a:lnTo>
                  <a:pt x="563689" y="321487"/>
                </a:lnTo>
                <a:lnTo>
                  <a:pt x="554240" y="323138"/>
                </a:lnTo>
                <a:lnTo>
                  <a:pt x="544779" y="321487"/>
                </a:lnTo>
                <a:lnTo>
                  <a:pt x="537489" y="316788"/>
                </a:lnTo>
                <a:lnTo>
                  <a:pt x="532803" y="309511"/>
                </a:lnTo>
                <a:lnTo>
                  <a:pt x="531139" y="300062"/>
                </a:lnTo>
                <a:lnTo>
                  <a:pt x="532803" y="290614"/>
                </a:lnTo>
                <a:lnTo>
                  <a:pt x="537489" y="283324"/>
                </a:lnTo>
                <a:lnTo>
                  <a:pt x="544779" y="278638"/>
                </a:lnTo>
                <a:lnTo>
                  <a:pt x="554240" y="276974"/>
                </a:lnTo>
                <a:lnTo>
                  <a:pt x="563689" y="278638"/>
                </a:lnTo>
                <a:lnTo>
                  <a:pt x="570979" y="283324"/>
                </a:lnTo>
                <a:lnTo>
                  <a:pt x="575665" y="290614"/>
                </a:lnTo>
                <a:lnTo>
                  <a:pt x="577329" y="300062"/>
                </a:lnTo>
                <a:lnTo>
                  <a:pt x="577329" y="195275"/>
                </a:lnTo>
                <a:lnTo>
                  <a:pt x="525208" y="210464"/>
                </a:lnTo>
                <a:lnTo>
                  <a:pt x="465162" y="221399"/>
                </a:lnTo>
                <a:lnTo>
                  <a:pt x="397205" y="228371"/>
                </a:lnTo>
                <a:lnTo>
                  <a:pt x="323303" y="230809"/>
                </a:lnTo>
                <a:lnTo>
                  <a:pt x="249402" y="228371"/>
                </a:lnTo>
                <a:lnTo>
                  <a:pt x="181444" y="221399"/>
                </a:lnTo>
                <a:lnTo>
                  <a:pt x="121399" y="210464"/>
                </a:lnTo>
                <a:lnTo>
                  <a:pt x="71259" y="196151"/>
                </a:lnTo>
                <a:lnTo>
                  <a:pt x="32994" y="178993"/>
                </a:lnTo>
                <a:lnTo>
                  <a:pt x="0" y="138493"/>
                </a:lnTo>
                <a:lnTo>
                  <a:pt x="0" y="323138"/>
                </a:lnTo>
                <a:lnTo>
                  <a:pt x="32994" y="363651"/>
                </a:lnTo>
                <a:lnTo>
                  <a:pt x="71259" y="380796"/>
                </a:lnTo>
                <a:lnTo>
                  <a:pt x="121399" y="395122"/>
                </a:lnTo>
                <a:lnTo>
                  <a:pt x="181444" y="406044"/>
                </a:lnTo>
                <a:lnTo>
                  <a:pt x="249402" y="413016"/>
                </a:lnTo>
                <a:lnTo>
                  <a:pt x="323303" y="415467"/>
                </a:lnTo>
                <a:lnTo>
                  <a:pt x="397205" y="413016"/>
                </a:lnTo>
                <a:lnTo>
                  <a:pt x="465162" y="406044"/>
                </a:lnTo>
                <a:lnTo>
                  <a:pt x="525208" y="395122"/>
                </a:lnTo>
                <a:lnTo>
                  <a:pt x="575348" y="380796"/>
                </a:lnTo>
                <a:lnTo>
                  <a:pt x="613613" y="363651"/>
                </a:lnTo>
                <a:lnTo>
                  <a:pt x="646607" y="323138"/>
                </a:lnTo>
                <a:lnTo>
                  <a:pt x="646607" y="276974"/>
                </a:lnTo>
                <a:lnTo>
                  <a:pt x="646607" y="230809"/>
                </a:lnTo>
                <a:lnTo>
                  <a:pt x="646607" y="138493"/>
                </a:lnTo>
                <a:close/>
              </a:path>
              <a:path w="647065" h="877570">
                <a:moveTo>
                  <a:pt x="646607" y="92329"/>
                </a:moveTo>
                <a:lnTo>
                  <a:pt x="613752" y="51727"/>
                </a:lnTo>
                <a:lnTo>
                  <a:pt x="575589" y="34582"/>
                </a:lnTo>
                <a:lnTo>
                  <a:pt x="525513" y="20281"/>
                </a:lnTo>
                <a:lnTo>
                  <a:pt x="465480" y="9385"/>
                </a:lnTo>
                <a:lnTo>
                  <a:pt x="397433" y="2438"/>
                </a:lnTo>
                <a:lnTo>
                  <a:pt x="323303" y="0"/>
                </a:lnTo>
                <a:lnTo>
                  <a:pt x="249174" y="2438"/>
                </a:lnTo>
                <a:lnTo>
                  <a:pt x="181127" y="9385"/>
                </a:lnTo>
                <a:lnTo>
                  <a:pt x="121094" y="20281"/>
                </a:lnTo>
                <a:lnTo>
                  <a:pt x="71031" y="34582"/>
                </a:lnTo>
                <a:lnTo>
                  <a:pt x="32867" y="51727"/>
                </a:lnTo>
                <a:lnTo>
                  <a:pt x="0" y="92329"/>
                </a:lnTo>
                <a:lnTo>
                  <a:pt x="8534" y="113487"/>
                </a:lnTo>
                <a:lnTo>
                  <a:pt x="71031" y="150063"/>
                </a:lnTo>
                <a:lnTo>
                  <a:pt x="121094" y="164363"/>
                </a:lnTo>
                <a:lnTo>
                  <a:pt x="181127" y="175272"/>
                </a:lnTo>
                <a:lnTo>
                  <a:pt x="249174" y="182206"/>
                </a:lnTo>
                <a:lnTo>
                  <a:pt x="323303" y="184645"/>
                </a:lnTo>
                <a:lnTo>
                  <a:pt x="397433" y="182206"/>
                </a:lnTo>
                <a:lnTo>
                  <a:pt x="465480" y="175272"/>
                </a:lnTo>
                <a:lnTo>
                  <a:pt x="525513" y="164363"/>
                </a:lnTo>
                <a:lnTo>
                  <a:pt x="575589" y="150063"/>
                </a:lnTo>
                <a:lnTo>
                  <a:pt x="613752" y="132930"/>
                </a:lnTo>
                <a:lnTo>
                  <a:pt x="646607" y="92329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275" y="4730624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11095" y="5343144"/>
            <a:ext cx="4185285" cy="887094"/>
            <a:chOff x="1911095" y="5343144"/>
            <a:chExt cx="4185285" cy="887094"/>
          </a:xfrm>
        </p:grpSpPr>
        <p:sp>
          <p:nvSpPr>
            <p:cNvPr id="6" name="object 6"/>
            <p:cNvSpPr/>
            <p:nvPr/>
          </p:nvSpPr>
          <p:spPr>
            <a:xfrm>
              <a:off x="1911095" y="5343144"/>
              <a:ext cx="4185285" cy="887094"/>
            </a:xfrm>
            <a:custGeom>
              <a:avLst/>
              <a:gdLst/>
              <a:ahLst/>
              <a:cxnLst/>
              <a:rect l="l" t="t" r="r" b="b"/>
              <a:pathLst>
                <a:path w="4185285" h="887095">
                  <a:moveTo>
                    <a:pt x="3741420" y="0"/>
                  </a:moveTo>
                  <a:lnTo>
                    <a:pt x="443484" y="0"/>
                  </a:lnTo>
                  <a:lnTo>
                    <a:pt x="395161" y="2602"/>
                  </a:lnTo>
                  <a:lnTo>
                    <a:pt x="348345" y="10228"/>
                  </a:lnTo>
                  <a:lnTo>
                    <a:pt x="303307" y="22608"/>
                  </a:lnTo>
                  <a:lnTo>
                    <a:pt x="260318" y="39472"/>
                  </a:lnTo>
                  <a:lnTo>
                    <a:pt x="219647" y="60547"/>
                  </a:lnTo>
                  <a:lnTo>
                    <a:pt x="181566" y="85565"/>
                  </a:lnTo>
                  <a:lnTo>
                    <a:pt x="146345" y="114255"/>
                  </a:lnTo>
                  <a:lnTo>
                    <a:pt x="114255" y="146345"/>
                  </a:lnTo>
                  <a:lnTo>
                    <a:pt x="85565" y="181566"/>
                  </a:lnTo>
                  <a:lnTo>
                    <a:pt x="60547" y="219647"/>
                  </a:lnTo>
                  <a:lnTo>
                    <a:pt x="39472" y="260318"/>
                  </a:lnTo>
                  <a:lnTo>
                    <a:pt x="22608" y="303307"/>
                  </a:lnTo>
                  <a:lnTo>
                    <a:pt x="10228" y="348345"/>
                  </a:lnTo>
                  <a:lnTo>
                    <a:pt x="2602" y="395161"/>
                  </a:lnTo>
                  <a:lnTo>
                    <a:pt x="0" y="443483"/>
                  </a:lnTo>
                  <a:lnTo>
                    <a:pt x="2602" y="491806"/>
                  </a:lnTo>
                  <a:lnTo>
                    <a:pt x="10228" y="538622"/>
                  </a:lnTo>
                  <a:lnTo>
                    <a:pt x="22608" y="583660"/>
                  </a:lnTo>
                  <a:lnTo>
                    <a:pt x="39472" y="626649"/>
                  </a:lnTo>
                  <a:lnTo>
                    <a:pt x="60547" y="667320"/>
                  </a:lnTo>
                  <a:lnTo>
                    <a:pt x="85565" y="705401"/>
                  </a:lnTo>
                  <a:lnTo>
                    <a:pt x="114255" y="740622"/>
                  </a:lnTo>
                  <a:lnTo>
                    <a:pt x="146345" y="772712"/>
                  </a:lnTo>
                  <a:lnTo>
                    <a:pt x="181566" y="801402"/>
                  </a:lnTo>
                  <a:lnTo>
                    <a:pt x="219647" y="826420"/>
                  </a:lnTo>
                  <a:lnTo>
                    <a:pt x="260318" y="847495"/>
                  </a:lnTo>
                  <a:lnTo>
                    <a:pt x="303307" y="864359"/>
                  </a:lnTo>
                  <a:lnTo>
                    <a:pt x="348345" y="876739"/>
                  </a:lnTo>
                  <a:lnTo>
                    <a:pt x="395161" y="884365"/>
                  </a:lnTo>
                  <a:lnTo>
                    <a:pt x="443484" y="886967"/>
                  </a:lnTo>
                  <a:lnTo>
                    <a:pt x="3741420" y="886967"/>
                  </a:lnTo>
                  <a:lnTo>
                    <a:pt x="3789742" y="884365"/>
                  </a:lnTo>
                  <a:lnTo>
                    <a:pt x="3836558" y="876739"/>
                  </a:lnTo>
                  <a:lnTo>
                    <a:pt x="3881596" y="864359"/>
                  </a:lnTo>
                  <a:lnTo>
                    <a:pt x="3924585" y="847495"/>
                  </a:lnTo>
                  <a:lnTo>
                    <a:pt x="3965256" y="826420"/>
                  </a:lnTo>
                  <a:lnTo>
                    <a:pt x="4003337" y="801402"/>
                  </a:lnTo>
                  <a:lnTo>
                    <a:pt x="4038558" y="772712"/>
                  </a:lnTo>
                  <a:lnTo>
                    <a:pt x="4070648" y="740622"/>
                  </a:lnTo>
                  <a:lnTo>
                    <a:pt x="4099338" y="705401"/>
                  </a:lnTo>
                  <a:lnTo>
                    <a:pt x="4124356" y="667320"/>
                  </a:lnTo>
                  <a:lnTo>
                    <a:pt x="4145431" y="626649"/>
                  </a:lnTo>
                  <a:lnTo>
                    <a:pt x="4162295" y="583660"/>
                  </a:lnTo>
                  <a:lnTo>
                    <a:pt x="4174675" y="538622"/>
                  </a:lnTo>
                  <a:lnTo>
                    <a:pt x="4182301" y="491806"/>
                  </a:lnTo>
                  <a:lnTo>
                    <a:pt x="4184904" y="443483"/>
                  </a:lnTo>
                  <a:lnTo>
                    <a:pt x="4182301" y="395161"/>
                  </a:lnTo>
                  <a:lnTo>
                    <a:pt x="4174675" y="348345"/>
                  </a:lnTo>
                  <a:lnTo>
                    <a:pt x="4162295" y="303307"/>
                  </a:lnTo>
                  <a:lnTo>
                    <a:pt x="4145431" y="260318"/>
                  </a:lnTo>
                  <a:lnTo>
                    <a:pt x="4124356" y="219647"/>
                  </a:lnTo>
                  <a:lnTo>
                    <a:pt x="4099338" y="181566"/>
                  </a:lnTo>
                  <a:lnTo>
                    <a:pt x="4070648" y="146345"/>
                  </a:lnTo>
                  <a:lnTo>
                    <a:pt x="4038558" y="114255"/>
                  </a:lnTo>
                  <a:lnTo>
                    <a:pt x="4003337" y="85565"/>
                  </a:lnTo>
                  <a:lnTo>
                    <a:pt x="3965256" y="60547"/>
                  </a:lnTo>
                  <a:lnTo>
                    <a:pt x="3924585" y="39472"/>
                  </a:lnTo>
                  <a:lnTo>
                    <a:pt x="3881596" y="22608"/>
                  </a:lnTo>
                  <a:lnTo>
                    <a:pt x="3836558" y="10228"/>
                  </a:lnTo>
                  <a:lnTo>
                    <a:pt x="3789742" y="2602"/>
                  </a:lnTo>
                  <a:lnTo>
                    <a:pt x="3741420" y="0"/>
                  </a:lnTo>
                  <a:close/>
                </a:path>
              </a:pathLst>
            </a:custGeom>
            <a:solidFill>
              <a:srgbClr val="ED7D3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6368" y="5508901"/>
              <a:ext cx="695325" cy="590550"/>
            </a:xfrm>
            <a:custGeom>
              <a:avLst/>
              <a:gdLst/>
              <a:ahLst/>
              <a:cxnLst/>
              <a:rect l="l" t="t" r="r" b="b"/>
              <a:pathLst>
                <a:path w="695325" h="590550">
                  <a:moveTo>
                    <a:pt x="660539" y="486255"/>
                  </a:moveTo>
                  <a:lnTo>
                    <a:pt x="34765" y="486255"/>
                  </a:lnTo>
                  <a:lnTo>
                    <a:pt x="21266" y="483515"/>
                  </a:lnTo>
                  <a:lnTo>
                    <a:pt x="10212" y="476052"/>
                  </a:lnTo>
                  <a:lnTo>
                    <a:pt x="2743" y="465009"/>
                  </a:lnTo>
                  <a:lnTo>
                    <a:pt x="0" y="451523"/>
                  </a:lnTo>
                  <a:lnTo>
                    <a:pt x="0" y="34732"/>
                  </a:lnTo>
                  <a:lnTo>
                    <a:pt x="2743" y="21246"/>
                  </a:lnTo>
                  <a:lnTo>
                    <a:pt x="10212" y="10202"/>
                  </a:lnTo>
                  <a:lnTo>
                    <a:pt x="21266" y="2740"/>
                  </a:lnTo>
                  <a:lnTo>
                    <a:pt x="34765" y="0"/>
                  </a:lnTo>
                  <a:lnTo>
                    <a:pt x="660539" y="0"/>
                  </a:lnTo>
                  <a:lnTo>
                    <a:pt x="674038" y="2740"/>
                  </a:lnTo>
                  <a:lnTo>
                    <a:pt x="685092" y="10202"/>
                  </a:lnTo>
                  <a:lnTo>
                    <a:pt x="692561" y="21246"/>
                  </a:lnTo>
                  <a:lnTo>
                    <a:pt x="695304" y="34732"/>
                  </a:lnTo>
                  <a:lnTo>
                    <a:pt x="695304" y="52098"/>
                  </a:lnTo>
                  <a:lnTo>
                    <a:pt x="52147" y="52098"/>
                  </a:lnTo>
                  <a:lnTo>
                    <a:pt x="52147" y="434156"/>
                  </a:lnTo>
                  <a:lnTo>
                    <a:pt x="695304" y="434156"/>
                  </a:lnTo>
                  <a:lnTo>
                    <a:pt x="695304" y="451523"/>
                  </a:lnTo>
                  <a:lnTo>
                    <a:pt x="692561" y="465009"/>
                  </a:lnTo>
                  <a:lnTo>
                    <a:pt x="685092" y="476052"/>
                  </a:lnTo>
                  <a:lnTo>
                    <a:pt x="674038" y="483515"/>
                  </a:lnTo>
                  <a:lnTo>
                    <a:pt x="660539" y="486255"/>
                  </a:lnTo>
                  <a:close/>
                </a:path>
                <a:path w="695325" h="590550">
                  <a:moveTo>
                    <a:pt x="695304" y="434156"/>
                  </a:moveTo>
                  <a:lnTo>
                    <a:pt x="643156" y="434156"/>
                  </a:lnTo>
                  <a:lnTo>
                    <a:pt x="643156" y="52098"/>
                  </a:lnTo>
                  <a:lnTo>
                    <a:pt x="695304" y="52098"/>
                  </a:lnTo>
                  <a:lnTo>
                    <a:pt x="695304" y="434156"/>
                  </a:lnTo>
                  <a:close/>
                </a:path>
                <a:path w="695325" h="590550">
                  <a:moveTo>
                    <a:pt x="417182" y="538354"/>
                  </a:moveTo>
                  <a:lnTo>
                    <a:pt x="278121" y="538354"/>
                  </a:lnTo>
                  <a:lnTo>
                    <a:pt x="278121" y="486255"/>
                  </a:lnTo>
                  <a:lnTo>
                    <a:pt x="417182" y="486255"/>
                  </a:lnTo>
                  <a:lnTo>
                    <a:pt x="417182" y="538354"/>
                  </a:lnTo>
                  <a:close/>
                </a:path>
                <a:path w="695325" h="590550">
                  <a:moveTo>
                    <a:pt x="504095" y="590453"/>
                  </a:moveTo>
                  <a:lnTo>
                    <a:pt x="191208" y="590453"/>
                  </a:lnTo>
                  <a:lnTo>
                    <a:pt x="191208" y="538354"/>
                  </a:lnTo>
                  <a:lnTo>
                    <a:pt x="504095" y="538354"/>
                  </a:lnTo>
                  <a:lnTo>
                    <a:pt x="504095" y="5904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2876" y="5677450"/>
              <a:ext cx="197612" cy="19784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192538" y="5560999"/>
            <a:ext cx="2367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Web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Server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and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UI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11095" y="4341876"/>
            <a:ext cx="4185285" cy="887094"/>
            <a:chOff x="1911095" y="4341876"/>
            <a:chExt cx="4185285" cy="887094"/>
          </a:xfrm>
        </p:grpSpPr>
        <p:sp>
          <p:nvSpPr>
            <p:cNvPr id="11" name="object 11"/>
            <p:cNvSpPr/>
            <p:nvPr/>
          </p:nvSpPr>
          <p:spPr>
            <a:xfrm>
              <a:off x="1911095" y="4341876"/>
              <a:ext cx="4185285" cy="887094"/>
            </a:xfrm>
            <a:custGeom>
              <a:avLst/>
              <a:gdLst/>
              <a:ahLst/>
              <a:cxnLst/>
              <a:rect l="l" t="t" r="r" b="b"/>
              <a:pathLst>
                <a:path w="4185285" h="887095">
                  <a:moveTo>
                    <a:pt x="3741420" y="0"/>
                  </a:moveTo>
                  <a:lnTo>
                    <a:pt x="443484" y="0"/>
                  </a:lnTo>
                  <a:lnTo>
                    <a:pt x="395161" y="2602"/>
                  </a:lnTo>
                  <a:lnTo>
                    <a:pt x="348345" y="10228"/>
                  </a:lnTo>
                  <a:lnTo>
                    <a:pt x="303307" y="22608"/>
                  </a:lnTo>
                  <a:lnTo>
                    <a:pt x="260318" y="39472"/>
                  </a:lnTo>
                  <a:lnTo>
                    <a:pt x="219647" y="60547"/>
                  </a:lnTo>
                  <a:lnTo>
                    <a:pt x="181566" y="85565"/>
                  </a:lnTo>
                  <a:lnTo>
                    <a:pt x="146345" y="114255"/>
                  </a:lnTo>
                  <a:lnTo>
                    <a:pt x="114255" y="146345"/>
                  </a:lnTo>
                  <a:lnTo>
                    <a:pt x="85565" y="181566"/>
                  </a:lnTo>
                  <a:lnTo>
                    <a:pt x="60547" y="219647"/>
                  </a:lnTo>
                  <a:lnTo>
                    <a:pt x="39472" y="260318"/>
                  </a:lnTo>
                  <a:lnTo>
                    <a:pt x="22608" y="303307"/>
                  </a:lnTo>
                  <a:lnTo>
                    <a:pt x="10228" y="348345"/>
                  </a:lnTo>
                  <a:lnTo>
                    <a:pt x="2602" y="395161"/>
                  </a:lnTo>
                  <a:lnTo>
                    <a:pt x="0" y="443484"/>
                  </a:lnTo>
                  <a:lnTo>
                    <a:pt x="2602" y="491806"/>
                  </a:lnTo>
                  <a:lnTo>
                    <a:pt x="10228" y="538622"/>
                  </a:lnTo>
                  <a:lnTo>
                    <a:pt x="22608" y="583660"/>
                  </a:lnTo>
                  <a:lnTo>
                    <a:pt x="39472" y="626649"/>
                  </a:lnTo>
                  <a:lnTo>
                    <a:pt x="60547" y="667320"/>
                  </a:lnTo>
                  <a:lnTo>
                    <a:pt x="85565" y="705401"/>
                  </a:lnTo>
                  <a:lnTo>
                    <a:pt x="114255" y="740622"/>
                  </a:lnTo>
                  <a:lnTo>
                    <a:pt x="146345" y="772712"/>
                  </a:lnTo>
                  <a:lnTo>
                    <a:pt x="181566" y="801402"/>
                  </a:lnTo>
                  <a:lnTo>
                    <a:pt x="219647" y="826420"/>
                  </a:lnTo>
                  <a:lnTo>
                    <a:pt x="260318" y="847495"/>
                  </a:lnTo>
                  <a:lnTo>
                    <a:pt x="303307" y="864359"/>
                  </a:lnTo>
                  <a:lnTo>
                    <a:pt x="348345" y="876739"/>
                  </a:lnTo>
                  <a:lnTo>
                    <a:pt x="395161" y="884365"/>
                  </a:lnTo>
                  <a:lnTo>
                    <a:pt x="443484" y="886968"/>
                  </a:lnTo>
                  <a:lnTo>
                    <a:pt x="3741420" y="886968"/>
                  </a:lnTo>
                  <a:lnTo>
                    <a:pt x="3789742" y="884365"/>
                  </a:lnTo>
                  <a:lnTo>
                    <a:pt x="3836558" y="876739"/>
                  </a:lnTo>
                  <a:lnTo>
                    <a:pt x="3881596" y="864359"/>
                  </a:lnTo>
                  <a:lnTo>
                    <a:pt x="3924585" y="847495"/>
                  </a:lnTo>
                  <a:lnTo>
                    <a:pt x="3965256" y="826420"/>
                  </a:lnTo>
                  <a:lnTo>
                    <a:pt x="4003337" y="801402"/>
                  </a:lnTo>
                  <a:lnTo>
                    <a:pt x="4038558" y="772712"/>
                  </a:lnTo>
                  <a:lnTo>
                    <a:pt x="4070648" y="740622"/>
                  </a:lnTo>
                  <a:lnTo>
                    <a:pt x="4099338" y="705401"/>
                  </a:lnTo>
                  <a:lnTo>
                    <a:pt x="4124356" y="667320"/>
                  </a:lnTo>
                  <a:lnTo>
                    <a:pt x="4145431" y="626649"/>
                  </a:lnTo>
                  <a:lnTo>
                    <a:pt x="4162295" y="583660"/>
                  </a:lnTo>
                  <a:lnTo>
                    <a:pt x="4174675" y="538622"/>
                  </a:lnTo>
                  <a:lnTo>
                    <a:pt x="4182301" y="491806"/>
                  </a:lnTo>
                  <a:lnTo>
                    <a:pt x="4184904" y="443484"/>
                  </a:lnTo>
                  <a:lnTo>
                    <a:pt x="4182301" y="395161"/>
                  </a:lnTo>
                  <a:lnTo>
                    <a:pt x="4174675" y="348345"/>
                  </a:lnTo>
                  <a:lnTo>
                    <a:pt x="4162295" y="303307"/>
                  </a:lnTo>
                  <a:lnTo>
                    <a:pt x="4145431" y="260318"/>
                  </a:lnTo>
                  <a:lnTo>
                    <a:pt x="4124356" y="219647"/>
                  </a:lnTo>
                  <a:lnTo>
                    <a:pt x="4099338" y="181566"/>
                  </a:lnTo>
                  <a:lnTo>
                    <a:pt x="4070648" y="146345"/>
                  </a:lnTo>
                  <a:lnTo>
                    <a:pt x="4038558" y="114255"/>
                  </a:lnTo>
                  <a:lnTo>
                    <a:pt x="4003337" y="85565"/>
                  </a:lnTo>
                  <a:lnTo>
                    <a:pt x="3965256" y="60547"/>
                  </a:lnTo>
                  <a:lnTo>
                    <a:pt x="3924585" y="39472"/>
                  </a:lnTo>
                  <a:lnTo>
                    <a:pt x="3881596" y="22608"/>
                  </a:lnTo>
                  <a:lnTo>
                    <a:pt x="3836558" y="10228"/>
                  </a:lnTo>
                  <a:lnTo>
                    <a:pt x="3789742" y="2602"/>
                  </a:lnTo>
                  <a:lnTo>
                    <a:pt x="3741420" y="0"/>
                  </a:lnTo>
                  <a:close/>
                </a:path>
              </a:pathLst>
            </a:custGeom>
            <a:solidFill>
              <a:srgbClr val="ED7D3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72931" y="4544720"/>
              <a:ext cx="484505" cy="485775"/>
            </a:xfrm>
            <a:custGeom>
              <a:avLst/>
              <a:gdLst/>
              <a:ahLst/>
              <a:cxnLst/>
              <a:rect l="l" t="t" r="r" b="b"/>
              <a:pathLst>
                <a:path w="484505" h="485775">
                  <a:moveTo>
                    <a:pt x="163817" y="150291"/>
                  </a:moveTo>
                  <a:lnTo>
                    <a:pt x="85471" y="150291"/>
                  </a:lnTo>
                  <a:lnTo>
                    <a:pt x="85471" y="399796"/>
                  </a:lnTo>
                  <a:lnTo>
                    <a:pt x="163817" y="399796"/>
                  </a:lnTo>
                  <a:lnTo>
                    <a:pt x="163817" y="150291"/>
                  </a:lnTo>
                  <a:close/>
                </a:path>
                <a:path w="484505" h="485775">
                  <a:moveTo>
                    <a:pt x="270662" y="596"/>
                  </a:moveTo>
                  <a:lnTo>
                    <a:pt x="192303" y="596"/>
                  </a:lnTo>
                  <a:lnTo>
                    <a:pt x="192303" y="399796"/>
                  </a:lnTo>
                  <a:lnTo>
                    <a:pt x="270662" y="399796"/>
                  </a:lnTo>
                  <a:lnTo>
                    <a:pt x="270662" y="596"/>
                  </a:lnTo>
                  <a:close/>
                </a:path>
                <a:path w="484505" h="485775">
                  <a:moveTo>
                    <a:pt x="377494" y="150291"/>
                  </a:moveTo>
                  <a:lnTo>
                    <a:pt x="299135" y="150291"/>
                  </a:lnTo>
                  <a:lnTo>
                    <a:pt x="299135" y="399796"/>
                  </a:lnTo>
                  <a:lnTo>
                    <a:pt x="377494" y="399796"/>
                  </a:lnTo>
                  <a:lnTo>
                    <a:pt x="377494" y="150291"/>
                  </a:lnTo>
                  <a:close/>
                </a:path>
                <a:path w="484505" h="485775">
                  <a:moveTo>
                    <a:pt x="484327" y="442150"/>
                  </a:moveTo>
                  <a:lnTo>
                    <a:pt x="42735" y="442150"/>
                  </a:lnTo>
                  <a:lnTo>
                    <a:pt x="42735" y="0"/>
                  </a:lnTo>
                  <a:lnTo>
                    <a:pt x="0" y="0"/>
                  </a:lnTo>
                  <a:lnTo>
                    <a:pt x="0" y="442150"/>
                  </a:lnTo>
                  <a:lnTo>
                    <a:pt x="0" y="485343"/>
                  </a:lnTo>
                  <a:lnTo>
                    <a:pt x="484327" y="485343"/>
                  </a:lnTo>
                  <a:lnTo>
                    <a:pt x="484327" y="442150"/>
                  </a:lnTo>
                  <a:close/>
                </a:path>
                <a:path w="484505" h="485775">
                  <a:moveTo>
                    <a:pt x="484327" y="271487"/>
                  </a:moveTo>
                  <a:lnTo>
                    <a:pt x="405980" y="271487"/>
                  </a:lnTo>
                  <a:lnTo>
                    <a:pt x="405980" y="399796"/>
                  </a:lnTo>
                  <a:lnTo>
                    <a:pt x="484327" y="399796"/>
                  </a:lnTo>
                  <a:lnTo>
                    <a:pt x="484327" y="2714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92538" y="4552086"/>
            <a:ext cx="2298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visualization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11095" y="3339084"/>
            <a:ext cx="4185285" cy="887094"/>
            <a:chOff x="1911095" y="3339084"/>
            <a:chExt cx="4185285" cy="887094"/>
          </a:xfrm>
        </p:grpSpPr>
        <p:sp>
          <p:nvSpPr>
            <p:cNvPr id="15" name="object 15"/>
            <p:cNvSpPr/>
            <p:nvPr/>
          </p:nvSpPr>
          <p:spPr>
            <a:xfrm>
              <a:off x="1911095" y="3339084"/>
              <a:ext cx="4185285" cy="887094"/>
            </a:xfrm>
            <a:custGeom>
              <a:avLst/>
              <a:gdLst/>
              <a:ahLst/>
              <a:cxnLst/>
              <a:rect l="l" t="t" r="r" b="b"/>
              <a:pathLst>
                <a:path w="4185285" h="887095">
                  <a:moveTo>
                    <a:pt x="3741420" y="0"/>
                  </a:moveTo>
                  <a:lnTo>
                    <a:pt x="443484" y="0"/>
                  </a:lnTo>
                  <a:lnTo>
                    <a:pt x="395161" y="2602"/>
                  </a:lnTo>
                  <a:lnTo>
                    <a:pt x="348345" y="10228"/>
                  </a:lnTo>
                  <a:lnTo>
                    <a:pt x="303307" y="22608"/>
                  </a:lnTo>
                  <a:lnTo>
                    <a:pt x="260318" y="39472"/>
                  </a:lnTo>
                  <a:lnTo>
                    <a:pt x="219647" y="60547"/>
                  </a:lnTo>
                  <a:lnTo>
                    <a:pt x="181566" y="85565"/>
                  </a:lnTo>
                  <a:lnTo>
                    <a:pt x="146345" y="114255"/>
                  </a:lnTo>
                  <a:lnTo>
                    <a:pt x="114255" y="146345"/>
                  </a:lnTo>
                  <a:lnTo>
                    <a:pt x="85565" y="181566"/>
                  </a:lnTo>
                  <a:lnTo>
                    <a:pt x="60547" y="219647"/>
                  </a:lnTo>
                  <a:lnTo>
                    <a:pt x="39472" y="260318"/>
                  </a:lnTo>
                  <a:lnTo>
                    <a:pt x="22608" y="303307"/>
                  </a:lnTo>
                  <a:lnTo>
                    <a:pt x="10228" y="348345"/>
                  </a:lnTo>
                  <a:lnTo>
                    <a:pt x="2602" y="395161"/>
                  </a:lnTo>
                  <a:lnTo>
                    <a:pt x="0" y="443483"/>
                  </a:lnTo>
                  <a:lnTo>
                    <a:pt x="2602" y="491806"/>
                  </a:lnTo>
                  <a:lnTo>
                    <a:pt x="10228" y="538622"/>
                  </a:lnTo>
                  <a:lnTo>
                    <a:pt x="22608" y="583660"/>
                  </a:lnTo>
                  <a:lnTo>
                    <a:pt x="39472" y="626649"/>
                  </a:lnTo>
                  <a:lnTo>
                    <a:pt x="60547" y="667320"/>
                  </a:lnTo>
                  <a:lnTo>
                    <a:pt x="85565" y="705401"/>
                  </a:lnTo>
                  <a:lnTo>
                    <a:pt x="114255" y="740622"/>
                  </a:lnTo>
                  <a:lnTo>
                    <a:pt x="146345" y="772712"/>
                  </a:lnTo>
                  <a:lnTo>
                    <a:pt x="181566" y="801402"/>
                  </a:lnTo>
                  <a:lnTo>
                    <a:pt x="219647" y="826420"/>
                  </a:lnTo>
                  <a:lnTo>
                    <a:pt x="260318" y="847495"/>
                  </a:lnTo>
                  <a:lnTo>
                    <a:pt x="303307" y="864359"/>
                  </a:lnTo>
                  <a:lnTo>
                    <a:pt x="348345" y="876739"/>
                  </a:lnTo>
                  <a:lnTo>
                    <a:pt x="395161" y="884365"/>
                  </a:lnTo>
                  <a:lnTo>
                    <a:pt x="443484" y="886967"/>
                  </a:lnTo>
                  <a:lnTo>
                    <a:pt x="3741420" y="886967"/>
                  </a:lnTo>
                  <a:lnTo>
                    <a:pt x="3789742" y="884365"/>
                  </a:lnTo>
                  <a:lnTo>
                    <a:pt x="3836558" y="876739"/>
                  </a:lnTo>
                  <a:lnTo>
                    <a:pt x="3881596" y="864359"/>
                  </a:lnTo>
                  <a:lnTo>
                    <a:pt x="3924585" y="847495"/>
                  </a:lnTo>
                  <a:lnTo>
                    <a:pt x="3965256" y="826420"/>
                  </a:lnTo>
                  <a:lnTo>
                    <a:pt x="4003337" y="801402"/>
                  </a:lnTo>
                  <a:lnTo>
                    <a:pt x="4038558" y="772712"/>
                  </a:lnTo>
                  <a:lnTo>
                    <a:pt x="4070648" y="740622"/>
                  </a:lnTo>
                  <a:lnTo>
                    <a:pt x="4099338" y="705401"/>
                  </a:lnTo>
                  <a:lnTo>
                    <a:pt x="4124356" y="667320"/>
                  </a:lnTo>
                  <a:lnTo>
                    <a:pt x="4145431" y="626649"/>
                  </a:lnTo>
                  <a:lnTo>
                    <a:pt x="4162295" y="583660"/>
                  </a:lnTo>
                  <a:lnTo>
                    <a:pt x="4174675" y="538622"/>
                  </a:lnTo>
                  <a:lnTo>
                    <a:pt x="4182301" y="491806"/>
                  </a:lnTo>
                  <a:lnTo>
                    <a:pt x="4184904" y="443483"/>
                  </a:lnTo>
                  <a:lnTo>
                    <a:pt x="4182301" y="395161"/>
                  </a:lnTo>
                  <a:lnTo>
                    <a:pt x="4174675" y="348345"/>
                  </a:lnTo>
                  <a:lnTo>
                    <a:pt x="4162295" y="303307"/>
                  </a:lnTo>
                  <a:lnTo>
                    <a:pt x="4145431" y="260318"/>
                  </a:lnTo>
                  <a:lnTo>
                    <a:pt x="4124356" y="219647"/>
                  </a:lnTo>
                  <a:lnTo>
                    <a:pt x="4099338" y="181566"/>
                  </a:lnTo>
                  <a:lnTo>
                    <a:pt x="4070648" y="146345"/>
                  </a:lnTo>
                  <a:lnTo>
                    <a:pt x="4038558" y="114255"/>
                  </a:lnTo>
                  <a:lnTo>
                    <a:pt x="4003337" y="85565"/>
                  </a:lnTo>
                  <a:lnTo>
                    <a:pt x="3965256" y="60547"/>
                  </a:lnTo>
                  <a:lnTo>
                    <a:pt x="3924585" y="39472"/>
                  </a:lnTo>
                  <a:lnTo>
                    <a:pt x="3881596" y="22608"/>
                  </a:lnTo>
                  <a:lnTo>
                    <a:pt x="3836558" y="10228"/>
                  </a:lnTo>
                  <a:lnTo>
                    <a:pt x="3789742" y="2602"/>
                  </a:lnTo>
                  <a:lnTo>
                    <a:pt x="3741420" y="0"/>
                  </a:lnTo>
                  <a:close/>
                </a:path>
              </a:pathLst>
            </a:custGeom>
            <a:solidFill>
              <a:srgbClr val="ED7D3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59965" y="3516033"/>
              <a:ext cx="478155" cy="494665"/>
            </a:xfrm>
            <a:custGeom>
              <a:avLst/>
              <a:gdLst/>
              <a:ahLst/>
              <a:cxnLst/>
              <a:rect l="l" t="t" r="r" b="b"/>
              <a:pathLst>
                <a:path w="478155" h="494664">
                  <a:moveTo>
                    <a:pt x="396709" y="216306"/>
                  </a:moveTo>
                  <a:lnTo>
                    <a:pt x="300418" y="216306"/>
                  </a:lnTo>
                  <a:lnTo>
                    <a:pt x="300418" y="0"/>
                  </a:lnTo>
                  <a:lnTo>
                    <a:pt x="177177" y="0"/>
                  </a:lnTo>
                  <a:lnTo>
                    <a:pt x="177177" y="216306"/>
                  </a:lnTo>
                  <a:lnTo>
                    <a:pt x="80886" y="216306"/>
                  </a:lnTo>
                  <a:lnTo>
                    <a:pt x="238798" y="401713"/>
                  </a:lnTo>
                  <a:lnTo>
                    <a:pt x="396709" y="216306"/>
                  </a:lnTo>
                  <a:close/>
                </a:path>
                <a:path w="478155" h="494664">
                  <a:moveTo>
                    <a:pt x="477583" y="308737"/>
                  </a:moveTo>
                  <a:lnTo>
                    <a:pt x="431380" y="308737"/>
                  </a:lnTo>
                  <a:lnTo>
                    <a:pt x="431380" y="448640"/>
                  </a:lnTo>
                  <a:lnTo>
                    <a:pt x="46215" y="448640"/>
                  </a:lnTo>
                  <a:lnTo>
                    <a:pt x="46215" y="308737"/>
                  </a:lnTo>
                  <a:lnTo>
                    <a:pt x="0" y="308737"/>
                  </a:lnTo>
                  <a:lnTo>
                    <a:pt x="0" y="448640"/>
                  </a:lnTo>
                  <a:lnTo>
                    <a:pt x="0" y="494423"/>
                  </a:lnTo>
                  <a:lnTo>
                    <a:pt x="477583" y="494423"/>
                  </a:lnTo>
                  <a:lnTo>
                    <a:pt x="477583" y="448640"/>
                  </a:lnTo>
                  <a:lnTo>
                    <a:pt x="477583" y="308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92538" y="3564667"/>
            <a:ext cx="16694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storage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00746" y="2322766"/>
            <a:ext cx="4695825" cy="3922395"/>
            <a:chOff x="1400746" y="2322766"/>
            <a:chExt cx="4695825" cy="3922395"/>
          </a:xfrm>
        </p:grpSpPr>
        <p:sp>
          <p:nvSpPr>
            <p:cNvPr id="19" name="object 19"/>
            <p:cNvSpPr/>
            <p:nvPr/>
          </p:nvSpPr>
          <p:spPr>
            <a:xfrm>
              <a:off x="1415033" y="2337054"/>
              <a:ext cx="513715" cy="3893820"/>
            </a:xfrm>
            <a:custGeom>
              <a:avLst/>
              <a:gdLst/>
              <a:ahLst/>
              <a:cxnLst/>
              <a:rect l="l" t="t" r="r" b="b"/>
              <a:pathLst>
                <a:path w="513714" h="3893820">
                  <a:moveTo>
                    <a:pt x="513588" y="3893820"/>
                  </a:moveTo>
                  <a:lnTo>
                    <a:pt x="464791" y="3880841"/>
                  </a:lnTo>
                  <a:lnTo>
                    <a:pt x="419086" y="3843512"/>
                  </a:lnTo>
                  <a:lnTo>
                    <a:pt x="377332" y="3784248"/>
                  </a:lnTo>
                  <a:lnTo>
                    <a:pt x="358206" y="3747144"/>
                  </a:lnTo>
                  <a:lnTo>
                    <a:pt x="340390" y="3705461"/>
                  </a:lnTo>
                  <a:lnTo>
                    <a:pt x="323993" y="3659500"/>
                  </a:lnTo>
                  <a:lnTo>
                    <a:pt x="309122" y="3609564"/>
                  </a:lnTo>
                  <a:lnTo>
                    <a:pt x="295885" y="3555953"/>
                  </a:lnTo>
                  <a:lnTo>
                    <a:pt x="284389" y="3498970"/>
                  </a:lnTo>
                  <a:lnTo>
                    <a:pt x="274741" y="3438915"/>
                  </a:lnTo>
                  <a:lnTo>
                    <a:pt x="267051" y="3376092"/>
                  </a:lnTo>
                  <a:lnTo>
                    <a:pt x="261424" y="3310801"/>
                  </a:lnTo>
                  <a:lnTo>
                    <a:pt x="257969" y="3243343"/>
                  </a:lnTo>
                  <a:lnTo>
                    <a:pt x="256794" y="3174022"/>
                  </a:lnTo>
                  <a:lnTo>
                    <a:pt x="256794" y="2657170"/>
                  </a:lnTo>
                  <a:lnTo>
                    <a:pt x="255618" y="2587848"/>
                  </a:lnTo>
                  <a:lnTo>
                    <a:pt x="252163" y="2520391"/>
                  </a:lnTo>
                  <a:lnTo>
                    <a:pt x="246536" y="2455100"/>
                  </a:lnTo>
                  <a:lnTo>
                    <a:pt x="238846" y="2392276"/>
                  </a:lnTo>
                  <a:lnTo>
                    <a:pt x="229198" y="2332222"/>
                  </a:lnTo>
                  <a:lnTo>
                    <a:pt x="217702" y="2275238"/>
                  </a:lnTo>
                  <a:lnTo>
                    <a:pt x="204465" y="2221628"/>
                  </a:lnTo>
                  <a:lnTo>
                    <a:pt x="189594" y="2171691"/>
                  </a:lnTo>
                  <a:lnTo>
                    <a:pt x="173197" y="2125730"/>
                  </a:lnTo>
                  <a:lnTo>
                    <a:pt x="155381" y="2084047"/>
                  </a:lnTo>
                  <a:lnTo>
                    <a:pt x="136255" y="2046943"/>
                  </a:lnTo>
                  <a:lnTo>
                    <a:pt x="115926" y="2014720"/>
                  </a:lnTo>
                  <a:lnTo>
                    <a:pt x="72089" y="1966122"/>
                  </a:lnTo>
                  <a:lnTo>
                    <a:pt x="24730" y="1940667"/>
                  </a:lnTo>
                  <a:lnTo>
                    <a:pt x="0" y="1937372"/>
                  </a:lnTo>
                  <a:lnTo>
                    <a:pt x="24730" y="1934077"/>
                  </a:lnTo>
                  <a:lnTo>
                    <a:pt x="72089" y="1908622"/>
                  </a:lnTo>
                  <a:lnTo>
                    <a:pt x="115926" y="1860024"/>
                  </a:lnTo>
                  <a:lnTo>
                    <a:pt x="136255" y="1827800"/>
                  </a:lnTo>
                  <a:lnTo>
                    <a:pt x="155381" y="1790696"/>
                  </a:lnTo>
                  <a:lnTo>
                    <a:pt x="173197" y="1749013"/>
                  </a:lnTo>
                  <a:lnTo>
                    <a:pt x="189594" y="1703052"/>
                  </a:lnTo>
                  <a:lnTo>
                    <a:pt x="204465" y="1653116"/>
                  </a:lnTo>
                  <a:lnTo>
                    <a:pt x="217702" y="1599505"/>
                  </a:lnTo>
                  <a:lnTo>
                    <a:pt x="229198" y="1542522"/>
                  </a:lnTo>
                  <a:lnTo>
                    <a:pt x="238846" y="1482468"/>
                  </a:lnTo>
                  <a:lnTo>
                    <a:pt x="246536" y="1419644"/>
                  </a:lnTo>
                  <a:lnTo>
                    <a:pt x="252163" y="1354353"/>
                  </a:lnTo>
                  <a:lnTo>
                    <a:pt x="255618" y="1286896"/>
                  </a:lnTo>
                  <a:lnTo>
                    <a:pt x="256794" y="1217574"/>
                  </a:lnTo>
                  <a:lnTo>
                    <a:pt x="256794" y="719797"/>
                  </a:lnTo>
                  <a:lnTo>
                    <a:pt x="257969" y="650476"/>
                  </a:lnTo>
                  <a:lnTo>
                    <a:pt x="261424" y="583018"/>
                  </a:lnTo>
                  <a:lnTo>
                    <a:pt x="267051" y="517727"/>
                  </a:lnTo>
                  <a:lnTo>
                    <a:pt x="274741" y="454904"/>
                  </a:lnTo>
                  <a:lnTo>
                    <a:pt x="284389" y="394849"/>
                  </a:lnTo>
                  <a:lnTo>
                    <a:pt x="295885" y="337866"/>
                  </a:lnTo>
                  <a:lnTo>
                    <a:pt x="309122" y="284255"/>
                  </a:lnTo>
                  <a:lnTo>
                    <a:pt x="323993" y="234319"/>
                  </a:lnTo>
                  <a:lnTo>
                    <a:pt x="340390" y="188358"/>
                  </a:lnTo>
                  <a:lnTo>
                    <a:pt x="358206" y="146675"/>
                  </a:lnTo>
                  <a:lnTo>
                    <a:pt x="377332" y="109571"/>
                  </a:lnTo>
                  <a:lnTo>
                    <a:pt x="397661" y="77348"/>
                  </a:lnTo>
                  <a:lnTo>
                    <a:pt x="441498" y="28750"/>
                  </a:lnTo>
                  <a:lnTo>
                    <a:pt x="488857" y="3295"/>
                  </a:lnTo>
                  <a:lnTo>
                    <a:pt x="51358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11095" y="2336292"/>
              <a:ext cx="4185285" cy="887094"/>
            </a:xfrm>
            <a:custGeom>
              <a:avLst/>
              <a:gdLst/>
              <a:ahLst/>
              <a:cxnLst/>
              <a:rect l="l" t="t" r="r" b="b"/>
              <a:pathLst>
                <a:path w="4185285" h="887094">
                  <a:moveTo>
                    <a:pt x="3741420" y="0"/>
                  </a:moveTo>
                  <a:lnTo>
                    <a:pt x="443484" y="0"/>
                  </a:lnTo>
                  <a:lnTo>
                    <a:pt x="395161" y="2602"/>
                  </a:lnTo>
                  <a:lnTo>
                    <a:pt x="348345" y="10228"/>
                  </a:lnTo>
                  <a:lnTo>
                    <a:pt x="303307" y="22608"/>
                  </a:lnTo>
                  <a:lnTo>
                    <a:pt x="260318" y="39472"/>
                  </a:lnTo>
                  <a:lnTo>
                    <a:pt x="219647" y="60547"/>
                  </a:lnTo>
                  <a:lnTo>
                    <a:pt x="181566" y="85565"/>
                  </a:lnTo>
                  <a:lnTo>
                    <a:pt x="146345" y="114255"/>
                  </a:lnTo>
                  <a:lnTo>
                    <a:pt x="114255" y="146345"/>
                  </a:lnTo>
                  <a:lnTo>
                    <a:pt x="85565" y="181566"/>
                  </a:lnTo>
                  <a:lnTo>
                    <a:pt x="60547" y="219647"/>
                  </a:lnTo>
                  <a:lnTo>
                    <a:pt x="39472" y="260318"/>
                  </a:lnTo>
                  <a:lnTo>
                    <a:pt x="22608" y="303307"/>
                  </a:lnTo>
                  <a:lnTo>
                    <a:pt x="10228" y="348345"/>
                  </a:lnTo>
                  <a:lnTo>
                    <a:pt x="2602" y="395161"/>
                  </a:lnTo>
                  <a:lnTo>
                    <a:pt x="0" y="443484"/>
                  </a:lnTo>
                  <a:lnTo>
                    <a:pt x="2602" y="491806"/>
                  </a:lnTo>
                  <a:lnTo>
                    <a:pt x="10228" y="538622"/>
                  </a:lnTo>
                  <a:lnTo>
                    <a:pt x="22608" y="583660"/>
                  </a:lnTo>
                  <a:lnTo>
                    <a:pt x="39472" y="626649"/>
                  </a:lnTo>
                  <a:lnTo>
                    <a:pt x="60547" y="667320"/>
                  </a:lnTo>
                  <a:lnTo>
                    <a:pt x="85565" y="705401"/>
                  </a:lnTo>
                  <a:lnTo>
                    <a:pt x="114255" y="740622"/>
                  </a:lnTo>
                  <a:lnTo>
                    <a:pt x="146345" y="772712"/>
                  </a:lnTo>
                  <a:lnTo>
                    <a:pt x="181566" y="801402"/>
                  </a:lnTo>
                  <a:lnTo>
                    <a:pt x="219647" y="826420"/>
                  </a:lnTo>
                  <a:lnTo>
                    <a:pt x="260318" y="847495"/>
                  </a:lnTo>
                  <a:lnTo>
                    <a:pt x="303307" y="864359"/>
                  </a:lnTo>
                  <a:lnTo>
                    <a:pt x="348345" y="876739"/>
                  </a:lnTo>
                  <a:lnTo>
                    <a:pt x="395161" y="884365"/>
                  </a:lnTo>
                  <a:lnTo>
                    <a:pt x="443484" y="886968"/>
                  </a:lnTo>
                  <a:lnTo>
                    <a:pt x="3741420" y="886968"/>
                  </a:lnTo>
                  <a:lnTo>
                    <a:pt x="3789742" y="884365"/>
                  </a:lnTo>
                  <a:lnTo>
                    <a:pt x="3836558" y="876739"/>
                  </a:lnTo>
                  <a:lnTo>
                    <a:pt x="3881596" y="864359"/>
                  </a:lnTo>
                  <a:lnTo>
                    <a:pt x="3924585" y="847495"/>
                  </a:lnTo>
                  <a:lnTo>
                    <a:pt x="3965256" y="826420"/>
                  </a:lnTo>
                  <a:lnTo>
                    <a:pt x="4003337" y="801402"/>
                  </a:lnTo>
                  <a:lnTo>
                    <a:pt x="4038558" y="772712"/>
                  </a:lnTo>
                  <a:lnTo>
                    <a:pt x="4070648" y="740622"/>
                  </a:lnTo>
                  <a:lnTo>
                    <a:pt x="4099338" y="705401"/>
                  </a:lnTo>
                  <a:lnTo>
                    <a:pt x="4124356" y="667320"/>
                  </a:lnTo>
                  <a:lnTo>
                    <a:pt x="4145431" y="626649"/>
                  </a:lnTo>
                  <a:lnTo>
                    <a:pt x="4162295" y="583660"/>
                  </a:lnTo>
                  <a:lnTo>
                    <a:pt x="4174675" y="538622"/>
                  </a:lnTo>
                  <a:lnTo>
                    <a:pt x="4182301" y="491806"/>
                  </a:lnTo>
                  <a:lnTo>
                    <a:pt x="4184904" y="443484"/>
                  </a:lnTo>
                  <a:lnTo>
                    <a:pt x="4182301" y="395161"/>
                  </a:lnTo>
                  <a:lnTo>
                    <a:pt x="4174675" y="348345"/>
                  </a:lnTo>
                  <a:lnTo>
                    <a:pt x="4162295" y="303307"/>
                  </a:lnTo>
                  <a:lnTo>
                    <a:pt x="4145431" y="260318"/>
                  </a:lnTo>
                  <a:lnTo>
                    <a:pt x="4124356" y="219647"/>
                  </a:lnTo>
                  <a:lnTo>
                    <a:pt x="4099338" y="181566"/>
                  </a:lnTo>
                  <a:lnTo>
                    <a:pt x="4070648" y="146345"/>
                  </a:lnTo>
                  <a:lnTo>
                    <a:pt x="4038558" y="114255"/>
                  </a:lnTo>
                  <a:lnTo>
                    <a:pt x="4003337" y="85565"/>
                  </a:lnTo>
                  <a:lnTo>
                    <a:pt x="3965256" y="60547"/>
                  </a:lnTo>
                  <a:lnTo>
                    <a:pt x="3924585" y="39472"/>
                  </a:lnTo>
                  <a:lnTo>
                    <a:pt x="3881596" y="22608"/>
                  </a:lnTo>
                  <a:lnTo>
                    <a:pt x="3836558" y="10228"/>
                  </a:lnTo>
                  <a:lnTo>
                    <a:pt x="3789742" y="2602"/>
                  </a:lnTo>
                  <a:lnTo>
                    <a:pt x="3741420" y="0"/>
                  </a:lnTo>
                  <a:close/>
                </a:path>
              </a:pathLst>
            </a:custGeom>
            <a:solidFill>
              <a:srgbClr val="ED7D3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495288" y="2336293"/>
            <a:ext cx="5171440" cy="887094"/>
            <a:chOff x="6495288" y="2336293"/>
            <a:chExt cx="5171440" cy="887094"/>
          </a:xfrm>
        </p:grpSpPr>
        <p:sp>
          <p:nvSpPr>
            <p:cNvPr id="22" name="object 22"/>
            <p:cNvSpPr/>
            <p:nvPr/>
          </p:nvSpPr>
          <p:spPr>
            <a:xfrm>
              <a:off x="6495288" y="2336293"/>
              <a:ext cx="5171440" cy="887094"/>
            </a:xfrm>
            <a:custGeom>
              <a:avLst/>
              <a:gdLst/>
              <a:ahLst/>
              <a:cxnLst/>
              <a:rect l="l" t="t" r="r" b="b"/>
              <a:pathLst>
                <a:path w="5171440" h="887094">
                  <a:moveTo>
                    <a:pt x="4822685" y="0"/>
                  </a:moveTo>
                  <a:lnTo>
                    <a:pt x="348246" y="0"/>
                  </a:lnTo>
                  <a:lnTo>
                    <a:pt x="300992" y="3179"/>
                  </a:lnTo>
                  <a:lnTo>
                    <a:pt x="255669" y="12439"/>
                  </a:lnTo>
                  <a:lnTo>
                    <a:pt x="212694" y="27367"/>
                  </a:lnTo>
                  <a:lnTo>
                    <a:pt x="172481" y="47546"/>
                  </a:lnTo>
                  <a:lnTo>
                    <a:pt x="135444" y="72562"/>
                  </a:lnTo>
                  <a:lnTo>
                    <a:pt x="102000" y="102000"/>
                  </a:lnTo>
                  <a:lnTo>
                    <a:pt x="72562" y="135444"/>
                  </a:lnTo>
                  <a:lnTo>
                    <a:pt x="47546" y="172481"/>
                  </a:lnTo>
                  <a:lnTo>
                    <a:pt x="27367" y="212694"/>
                  </a:lnTo>
                  <a:lnTo>
                    <a:pt x="12439" y="255669"/>
                  </a:lnTo>
                  <a:lnTo>
                    <a:pt x="3179" y="300992"/>
                  </a:lnTo>
                  <a:lnTo>
                    <a:pt x="0" y="348246"/>
                  </a:lnTo>
                  <a:lnTo>
                    <a:pt x="0" y="538721"/>
                  </a:lnTo>
                  <a:lnTo>
                    <a:pt x="3179" y="585975"/>
                  </a:lnTo>
                  <a:lnTo>
                    <a:pt x="12439" y="631298"/>
                  </a:lnTo>
                  <a:lnTo>
                    <a:pt x="27367" y="674273"/>
                  </a:lnTo>
                  <a:lnTo>
                    <a:pt x="47546" y="714486"/>
                  </a:lnTo>
                  <a:lnTo>
                    <a:pt x="72562" y="751523"/>
                  </a:lnTo>
                  <a:lnTo>
                    <a:pt x="102000" y="784967"/>
                  </a:lnTo>
                  <a:lnTo>
                    <a:pt x="135444" y="814405"/>
                  </a:lnTo>
                  <a:lnTo>
                    <a:pt x="172481" y="839421"/>
                  </a:lnTo>
                  <a:lnTo>
                    <a:pt x="212694" y="859600"/>
                  </a:lnTo>
                  <a:lnTo>
                    <a:pt x="255669" y="874528"/>
                  </a:lnTo>
                  <a:lnTo>
                    <a:pt x="300992" y="883788"/>
                  </a:lnTo>
                  <a:lnTo>
                    <a:pt x="348246" y="886967"/>
                  </a:lnTo>
                  <a:lnTo>
                    <a:pt x="4822685" y="886967"/>
                  </a:lnTo>
                  <a:lnTo>
                    <a:pt x="4869939" y="883788"/>
                  </a:lnTo>
                  <a:lnTo>
                    <a:pt x="4915262" y="874528"/>
                  </a:lnTo>
                  <a:lnTo>
                    <a:pt x="4958237" y="859600"/>
                  </a:lnTo>
                  <a:lnTo>
                    <a:pt x="4998450" y="839421"/>
                  </a:lnTo>
                  <a:lnTo>
                    <a:pt x="5035487" y="814405"/>
                  </a:lnTo>
                  <a:lnTo>
                    <a:pt x="5068931" y="784967"/>
                  </a:lnTo>
                  <a:lnTo>
                    <a:pt x="5098369" y="751523"/>
                  </a:lnTo>
                  <a:lnTo>
                    <a:pt x="5123385" y="714486"/>
                  </a:lnTo>
                  <a:lnTo>
                    <a:pt x="5143564" y="674273"/>
                  </a:lnTo>
                  <a:lnTo>
                    <a:pt x="5158492" y="631298"/>
                  </a:lnTo>
                  <a:lnTo>
                    <a:pt x="5167752" y="585975"/>
                  </a:lnTo>
                  <a:lnTo>
                    <a:pt x="5170932" y="538721"/>
                  </a:lnTo>
                  <a:lnTo>
                    <a:pt x="5170932" y="348246"/>
                  </a:lnTo>
                  <a:lnTo>
                    <a:pt x="5167752" y="300992"/>
                  </a:lnTo>
                  <a:lnTo>
                    <a:pt x="5158492" y="255669"/>
                  </a:lnTo>
                  <a:lnTo>
                    <a:pt x="5143564" y="212694"/>
                  </a:lnTo>
                  <a:lnTo>
                    <a:pt x="5123385" y="172481"/>
                  </a:lnTo>
                  <a:lnTo>
                    <a:pt x="5098369" y="135444"/>
                  </a:lnTo>
                  <a:lnTo>
                    <a:pt x="5068931" y="102000"/>
                  </a:lnTo>
                  <a:lnTo>
                    <a:pt x="5035487" y="72562"/>
                  </a:lnTo>
                  <a:lnTo>
                    <a:pt x="4998450" y="47546"/>
                  </a:lnTo>
                  <a:lnTo>
                    <a:pt x="4958237" y="27367"/>
                  </a:lnTo>
                  <a:lnTo>
                    <a:pt x="4915262" y="12439"/>
                  </a:lnTo>
                  <a:lnTo>
                    <a:pt x="4869939" y="3179"/>
                  </a:lnTo>
                  <a:lnTo>
                    <a:pt x="4822685" y="0"/>
                  </a:lnTo>
                  <a:close/>
                </a:path>
              </a:pathLst>
            </a:custGeom>
            <a:solidFill>
              <a:srgbClr val="B4C7E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1632" y="2491740"/>
              <a:ext cx="1007363" cy="5669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952112" y="2482214"/>
              <a:ext cx="1026794" cy="586105"/>
            </a:xfrm>
            <a:custGeom>
              <a:avLst/>
              <a:gdLst/>
              <a:ahLst/>
              <a:cxnLst/>
              <a:rect l="l" t="t" r="r" b="b"/>
              <a:pathLst>
                <a:path w="1026795" h="586105">
                  <a:moveTo>
                    <a:pt x="103530" y="0"/>
                  </a:moveTo>
                  <a:lnTo>
                    <a:pt x="922870" y="0"/>
                  </a:lnTo>
                  <a:lnTo>
                    <a:pt x="943343" y="2070"/>
                  </a:lnTo>
                  <a:lnTo>
                    <a:pt x="980579" y="17729"/>
                  </a:lnTo>
                  <a:lnTo>
                    <a:pt x="1008672" y="45834"/>
                  </a:lnTo>
                  <a:lnTo>
                    <a:pt x="1024343" y="83058"/>
                  </a:lnTo>
                  <a:lnTo>
                    <a:pt x="1026414" y="103530"/>
                  </a:lnTo>
                  <a:lnTo>
                    <a:pt x="1026414" y="482447"/>
                  </a:lnTo>
                  <a:lnTo>
                    <a:pt x="1018273" y="522465"/>
                  </a:lnTo>
                  <a:lnTo>
                    <a:pt x="995972" y="555548"/>
                  </a:lnTo>
                  <a:lnTo>
                    <a:pt x="962888" y="577850"/>
                  </a:lnTo>
                  <a:lnTo>
                    <a:pt x="922870" y="585978"/>
                  </a:lnTo>
                  <a:lnTo>
                    <a:pt x="103530" y="585978"/>
                  </a:lnTo>
                  <a:lnTo>
                    <a:pt x="63512" y="577850"/>
                  </a:lnTo>
                  <a:lnTo>
                    <a:pt x="30429" y="555548"/>
                  </a:lnTo>
                  <a:lnTo>
                    <a:pt x="8128" y="522465"/>
                  </a:lnTo>
                  <a:lnTo>
                    <a:pt x="0" y="482447"/>
                  </a:lnTo>
                  <a:lnTo>
                    <a:pt x="0" y="103530"/>
                  </a:lnTo>
                  <a:lnTo>
                    <a:pt x="8128" y="63512"/>
                  </a:lnTo>
                  <a:lnTo>
                    <a:pt x="30429" y="30429"/>
                  </a:lnTo>
                  <a:lnTo>
                    <a:pt x="63512" y="8128"/>
                  </a:lnTo>
                  <a:lnTo>
                    <a:pt x="10353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530340" y="3339089"/>
            <a:ext cx="5171440" cy="887094"/>
            <a:chOff x="6530340" y="3339089"/>
            <a:chExt cx="5171440" cy="887094"/>
          </a:xfrm>
        </p:grpSpPr>
        <p:sp>
          <p:nvSpPr>
            <p:cNvPr id="26" name="object 26"/>
            <p:cNvSpPr/>
            <p:nvPr/>
          </p:nvSpPr>
          <p:spPr>
            <a:xfrm>
              <a:off x="6530340" y="3339089"/>
              <a:ext cx="5171440" cy="887094"/>
            </a:xfrm>
            <a:custGeom>
              <a:avLst/>
              <a:gdLst/>
              <a:ahLst/>
              <a:cxnLst/>
              <a:rect l="l" t="t" r="r" b="b"/>
              <a:pathLst>
                <a:path w="5171440" h="887095">
                  <a:moveTo>
                    <a:pt x="4813160" y="0"/>
                  </a:moveTo>
                  <a:lnTo>
                    <a:pt x="357771" y="0"/>
                  </a:lnTo>
                  <a:lnTo>
                    <a:pt x="309225" y="3265"/>
                  </a:lnTo>
                  <a:lnTo>
                    <a:pt x="262663" y="12779"/>
                  </a:lnTo>
                  <a:lnTo>
                    <a:pt x="218513" y="28114"/>
                  </a:lnTo>
                  <a:lnTo>
                    <a:pt x="177199" y="48844"/>
                  </a:lnTo>
                  <a:lnTo>
                    <a:pt x="139150" y="74543"/>
                  </a:lnTo>
                  <a:lnTo>
                    <a:pt x="104790" y="104786"/>
                  </a:lnTo>
                  <a:lnTo>
                    <a:pt x="74547" y="139144"/>
                  </a:lnTo>
                  <a:lnTo>
                    <a:pt x="48847" y="177194"/>
                  </a:lnTo>
                  <a:lnTo>
                    <a:pt x="28116" y="218507"/>
                  </a:lnTo>
                  <a:lnTo>
                    <a:pt x="12780" y="262659"/>
                  </a:lnTo>
                  <a:lnTo>
                    <a:pt x="3266" y="309222"/>
                  </a:lnTo>
                  <a:lnTo>
                    <a:pt x="0" y="357771"/>
                  </a:lnTo>
                  <a:lnTo>
                    <a:pt x="0" y="529183"/>
                  </a:lnTo>
                  <a:lnTo>
                    <a:pt x="3266" y="577732"/>
                  </a:lnTo>
                  <a:lnTo>
                    <a:pt x="12780" y="624297"/>
                  </a:lnTo>
                  <a:lnTo>
                    <a:pt x="28116" y="668449"/>
                  </a:lnTo>
                  <a:lnTo>
                    <a:pt x="48847" y="709764"/>
                  </a:lnTo>
                  <a:lnTo>
                    <a:pt x="74547" y="747815"/>
                  </a:lnTo>
                  <a:lnTo>
                    <a:pt x="104790" y="782175"/>
                  </a:lnTo>
                  <a:lnTo>
                    <a:pt x="139150" y="812419"/>
                  </a:lnTo>
                  <a:lnTo>
                    <a:pt x="177199" y="838120"/>
                  </a:lnTo>
                  <a:lnTo>
                    <a:pt x="218513" y="858851"/>
                  </a:lnTo>
                  <a:lnTo>
                    <a:pt x="262663" y="874187"/>
                  </a:lnTo>
                  <a:lnTo>
                    <a:pt x="309225" y="883701"/>
                  </a:lnTo>
                  <a:lnTo>
                    <a:pt x="357771" y="886968"/>
                  </a:lnTo>
                  <a:lnTo>
                    <a:pt x="4813160" y="886968"/>
                  </a:lnTo>
                  <a:lnTo>
                    <a:pt x="4861706" y="883701"/>
                  </a:lnTo>
                  <a:lnTo>
                    <a:pt x="4908268" y="874187"/>
                  </a:lnTo>
                  <a:lnTo>
                    <a:pt x="4952418" y="858851"/>
                  </a:lnTo>
                  <a:lnTo>
                    <a:pt x="4993732" y="838120"/>
                  </a:lnTo>
                  <a:lnTo>
                    <a:pt x="5031781" y="812419"/>
                  </a:lnTo>
                  <a:lnTo>
                    <a:pt x="5066141" y="782175"/>
                  </a:lnTo>
                  <a:lnTo>
                    <a:pt x="5096384" y="747815"/>
                  </a:lnTo>
                  <a:lnTo>
                    <a:pt x="5122084" y="709764"/>
                  </a:lnTo>
                  <a:lnTo>
                    <a:pt x="5142815" y="668449"/>
                  </a:lnTo>
                  <a:lnTo>
                    <a:pt x="5158151" y="624297"/>
                  </a:lnTo>
                  <a:lnTo>
                    <a:pt x="5167665" y="577732"/>
                  </a:lnTo>
                  <a:lnTo>
                    <a:pt x="5170932" y="529183"/>
                  </a:lnTo>
                  <a:lnTo>
                    <a:pt x="5170932" y="357771"/>
                  </a:lnTo>
                  <a:lnTo>
                    <a:pt x="5167665" y="309222"/>
                  </a:lnTo>
                  <a:lnTo>
                    <a:pt x="5158151" y="262659"/>
                  </a:lnTo>
                  <a:lnTo>
                    <a:pt x="5142815" y="218507"/>
                  </a:lnTo>
                  <a:lnTo>
                    <a:pt x="5122084" y="177194"/>
                  </a:lnTo>
                  <a:lnTo>
                    <a:pt x="5096384" y="139144"/>
                  </a:lnTo>
                  <a:lnTo>
                    <a:pt x="5066141" y="104786"/>
                  </a:lnTo>
                  <a:lnTo>
                    <a:pt x="5031781" y="74543"/>
                  </a:lnTo>
                  <a:lnTo>
                    <a:pt x="4993732" y="48844"/>
                  </a:lnTo>
                  <a:lnTo>
                    <a:pt x="4952418" y="28114"/>
                  </a:lnTo>
                  <a:lnTo>
                    <a:pt x="4908268" y="12779"/>
                  </a:lnTo>
                  <a:lnTo>
                    <a:pt x="4861706" y="3265"/>
                  </a:lnTo>
                  <a:lnTo>
                    <a:pt x="4813160" y="0"/>
                  </a:lnTo>
                  <a:close/>
                </a:path>
              </a:pathLst>
            </a:custGeom>
            <a:solidFill>
              <a:srgbClr val="B4C7E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3344" y="3456432"/>
              <a:ext cx="1063752" cy="65074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098609" y="1429769"/>
            <a:ext cx="3082290" cy="2511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800" dirty="0">
              <a:latin typeface="Calibri"/>
              <a:cs typeface="Calibri"/>
            </a:endParaRPr>
          </a:p>
          <a:p>
            <a:pPr marL="168910" marR="5080">
              <a:lnSpc>
                <a:spcPct val="100000"/>
              </a:lnSpc>
            </a:pP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connect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Platform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fr-MA"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End </a:t>
            </a:r>
            <a:r>
              <a:rPr lang="fr-MA" sz="2000" b="1" i="1" spc="-10" dirty="0" err="1">
                <a:solidFill>
                  <a:srgbClr val="FF0000"/>
                </a:solidFill>
                <a:latin typeface="Calibri"/>
                <a:cs typeface="Calibri"/>
              </a:rPr>
              <a:t>device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000" dirty="0">
              <a:latin typeface="Calibri"/>
              <a:cs typeface="Calibri"/>
            </a:endParaRPr>
          </a:p>
          <a:p>
            <a:pPr marL="168910">
              <a:lnSpc>
                <a:spcPct val="100000"/>
              </a:lnSpc>
            </a:pP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store</a:t>
            </a:r>
            <a:r>
              <a:rPr sz="20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92823" y="4352540"/>
            <a:ext cx="5169535" cy="1877695"/>
          </a:xfrm>
          <a:custGeom>
            <a:avLst/>
            <a:gdLst/>
            <a:ahLst/>
            <a:cxnLst/>
            <a:rect l="l" t="t" r="r" b="b"/>
            <a:pathLst>
              <a:path w="5169534" h="1877695">
                <a:moveTo>
                  <a:pt x="4729924" y="0"/>
                </a:moveTo>
                <a:lnTo>
                  <a:pt x="439483" y="0"/>
                </a:lnTo>
                <a:lnTo>
                  <a:pt x="391596" y="2578"/>
                </a:lnTo>
                <a:lnTo>
                  <a:pt x="345203" y="10136"/>
                </a:lnTo>
                <a:lnTo>
                  <a:pt x="300571" y="22404"/>
                </a:lnTo>
                <a:lnTo>
                  <a:pt x="257970" y="39116"/>
                </a:lnTo>
                <a:lnTo>
                  <a:pt x="217666" y="60001"/>
                </a:lnTo>
                <a:lnTo>
                  <a:pt x="179929" y="84794"/>
                </a:lnTo>
                <a:lnTo>
                  <a:pt x="145025" y="113224"/>
                </a:lnTo>
                <a:lnTo>
                  <a:pt x="113224" y="145025"/>
                </a:lnTo>
                <a:lnTo>
                  <a:pt x="84794" y="179929"/>
                </a:lnTo>
                <a:lnTo>
                  <a:pt x="60001" y="217666"/>
                </a:lnTo>
                <a:lnTo>
                  <a:pt x="39116" y="257970"/>
                </a:lnTo>
                <a:lnTo>
                  <a:pt x="22404" y="300571"/>
                </a:lnTo>
                <a:lnTo>
                  <a:pt x="10136" y="345203"/>
                </a:lnTo>
                <a:lnTo>
                  <a:pt x="2578" y="391596"/>
                </a:lnTo>
                <a:lnTo>
                  <a:pt x="0" y="439483"/>
                </a:lnTo>
                <a:lnTo>
                  <a:pt x="0" y="1438097"/>
                </a:lnTo>
                <a:lnTo>
                  <a:pt x="2578" y="1485981"/>
                </a:lnTo>
                <a:lnTo>
                  <a:pt x="10136" y="1532373"/>
                </a:lnTo>
                <a:lnTo>
                  <a:pt x="22404" y="1577002"/>
                </a:lnTo>
                <a:lnTo>
                  <a:pt x="39116" y="1619602"/>
                </a:lnTo>
                <a:lnTo>
                  <a:pt x="60001" y="1659905"/>
                </a:lnTo>
                <a:lnTo>
                  <a:pt x="84794" y="1697641"/>
                </a:lnTo>
                <a:lnTo>
                  <a:pt x="113224" y="1732544"/>
                </a:lnTo>
                <a:lnTo>
                  <a:pt x="145025" y="1764344"/>
                </a:lnTo>
                <a:lnTo>
                  <a:pt x="179929" y="1792774"/>
                </a:lnTo>
                <a:lnTo>
                  <a:pt x="217666" y="1817566"/>
                </a:lnTo>
                <a:lnTo>
                  <a:pt x="257970" y="1838452"/>
                </a:lnTo>
                <a:lnTo>
                  <a:pt x="300571" y="1855163"/>
                </a:lnTo>
                <a:lnTo>
                  <a:pt x="345203" y="1867431"/>
                </a:lnTo>
                <a:lnTo>
                  <a:pt x="391596" y="1874989"/>
                </a:lnTo>
                <a:lnTo>
                  <a:pt x="439483" y="1877568"/>
                </a:lnTo>
                <a:lnTo>
                  <a:pt x="4729924" y="1877568"/>
                </a:lnTo>
                <a:lnTo>
                  <a:pt x="4777811" y="1874989"/>
                </a:lnTo>
                <a:lnTo>
                  <a:pt x="4824204" y="1867431"/>
                </a:lnTo>
                <a:lnTo>
                  <a:pt x="4868836" y="1855163"/>
                </a:lnTo>
                <a:lnTo>
                  <a:pt x="4911437" y="1838452"/>
                </a:lnTo>
                <a:lnTo>
                  <a:pt x="4951741" y="1817566"/>
                </a:lnTo>
                <a:lnTo>
                  <a:pt x="4989478" y="1792774"/>
                </a:lnTo>
                <a:lnTo>
                  <a:pt x="5024382" y="1764344"/>
                </a:lnTo>
                <a:lnTo>
                  <a:pt x="5056183" y="1732544"/>
                </a:lnTo>
                <a:lnTo>
                  <a:pt x="5084613" y="1697641"/>
                </a:lnTo>
                <a:lnTo>
                  <a:pt x="5109406" y="1659905"/>
                </a:lnTo>
                <a:lnTo>
                  <a:pt x="5130291" y="1619602"/>
                </a:lnTo>
                <a:lnTo>
                  <a:pt x="5147003" y="1577002"/>
                </a:lnTo>
                <a:lnTo>
                  <a:pt x="5159271" y="1532373"/>
                </a:lnTo>
                <a:lnTo>
                  <a:pt x="5166829" y="1485981"/>
                </a:lnTo>
                <a:lnTo>
                  <a:pt x="5169408" y="1438097"/>
                </a:lnTo>
                <a:lnTo>
                  <a:pt x="5169408" y="439483"/>
                </a:lnTo>
                <a:lnTo>
                  <a:pt x="5166829" y="391596"/>
                </a:lnTo>
                <a:lnTo>
                  <a:pt x="5159271" y="345203"/>
                </a:lnTo>
                <a:lnTo>
                  <a:pt x="5147003" y="300571"/>
                </a:lnTo>
                <a:lnTo>
                  <a:pt x="5130291" y="257970"/>
                </a:lnTo>
                <a:lnTo>
                  <a:pt x="5109406" y="217666"/>
                </a:lnTo>
                <a:lnTo>
                  <a:pt x="5084613" y="179929"/>
                </a:lnTo>
                <a:lnTo>
                  <a:pt x="5056183" y="145025"/>
                </a:lnTo>
                <a:lnTo>
                  <a:pt x="5024382" y="113224"/>
                </a:lnTo>
                <a:lnTo>
                  <a:pt x="4989478" y="84794"/>
                </a:lnTo>
                <a:lnTo>
                  <a:pt x="4951741" y="60001"/>
                </a:lnTo>
                <a:lnTo>
                  <a:pt x="4911437" y="39116"/>
                </a:lnTo>
                <a:lnTo>
                  <a:pt x="4868836" y="22404"/>
                </a:lnTo>
                <a:lnTo>
                  <a:pt x="4824204" y="10136"/>
                </a:lnTo>
                <a:lnTo>
                  <a:pt x="4777811" y="2578"/>
                </a:lnTo>
                <a:lnTo>
                  <a:pt x="4729924" y="0"/>
                </a:lnTo>
                <a:close/>
              </a:path>
            </a:pathLst>
          </a:custGeom>
          <a:solidFill>
            <a:srgbClr val="B4C7E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201940" y="4976233"/>
            <a:ext cx="302133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sz="20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dashboards</a:t>
            </a:r>
            <a:r>
              <a:rPr sz="20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customize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Interface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986016" y="4770123"/>
            <a:ext cx="1077595" cy="1082040"/>
            <a:chOff x="6986016" y="4770123"/>
            <a:chExt cx="1077595" cy="1082040"/>
          </a:xfrm>
        </p:grpSpPr>
        <p:sp>
          <p:nvSpPr>
            <p:cNvPr id="32" name="object 32"/>
            <p:cNvSpPr/>
            <p:nvPr/>
          </p:nvSpPr>
          <p:spPr>
            <a:xfrm>
              <a:off x="6986016" y="4770123"/>
              <a:ext cx="1077595" cy="1082040"/>
            </a:xfrm>
            <a:custGeom>
              <a:avLst/>
              <a:gdLst/>
              <a:ahLst/>
              <a:cxnLst/>
              <a:rect l="l" t="t" r="r" b="b"/>
              <a:pathLst>
                <a:path w="1077595" h="1082039">
                  <a:moveTo>
                    <a:pt x="897890" y="0"/>
                  </a:moveTo>
                  <a:lnTo>
                    <a:pt x="179578" y="0"/>
                  </a:lnTo>
                  <a:lnTo>
                    <a:pt x="131840" y="6414"/>
                  </a:lnTo>
                  <a:lnTo>
                    <a:pt x="88943" y="24518"/>
                  </a:lnTo>
                  <a:lnTo>
                    <a:pt x="52598" y="52598"/>
                  </a:lnTo>
                  <a:lnTo>
                    <a:pt x="24518" y="88943"/>
                  </a:lnTo>
                  <a:lnTo>
                    <a:pt x="6414" y="131840"/>
                  </a:lnTo>
                  <a:lnTo>
                    <a:pt x="0" y="179577"/>
                  </a:lnTo>
                  <a:lnTo>
                    <a:pt x="0" y="902449"/>
                  </a:lnTo>
                  <a:lnTo>
                    <a:pt x="6414" y="950192"/>
                  </a:lnTo>
                  <a:lnTo>
                    <a:pt x="24518" y="993092"/>
                  </a:lnTo>
                  <a:lnTo>
                    <a:pt x="52598" y="1029439"/>
                  </a:lnTo>
                  <a:lnTo>
                    <a:pt x="88943" y="1057521"/>
                  </a:lnTo>
                  <a:lnTo>
                    <a:pt x="131840" y="1075624"/>
                  </a:lnTo>
                  <a:lnTo>
                    <a:pt x="179578" y="1082039"/>
                  </a:lnTo>
                  <a:lnTo>
                    <a:pt x="897890" y="1082039"/>
                  </a:lnTo>
                  <a:lnTo>
                    <a:pt x="945627" y="1075624"/>
                  </a:lnTo>
                  <a:lnTo>
                    <a:pt x="988524" y="1057521"/>
                  </a:lnTo>
                  <a:lnTo>
                    <a:pt x="1024869" y="1029439"/>
                  </a:lnTo>
                  <a:lnTo>
                    <a:pt x="1052949" y="993092"/>
                  </a:lnTo>
                  <a:lnTo>
                    <a:pt x="1071053" y="950192"/>
                  </a:lnTo>
                  <a:lnTo>
                    <a:pt x="1077468" y="902449"/>
                  </a:lnTo>
                  <a:lnTo>
                    <a:pt x="1077468" y="179577"/>
                  </a:lnTo>
                  <a:lnTo>
                    <a:pt x="1071053" y="131840"/>
                  </a:lnTo>
                  <a:lnTo>
                    <a:pt x="1052949" y="88943"/>
                  </a:lnTo>
                  <a:lnTo>
                    <a:pt x="1024869" y="52598"/>
                  </a:lnTo>
                  <a:lnTo>
                    <a:pt x="988524" y="24518"/>
                  </a:lnTo>
                  <a:lnTo>
                    <a:pt x="945627" y="6414"/>
                  </a:lnTo>
                  <a:lnTo>
                    <a:pt x="8978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5744" y="4849368"/>
              <a:ext cx="862583" cy="91592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2157568" y="2484719"/>
            <a:ext cx="747395" cy="50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25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HTTP</a:t>
            </a:r>
            <a:endParaRPr sz="1800">
              <a:latin typeface="Calibri"/>
              <a:cs typeface="Calibri"/>
            </a:endParaRPr>
          </a:p>
          <a:p>
            <a:pPr marL="219075">
              <a:lnSpc>
                <a:spcPts val="1785"/>
              </a:lnSpc>
            </a:pPr>
            <a:r>
              <a:rPr sz="1600" b="1" spc="-20" dirty="0">
                <a:latin typeface="Calibri"/>
                <a:cs typeface="Calibri"/>
              </a:rPr>
              <a:t>MQTT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92538" y="2404934"/>
            <a:ext cx="24676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Calibri"/>
                <a:cs typeface="Calibri"/>
              </a:rPr>
              <a:t>Data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collection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and </a:t>
            </a:r>
            <a:r>
              <a:rPr sz="2400" b="1" i="1" spc="-10" dirty="0">
                <a:latin typeface="Calibri"/>
                <a:cs typeface="Calibri"/>
              </a:rPr>
              <a:t>transfer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6" name="object 7">
            <a:extLst>
              <a:ext uri="{FF2B5EF4-FFF2-40B4-BE49-F238E27FC236}">
                <a16:creationId xmlns:a16="http://schemas.microsoft.com/office/drawing/2014/main" id="{CF8ABFE2-047D-445C-57AE-C0687BDB33E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IoT</a:t>
            </a:r>
            <a:r>
              <a:rPr spc="-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8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architectures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515912" y="3750157"/>
            <a:ext cx="647065" cy="877569"/>
          </a:xfrm>
          <a:custGeom>
            <a:avLst/>
            <a:gdLst/>
            <a:ahLst/>
            <a:cxnLst/>
            <a:rect l="l" t="t" r="r" b="b"/>
            <a:pathLst>
              <a:path w="647065" h="877570">
                <a:moveTo>
                  <a:pt x="646607" y="600125"/>
                </a:moveTo>
                <a:lnTo>
                  <a:pt x="638035" y="621233"/>
                </a:lnTo>
                <a:lnTo>
                  <a:pt x="613613" y="640638"/>
                </a:lnTo>
                <a:lnTo>
                  <a:pt x="577329" y="656907"/>
                </a:lnTo>
                <a:lnTo>
                  <a:pt x="577329" y="761695"/>
                </a:lnTo>
                <a:lnTo>
                  <a:pt x="575665" y="771144"/>
                </a:lnTo>
                <a:lnTo>
                  <a:pt x="570979" y="778433"/>
                </a:lnTo>
                <a:lnTo>
                  <a:pt x="563689" y="783120"/>
                </a:lnTo>
                <a:lnTo>
                  <a:pt x="554240" y="784783"/>
                </a:lnTo>
                <a:lnTo>
                  <a:pt x="544779" y="783120"/>
                </a:lnTo>
                <a:lnTo>
                  <a:pt x="537489" y="778433"/>
                </a:lnTo>
                <a:lnTo>
                  <a:pt x="532803" y="771144"/>
                </a:lnTo>
                <a:lnTo>
                  <a:pt x="531139" y="761695"/>
                </a:lnTo>
                <a:lnTo>
                  <a:pt x="532803" y="752246"/>
                </a:lnTo>
                <a:lnTo>
                  <a:pt x="537489" y="744956"/>
                </a:lnTo>
                <a:lnTo>
                  <a:pt x="544779" y="740270"/>
                </a:lnTo>
                <a:lnTo>
                  <a:pt x="554240" y="738619"/>
                </a:lnTo>
                <a:lnTo>
                  <a:pt x="563689" y="740270"/>
                </a:lnTo>
                <a:lnTo>
                  <a:pt x="570979" y="744956"/>
                </a:lnTo>
                <a:lnTo>
                  <a:pt x="575665" y="752246"/>
                </a:lnTo>
                <a:lnTo>
                  <a:pt x="577329" y="761695"/>
                </a:lnTo>
                <a:lnTo>
                  <a:pt x="577329" y="656907"/>
                </a:lnTo>
                <a:lnTo>
                  <a:pt x="525208" y="672096"/>
                </a:lnTo>
                <a:lnTo>
                  <a:pt x="465162" y="683031"/>
                </a:lnTo>
                <a:lnTo>
                  <a:pt x="397205" y="690003"/>
                </a:lnTo>
                <a:lnTo>
                  <a:pt x="323303" y="692454"/>
                </a:lnTo>
                <a:lnTo>
                  <a:pt x="249402" y="690003"/>
                </a:lnTo>
                <a:lnTo>
                  <a:pt x="181444" y="683031"/>
                </a:lnTo>
                <a:lnTo>
                  <a:pt x="121399" y="672096"/>
                </a:lnTo>
                <a:lnTo>
                  <a:pt x="71259" y="657783"/>
                </a:lnTo>
                <a:lnTo>
                  <a:pt x="32994" y="640638"/>
                </a:lnTo>
                <a:lnTo>
                  <a:pt x="0" y="600125"/>
                </a:lnTo>
                <a:lnTo>
                  <a:pt x="0" y="784783"/>
                </a:lnTo>
                <a:lnTo>
                  <a:pt x="32994" y="825284"/>
                </a:lnTo>
                <a:lnTo>
                  <a:pt x="71259" y="842441"/>
                </a:lnTo>
                <a:lnTo>
                  <a:pt x="121399" y="856754"/>
                </a:lnTo>
                <a:lnTo>
                  <a:pt x="181444" y="867689"/>
                </a:lnTo>
                <a:lnTo>
                  <a:pt x="249402" y="874661"/>
                </a:lnTo>
                <a:lnTo>
                  <a:pt x="323303" y="877100"/>
                </a:lnTo>
                <a:lnTo>
                  <a:pt x="397205" y="874661"/>
                </a:lnTo>
                <a:lnTo>
                  <a:pt x="465162" y="867689"/>
                </a:lnTo>
                <a:lnTo>
                  <a:pt x="525208" y="856754"/>
                </a:lnTo>
                <a:lnTo>
                  <a:pt x="575348" y="842441"/>
                </a:lnTo>
                <a:lnTo>
                  <a:pt x="613613" y="825284"/>
                </a:lnTo>
                <a:lnTo>
                  <a:pt x="646607" y="784783"/>
                </a:lnTo>
                <a:lnTo>
                  <a:pt x="646607" y="738619"/>
                </a:lnTo>
                <a:lnTo>
                  <a:pt x="646607" y="692454"/>
                </a:lnTo>
                <a:lnTo>
                  <a:pt x="646607" y="600125"/>
                </a:lnTo>
                <a:close/>
              </a:path>
              <a:path w="647065" h="877570">
                <a:moveTo>
                  <a:pt x="646607" y="369303"/>
                </a:moveTo>
                <a:lnTo>
                  <a:pt x="638035" y="390410"/>
                </a:lnTo>
                <a:lnTo>
                  <a:pt x="613613" y="409816"/>
                </a:lnTo>
                <a:lnTo>
                  <a:pt x="577329" y="426085"/>
                </a:lnTo>
                <a:lnTo>
                  <a:pt x="577329" y="530872"/>
                </a:lnTo>
                <a:lnTo>
                  <a:pt x="575665" y="540321"/>
                </a:lnTo>
                <a:lnTo>
                  <a:pt x="570979" y="547611"/>
                </a:lnTo>
                <a:lnTo>
                  <a:pt x="563689" y="552297"/>
                </a:lnTo>
                <a:lnTo>
                  <a:pt x="554240" y="553961"/>
                </a:lnTo>
                <a:lnTo>
                  <a:pt x="544779" y="552297"/>
                </a:lnTo>
                <a:lnTo>
                  <a:pt x="537489" y="547611"/>
                </a:lnTo>
                <a:lnTo>
                  <a:pt x="532803" y="540321"/>
                </a:lnTo>
                <a:lnTo>
                  <a:pt x="531139" y="530872"/>
                </a:lnTo>
                <a:lnTo>
                  <a:pt x="532803" y="521423"/>
                </a:lnTo>
                <a:lnTo>
                  <a:pt x="537489" y="514146"/>
                </a:lnTo>
                <a:lnTo>
                  <a:pt x="544779" y="509460"/>
                </a:lnTo>
                <a:lnTo>
                  <a:pt x="554240" y="507796"/>
                </a:lnTo>
                <a:lnTo>
                  <a:pt x="563689" y="509460"/>
                </a:lnTo>
                <a:lnTo>
                  <a:pt x="570979" y="514146"/>
                </a:lnTo>
                <a:lnTo>
                  <a:pt x="575665" y="521423"/>
                </a:lnTo>
                <a:lnTo>
                  <a:pt x="577329" y="530872"/>
                </a:lnTo>
                <a:lnTo>
                  <a:pt x="577329" y="426085"/>
                </a:lnTo>
                <a:lnTo>
                  <a:pt x="525208" y="441286"/>
                </a:lnTo>
                <a:lnTo>
                  <a:pt x="465162" y="452208"/>
                </a:lnTo>
                <a:lnTo>
                  <a:pt x="397205" y="459181"/>
                </a:lnTo>
                <a:lnTo>
                  <a:pt x="323303" y="461632"/>
                </a:lnTo>
                <a:lnTo>
                  <a:pt x="249402" y="459181"/>
                </a:lnTo>
                <a:lnTo>
                  <a:pt x="181444" y="452208"/>
                </a:lnTo>
                <a:lnTo>
                  <a:pt x="121399" y="441286"/>
                </a:lnTo>
                <a:lnTo>
                  <a:pt x="71259" y="426961"/>
                </a:lnTo>
                <a:lnTo>
                  <a:pt x="32994" y="409816"/>
                </a:lnTo>
                <a:lnTo>
                  <a:pt x="0" y="369303"/>
                </a:lnTo>
                <a:lnTo>
                  <a:pt x="0" y="553961"/>
                </a:lnTo>
                <a:lnTo>
                  <a:pt x="32994" y="594474"/>
                </a:lnTo>
                <a:lnTo>
                  <a:pt x="71259" y="611619"/>
                </a:lnTo>
                <a:lnTo>
                  <a:pt x="121399" y="625932"/>
                </a:lnTo>
                <a:lnTo>
                  <a:pt x="181444" y="636866"/>
                </a:lnTo>
                <a:lnTo>
                  <a:pt x="249402" y="643839"/>
                </a:lnTo>
                <a:lnTo>
                  <a:pt x="323303" y="646290"/>
                </a:lnTo>
                <a:lnTo>
                  <a:pt x="397205" y="643839"/>
                </a:lnTo>
                <a:lnTo>
                  <a:pt x="465162" y="636866"/>
                </a:lnTo>
                <a:lnTo>
                  <a:pt x="525208" y="625932"/>
                </a:lnTo>
                <a:lnTo>
                  <a:pt x="575348" y="611619"/>
                </a:lnTo>
                <a:lnTo>
                  <a:pt x="613613" y="594474"/>
                </a:lnTo>
                <a:lnTo>
                  <a:pt x="646607" y="553961"/>
                </a:lnTo>
                <a:lnTo>
                  <a:pt x="646607" y="507796"/>
                </a:lnTo>
                <a:lnTo>
                  <a:pt x="646607" y="461632"/>
                </a:lnTo>
                <a:lnTo>
                  <a:pt x="646607" y="369303"/>
                </a:lnTo>
                <a:close/>
              </a:path>
              <a:path w="647065" h="877570">
                <a:moveTo>
                  <a:pt x="646607" y="138493"/>
                </a:moveTo>
                <a:lnTo>
                  <a:pt x="638035" y="159588"/>
                </a:lnTo>
                <a:lnTo>
                  <a:pt x="613613" y="178993"/>
                </a:lnTo>
                <a:lnTo>
                  <a:pt x="577329" y="195275"/>
                </a:lnTo>
                <a:lnTo>
                  <a:pt x="577329" y="300062"/>
                </a:lnTo>
                <a:lnTo>
                  <a:pt x="575665" y="309511"/>
                </a:lnTo>
                <a:lnTo>
                  <a:pt x="570979" y="316788"/>
                </a:lnTo>
                <a:lnTo>
                  <a:pt x="563689" y="321487"/>
                </a:lnTo>
                <a:lnTo>
                  <a:pt x="554240" y="323138"/>
                </a:lnTo>
                <a:lnTo>
                  <a:pt x="544779" y="321487"/>
                </a:lnTo>
                <a:lnTo>
                  <a:pt x="537489" y="316788"/>
                </a:lnTo>
                <a:lnTo>
                  <a:pt x="532803" y="309511"/>
                </a:lnTo>
                <a:lnTo>
                  <a:pt x="531139" y="300062"/>
                </a:lnTo>
                <a:lnTo>
                  <a:pt x="532803" y="290614"/>
                </a:lnTo>
                <a:lnTo>
                  <a:pt x="537489" y="283324"/>
                </a:lnTo>
                <a:lnTo>
                  <a:pt x="544779" y="278638"/>
                </a:lnTo>
                <a:lnTo>
                  <a:pt x="554240" y="276974"/>
                </a:lnTo>
                <a:lnTo>
                  <a:pt x="563689" y="278638"/>
                </a:lnTo>
                <a:lnTo>
                  <a:pt x="570979" y="283324"/>
                </a:lnTo>
                <a:lnTo>
                  <a:pt x="575665" y="290614"/>
                </a:lnTo>
                <a:lnTo>
                  <a:pt x="577329" y="300062"/>
                </a:lnTo>
                <a:lnTo>
                  <a:pt x="577329" y="195275"/>
                </a:lnTo>
                <a:lnTo>
                  <a:pt x="525208" y="210464"/>
                </a:lnTo>
                <a:lnTo>
                  <a:pt x="465162" y="221399"/>
                </a:lnTo>
                <a:lnTo>
                  <a:pt x="397205" y="228371"/>
                </a:lnTo>
                <a:lnTo>
                  <a:pt x="323303" y="230809"/>
                </a:lnTo>
                <a:lnTo>
                  <a:pt x="249402" y="228371"/>
                </a:lnTo>
                <a:lnTo>
                  <a:pt x="181444" y="221399"/>
                </a:lnTo>
                <a:lnTo>
                  <a:pt x="121399" y="210464"/>
                </a:lnTo>
                <a:lnTo>
                  <a:pt x="71259" y="196151"/>
                </a:lnTo>
                <a:lnTo>
                  <a:pt x="32994" y="178993"/>
                </a:lnTo>
                <a:lnTo>
                  <a:pt x="0" y="138493"/>
                </a:lnTo>
                <a:lnTo>
                  <a:pt x="0" y="323138"/>
                </a:lnTo>
                <a:lnTo>
                  <a:pt x="32994" y="363651"/>
                </a:lnTo>
                <a:lnTo>
                  <a:pt x="71259" y="380796"/>
                </a:lnTo>
                <a:lnTo>
                  <a:pt x="121399" y="395122"/>
                </a:lnTo>
                <a:lnTo>
                  <a:pt x="181444" y="406044"/>
                </a:lnTo>
                <a:lnTo>
                  <a:pt x="249402" y="413016"/>
                </a:lnTo>
                <a:lnTo>
                  <a:pt x="323303" y="415467"/>
                </a:lnTo>
                <a:lnTo>
                  <a:pt x="397205" y="413016"/>
                </a:lnTo>
                <a:lnTo>
                  <a:pt x="465162" y="406044"/>
                </a:lnTo>
                <a:lnTo>
                  <a:pt x="525208" y="395122"/>
                </a:lnTo>
                <a:lnTo>
                  <a:pt x="575348" y="380796"/>
                </a:lnTo>
                <a:lnTo>
                  <a:pt x="613613" y="363651"/>
                </a:lnTo>
                <a:lnTo>
                  <a:pt x="646607" y="323138"/>
                </a:lnTo>
                <a:lnTo>
                  <a:pt x="646607" y="276974"/>
                </a:lnTo>
                <a:lnTo>
                  <a:pt x="646607" y="230809"/>
                </a:lnTo>
                <a:lnTo>
                  <a:pt x="646607" y="138493"/>
                </a:lnTo>
                <a:close/>
              </a:path>
              <a:path w="647065" h="877570">
                <a:moveTo>
                  <a:pt x="646607" y="92329"/>
                </a:moveTo>
                <a:lnTo>
                  <a:pt x="613752" y="51727"/>
                </a:lnTo>
                <a:lnTo>
                  <a:pt x="575589" y="34582"/>
                </a:lnTo>
                <a:lnTo>
                  <a:pt x="525513" y="20281"/>
                </a:lnTo>
                <a:lnTo>
                  <a:pt x="465480" y="9385"/>
                </a:lnTo>
                <a:lnTo>
                  <a:pt x="397433" y="2438"/>
                </a:lnTo>
                <a:lnTo>
                  <a:pt x="323303" y="0"/>
                </a:lnTo>
                <a:lnTo>
                  <a:pt x="249174" y="2438"/>
                </a:lnTo>
                <a:lnTo>
                  <a:pt x="181127" y="9385"/>
                </a:lnTo>
                <a:lnTo>
                  <a:pt x="121094" y="20281"/>
                </a:lnTo>
                <a:lnTo>
                  <a:pt x="71031" y="34582"/>
                </a:lnTo>
                <a:lnTo>
                  <a:pt x="32867" y="51727"/>
                </a:lnTo>
                <a:lnTo>
                  <a:pt x="0" y="92329"/>
                </a:lnTo>
                <a:lnTo>
                  <a:pt x="8534" y="113487"/>
                </a:lnTo>
                <a:lnTo>
                  <a:pt x="71031" y="150063"/>
                </a:lnTo>
                <a:lnTo>
                  <a:pt x="121094" y="164363"/>
                </a:lnTo>
                <a:lnTo>
                  <a:pt x="181127" y="175272"/>
                </a:lnTo>
                <a:lnTo>
                  <a:pt x="249174" y="182206"/>
                </a:lnTo>
                <a:lnTo>
                  <a:pt x="323303" y="184645"/>
                </a:lnTo>
                <a:lnTo>
                  <a:pt x="397433" y="182206"/>
                </a:lnTo>
                <a:lnTo>
                  <a:pt x="465480" y="175272"/>
                </a:lnTo>
                <a:lnTo>
                  <a:pt x="525513" y="164363"/>
                </a:lnTo>
                <a:lnTo>
                  <a:pt x="575589" y="150063"/>
                </a:lnTo>
                <a:lnTo>
                  <a:pt x="613752" y="132930"/>
                </a:lnTo>
                <a:lnTo>
                  <a:pt x="646607" y="92329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275" y="4730624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00746" y="2322766"/>
            <a:ext cx="5626735" cy="3922395"/>
            <a:chOff x="1400746" y="2322766"/>
            <a:chExt cx="5626735" cy="3922395"/>
          </a:xfrm>
        </p:grpSpPr>
        <p:sp>
          <p:nvSpPr>
            <p:cNvPr id="6" name="object 6"/>
            <p:cNvSpPr/>
            <p:nvPr/>
          </p:nvSpPr>
          <p:spPr>
            <a:xfrm>
              <a:off x="1415033" y="2337054"/>
              <a:ext cx="513715" cy="3893820"/>
            </a:xfrm>
            <a:custGeom>
              <a:avLst/>
              <a:gdLst/>
              <a:ahLst/>
              <a:cxnLst/>
              <a:rect l="l" t="t" r="r" b="b"/>
              <a:pathLst>
                <a:path w="513714" h="3893820">
                  <a:moveTo>
                    <a:pt x="513588" y="3893820"/>
                  </a:moveTo>
                  <a:lnTo>
                    <a:pt x="464791" y="3880841"/>
                  </a:lnTo>
                  <a:lnTo>
                    <a:pt x="419086" y="3843512"/>
                  </a:lnTo>
                  <a:lnTo>
                    <a:pt x="377332" y="3784248"/>
                  </a:lnTo>
                  <a:lnTo>
                    <a:pt x="358206" y="3747144"/>
                  </a:lnTo>
                  <a:lnTo>
                    <a:pt x="340390" y="3705461"/>
                  </a:lnTo>
                  <a:lnTo>
                    <a:pt x="323993" y="3659500"/>
                  </a:lnTo>
                  <a:lnTo>
                    <a:pt x="309122" y="3609564"/>
                  </a:lnTo>
                  <a:lnTo>
                    <a:pt x="295885" y="3555953"/>
                  </a:lnTo>
                  <a:lnTo>
                    <a:pt x="284389" y="3498970"/>
                  </a:lnTo>
                  <a:lnTo>
                    <a:pt x="274741" y="3438915"/>
                  </a:lnTo>
                  <a:lnTo>
                    <a:pt x="267051" y="3376092"/>
                  </a:lnTo>
                  <a:lnTo>
                    <a:pt x="261424" y="3310801"/>
                  </a:lnTo>
                  <a:lnTo>
                    <a:pt x="257969" y="3243343"/>
                  </a:lnTo>
                  <a:lnTo>
                    <a:pt x="256794" y="3174022"/>
                  </a:lnTo>
                  <a:lnTo>
                    <a:pt x="256794" y="2657170"/>
                  </a:lnTo>
                  <a:lnTo>
                    <a:pt x="255618" y="2587848"/>
                  </a:lnTo>
                  <a:lnTo>
                    <a:pt x="252163" y="2520391"/>
                  </a:lnTo>
                  <a:lnTo>
                    <a:pt x="246536" y="2455100"/>
                  </a:lnTo>
                  <a:lnTo>
                    <a:pt x="238846" y="2392276"/>
                  </a:lnTo>
                  <a:lnTo>
                    <a:pt x="229198" y="2332222"/>
                  </a:lnTo>
                  <a:lnTo>
                    <a:pt x="217702" y="2275238"/>
                  </a:lnTo>
                  <a:lnTo>
                    <a:pt x="204465" y="2221628"/>
                  </a:lnTo>
                  <a:lnTo>
                    <a:pt x="189594" y="2171691"/>
                  </a:lnTo>
                  <a:lnTo>
                    <a:pt x="173197" y="2125730"/>
                  </a:lnTo>
                  <a:lnTo>
                    <a:pt x="155381" y="2084047"/>
                  </a:lnTo>
                  <a:lnTo>
                    <a:pt x="136255" y="2046943"/>
                  </a:lnTo>
                  <a:lnTo>
                    <a:pt x="115926" y="2014720"/>
                  </a:lnTo>
                  <a:lnTo>
                    <a:pt x="72089" y="1966122"/>
                  </a:lnTo>
                  <a:lnTo>
                    <a:pt x="24730" y="1940667"/>
                  </a:lnTo>
                  <a:lnTo>
                    <a:pt x="0" y="1937372"/>
                  </a:lnTo>
                  <a:lnTo>
                    <a:pt x="24730" y="1934077"/>
                  </a:lnTo>
                  <a:lnTo>
                    <a:pt x="72089" y="1908622"/>
                  </a:lnTo>
                  <a:lnTo>
                    <a:pt x="115926" y="1860024"/>
                  </a:lnTo>
                  <a:lnTo>
                    <a:pt x="136255" y="1827800"/>
                  </a:lnTo>
                  <a:lnTo>
                    <a:pt x="155381" y="1790696"/>
                  </a:lnTo>
                  <a:lnTo>
                    <a:pt x="173197" y="1749013"/>
                  </a:lnTo>
                  <a:lnTo>
                    <a:pt x="189594" y="1703052"/>
                  </a:lnTo>
                  <a:lnTo>
                    <a:pt x="204465" y="1653116"/>
                  </a:lnTo>
                  <a:lnTo>
                    <a:pt x="217702" y="1599505"/>
                  </a:lnTo>
                  <a:lnTo>
                    <a:pt x="229198" y="1542522"/>
                  </a:lnTo>
                  <a:lnTo>
                    <a:pt x="238846" y="1482468"/>
                  </a:lnTo>
                  <a:lnTo>
                    <a:pt x="246536" y="1419644"/>
                  </a:lnTo>
                  <a:lnTo>
                    <a:pt x="252163" y="1354353"/>
                  </a:lnTo>
                  <a:lnTo>
                    <a:pt x="255618" y="1286896"/>
                  </a:lnTo>
                  <a:lnTo>
                    <a:pt x="256794" y="1217574"/>
                  </a:lnTo>
                  <a:lnTo>
                    <a:pt x="256794" y="719797"/>
                  </a:lnTo>
                  <a:lnTo>
                    <a:pt x="257969" y="650476"/>
                  </a:lnTo>
                  <a:lnTo>
                    <a:pt x="261424" y="583018"/>
                  </a:lnTo>
                  <a:lnTo>
                    <a:pt x="267051" y="517727"/>
                  </a:lnTo>
                  <a:lnTo>
                    <a:pt x="274741" y="454904"/>
                  </a:lnTo>
                  <a:lnTo>
                    <a:pt x="284389" y="394849"/>
                  </a:lnTo>
                  <a:lnTo>
                    <a:pt x="295885" y="337866"/>
                  </a:lnTo>
                  <a:lnTo>
                    <a:pt x="309122" y="284255"/>
                  </a:lnTo>
                  <a:lnTo>
                    <a:pt x="323993" y="234319"/>
                  </a:lnTo>
                  <a:lnTo>
                    <a:pt x="340390" y="188358"/>
                  </a:lnTo>
                  <a:lnTo>
                    <a:pt x="358206" y="146675"/>
                  </a:lnTo>
                  <a:lnTo>
                    <a:pt x="377332" y="109571"/>
                  </a:lnTo>
                  <a:lnTo>
                    <a:pt x="397661" y="77348"/>
                  </a:lnTo>
                  <a:lnTo>
                    <a:pt x="441498" y="28750"/>
                  </a:lnTo>
                  <a:lnTo>
                    <a:pt x="488857" y="3295"/>
                  </a:lnTo>
                  <a:lnTo>
                    <a:pt x="51358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56231" y="2336293"/>
              <a:ext cx="5171440" cy="887094"/>
            </a:xfrm>
            <a:custGeom>
              <a:avLst/>
              <a:gdLst/>
              <a:ahLst/>
              <a:cxnLst/>
              <a:rect l="l" t="t" r="r" b="b"/>
              <a:pathLst>
                <a:path w="5171440" h="887094">
                  <a:moveTo>
                    <a:pt x="4822685" y="0"/>
                  </a:moveTo>
                  <a:lnTo>
                    <a:pt x="348246" y="0"/>
                  </a:lnTo>
                  <a:lnTo>
                    <a:pt x="300992" y="3179"/>
                  </a:lnTo>
                  <a:lnTo>
                    <a:pt x="255669" y="12439"/>
                  </a:lnTo>
                  <a:lnTo>
                    <a:pt x="212694" y="27367"/>
                  </a:lnTo>
                  <a:lnTo>
                    <a:pt x="172481" y="47546"/>
                  </a:lnTo>
                  <a:lnTo>
                    <a:pt x="135444" y="72562"/>
                  </a:lnTo>
                  <a:lnTo>
                    <a:pt x="102000" y="102000"/>
                  </a:lnTo>
                  <a:lnTo>
                    <a:pt x="72562" y="135444"/>
                  </a:lnTo>
                  <a:lnTo>
                    <a:pt x="47546" y="172481"/>
                  </a:lnTo>
                  <a:lnTo>
                    <a:pt x="27367" y="212694"/>
                  </a:lnTo>
                  <a:lnTo>
                    <a:pt x="12439" y="255669"/>
                  </a:lnTo>
                  <a:lnTo>
                    <a:pt x="3179" y="300992"/>
                  </a:lnTo>
                  <a:lnTo>
                    <a:pt x="0" y="348246"/>
                  </a:lnTo>
                  <a:lnTo>
                    <a:pt x="0" y="538721"/>
                  </a:lnTo>
                  <a:lnTo>
                    <a:pt x="3179" y="585975"/>
                  </a:lnTo>
                  <a:lnTo>
                    <a:pt x="12439" y="631298"/>
                  </a:lnTo>
                  <a:lnTo>
                    <a:pt x="27367" y="674273"/>
                  </a:lnTo>
                  <a:lnTo>
                    <a:pt x="47546" y="714486"/>
                  </a:lnTo>
                  <a:lnTo>
                    <a:pt x="72562" y="751523"/>
                  </a:lnTo>
                  <a:lnTo>
                    <a:pt x="102000" y="784967"/>
                  </a:lnTo>
                  <a:lnTo>
                    <a:pt x="135444" y="814405"/>
                  </a:lnTo>
                  <a:lnTo>
                    <a:pt x="172481" y="839421"/>
                  </a:lnTo>
                  <a:lnTo>
                    <a:pt x="212694" y="859600"/>
                  </a:lnTo>
                  <a:lnTo>
                    <a:pt x="255669" y="874528"/>
                  </a:lnTo>
                  <a:lnTo>
                    <a:pt x="300992" y="883788"/>
                  </a:lnTo>
                  <a:lnTo>
                    <a:pt x="348246" y="886967"/>
                  </a:lnTo>
                  <a:lnTo>
                    <a:pt x="4822685" y="886967"/>
                  </a:lnTo>
                  <a:lnTo>
                    <a:pt x="4869939" y="883788"/>
                  </a:lnTo>
                  <a:lnTo>
                    <a:pt x="4915262" y="874528"/>
                  </a:lnTo>
                  <a:lnTo>
                    <a:pt x="4958237" y="859600"/>
                  </a:lnTo>
                  <a:lnTo>
                    <a:pt x="4998450" y="839421"/>
                  </a:lnTo>
                  <a:lnTo>
                    <a:pt x="5035487" y="814405"/>
                  </a:lnTo>
                  <a:lnTo>
                    <a:pt x="5068931" y="784967"/>
                  </a:lnTo>
                  <a:lnTo>
                    <a:pt x="5098369" y="751523"/>
                  </a:lnTo>
                  <a:lnTo>
                    <a:pt x="5123385" y="714486"/>
                  </a:lnTo>
                  <a:lnTo>
                    <a:pt x="5143564" y="674273"/>
                  </a:lnTo>
                  <a:lnTo>
                    <a:pt x="5158492" y="631298"/>
                  </a:lnTo>
                  <a:lnTo>
                    <a:pt x="5167752" y="585975"/>
                  </a:lnTo>
                  <a:lnTo>
                    <a:pt x="5170932" y="538721"/>
                  </a:lnTo>
                  <a:lnTo>
                    <a:pt x="5170932" y="348246"/>
                  </a:lnTo>
                  <a:lnTo>
                    <a:pt x="5167752" y="300992"/>
                  </a:lnTo>
                  <a:lnTo>
                    <a:pt x="5158492" y="255669"/>
                  </a:lnTo>
                  <a:lnTo>
                    <a:pt x="5143564" y="212694"/>
                  </a:lnTo>
                  <a:lnTo>
                    <a:pt x="5123385" y="172481"/>
                  </a:lnTo>
                  <a:lnTo>
                    <a:pt x="5098369" y="135444"/>
                  </a:lnTo>
                  <a:lnTo>
                    <a:pt x="5068931" y="102000"/>
                  </a:lnTo>
                  <a:lnTo>
                    <a:pt x="5035487" y="72562"/>
                  </a:lnTo>
                  <a:lnTo>
                    <a:pt x="4998450" y="47546"/>
                  </a:lnTo>
                  <a:lnTo>
                    <a:pt x="4958237" y="27367"/>
                  </a:lnTo>
                  <a:lnTo>
                    <a:pt x="4915262" y="12439"/>
                  </a:lnTo>
                  <a:lnTo>
                    <a:pt x="4869939" y="3179"/>
                  </a:lnTo>
                  <a:lnTo>
                    <a:pt x="4822685" y="0"/>
                  </a:lnTo>
                  <a:close/>
                </a:path>
              </a:pathLst>
            </a:custGeom>
            <a:solidFill>
              <a:srgbClr val="B4C7E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4100" y="2491740"/>
              <a:ext cx="1007363" cy="5669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14581" y="2482215"/>
              <a:ext cx="1026794" cy="586105"/>
            </a:xfrm>
            <a:custGeom>
              <a:avLst/>
              <a:gdLst/>
              <a:ahLst/>
              <a:cxnLst/>
              <a:rect l="l" t="t" r="r" b="b"/>
              <a:pathLst>
                <a:path w="1026795" h="586105">
                  <a:moveTo>
                    <a:pt x="103530" y="0"/>
                  </a:moveTo>
                  <a:lnTo>
                    <a:pt x="922870" y="0"/>
                  </a:lnTo>
                  <a:lnTo>
                    <a:pt x="943343" y="2070"/>
                  </a:lnTo>
                  <a:lnTo>
                    <a:pt x="980579" y="17729"/>
                  </a:lnTo>
                  <a:lnTo>
                    <a:pt x="1008672" y="45834"/>
                  </a:lnTo>
                  <a:lnTo>
                    <a:pt x="1024343" y="83058"/>
                  </a:lnTo>
                  <a:lnTo>
                    <a:pt x="1026413" y="103530"/>
                  </a:lnTo>
                  <a:lnTo>
                    <a:pt x="1026413" y="482447"/>
                  </a:lnTo>
                  <a:lnTo>
                    <a:pt x="1018273" y="522465"/>
                  </a:lnTo>
                  <a:lnTo>
                    <a:pt x="995972" y="555548"/>
                  </a:lnTo>
                  <a:lnTo>
                    <a:pt x="962888" y="577850"/>
                  </a:lnTo>
                  <a:lnTo>
                    <a:pt x="922870" y="585978"/>
                  </a:lnTo>
                  <a:lnTo>
                    <a:pt x="103530" y="585978"/>
                  </a:lnTo>
                  <a:lnTo>
                    <a:pt x="63512" y="577850"/>
                  </a:lnTo>
                  <a:lnTo>
                    <a:pt x="30429" y="555548"/>
                  </a:lnTo>
                  <a:lnTo>
                    <a:pt x="8127" y="522465"/>
                  </a:lnTo>
                  <a:lnTo>
                    <a:pt x="0" y="482447"/>
                  </a:lnTo>
                  <a:lnTo>
                    <a:pt x="0" y="103530"/>
                  </a:lnTo>
                  <a:lnTo>
                    <a:pt x="8127" y="63512"/>
                  </a:lnTo>
                  <a:lnTo>
                    <a:pt x="30429" y="30429"/>
                  </a:lnTo>
                  <a:lnTo>
                    <a:pt x="63512" y="8128"/>
                  </a:lnTo>
                  <a:lnTo>
                    <a:pt x="10353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16590" y="2431912"/>
            <a:ext cx="29254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connect</a:t>
            </a:r>
            <a:r>
              <a:rPr sz="20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Platform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fr-MA"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End </a:t>
            </a:r>
            <a:r>
              <a:rPr lang="fr-MA" sz="2000" b="1" i="1" spc="-10" dirty="0" err="1">
                <a:solidFill>
                  <a:srgbClr val="FF0000"/>
                </a:solidFill>
                <a:latin typeface="Calibri"/>
                <a:cs typeface="Calibri"/>
              </a:rPr>
              <a:t>device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6791" y="1414132"/>
            <a:ext cx="2025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91283" y="3339089"/>
            <a:ext cx="5171440" cy="887094"/>
            <a:chOff x="1891283" y="3339089"/>
            <a:chExt cx="5171440" cy="887094"/>
          </a:xfrm>
        </p:grpSpPr>
        <p:sp>
          <p:nvSpPr>
            <p:cNvPr id="13" name="object 13"/>
            <p:cNvSpPr/>
            <p:nvPr/>
          </p:nvSpPr>
          <p:spPr>
            <a:xfrm>
              <a:off x="1891283" y="3339089"/>
              <a:ext cx="5171440" cy="887094"/>
            </a:xfrm>
            <a:custGeom>
              <a:avLst/>
              <a:gdLst/>
              <a:ahLst/>
              <a:cxnLst/>
              <a:rect l="l" t="t" r="r" b="b"/>
              <a:pathLst>
                <a:path w="5171440" h="887095">
                  <a:moveTo>
                    <a:pt x="4813160" y="0"/>
                  </a:moveTo>
                  <a:lnTo>
                    <a:pt x="357771" y="0"/>
                  </a:lnTo>
                  <a:lnTo>
                    <a:pt x="309225" y="3265"/>
                  </a:lnTo>
                  <a:lnTo>
                    <a:pt x="262663" y="12779"/>
                  </a:lnTo>
                  <a:lnTo>
                    <a:pt x="218513" y="28114"/>
                  </a:lnTo>
                  <a:lnTo>
                    <a:pt x="177199" y="48844"/>
                  </a:lnTo>
                  <a:lnTo>
                    <a:pt x="139150" y="74543"/>
                  </a:lnTo>
                  <a:lnTo>
                    <a:pt x="104790" y="104786"/>
                  </a:lnTo>
                  <a:lnTo>
                    <a:pt x="74547" y="139144"/>
                  </a:lnTo>
                  <a:lnTo>
                    <a:pt x="48847" y="177194"/>
                  </a:lnTo>
                  <a:lnTo>
                    <a:pt x="28116" y="218507"/>
                  </a:lnTo>
                  <a:lnTo>
                    <a:pt x="12780" y="262659"/>
                  </a:lnTo>
                  <a:lnTo>
                    <a:pt x="3266" y="309222"/>
                  </a:lnTo>
                  <a:lnTo>
                    <a:pt x="0" y="357771"/>
                  </a:lnTo>
                  <a:lnTo>
                    <a:pt x="0" y="529183"/>
                  </a:lnTo>
                  <a:lnTo>
                    <a:pt x="3266" y="577732"/>
                  </a:lnTo>
                  <a:lnTo>
                    <a:pt x="12780" y="624297"/>
                  </a:lnTo>
                  <a:lnTo>
                    <a:pt x="28116" y="668449"/>
                  </a:lnTo>
                  <a:lnTo>
                    <a:pt x="48847" y="709764"/>
                  </a:lnTo>
                  <a:lnTo>
                    <a:pt x="74547" y="747815"/>
                  </a:lnTo>
                  <a:lnTo>
                    <a:pt x="104790" y="782175"/>
                  </a:lnTo>
                  <a:lnTo>
                    <a:pt x="139150" y="812419"/>
                  </a:lnTo>
                  <a:lnTo>
                    <a:pt x="177199" y="838120"/>
                  </a:lnTo>
                  <a:lnTo>
                    <a:pt x="218513" y="858851"/>
                  </a:lnTo>
                  <a:lnTo>
                    <a:pt x="262663" y="874187"/>
                  </a:lnTo>
                  <a:lnTo>
                    <a:pt x="309225" y="883701"/>
                  </a:lnTo>
                  <a:lnTo>
                    <a:pt x="357771" y="886968"/>
                  </a:lnTo>
                  <a:lnTo>
                    <a:pt x="4813160" y="886968"/>
                  </a:lnTo>
                  <a:lnTo>
                    <a:pt x="4861706" y="883701"/>
                  </a:lnTo>
                  <a:lnTo>
                    <a:pt x="4908268" y="874187"/>
                  </a:lnTo>
                  <a:lnTo>
                    <a:pt x="4952418" y="858851"/>
                  </a:lnTo>
                  <a:lnTo>
                    <a:pt x="4993732" y="838120"/>
                  </a:lnTo>
                  <a:lnTo>
                    <a:pt x="5031781" y="812419"/>
                  </a:lnTo>
                  <a:lnTo>
                    <a:pt x="5066141" y="782175"/>
                  </a:lnTo>
                  <a:lnTo>
                    <a:pt x="5096384" y="747815"/>
                  </a:lnTo>
                  <a:lnTo>
                    <a:pt x="5122084" y="709764"/>
                  </a:lnTo>
                  <a:lnTo>
                    <a:pt x="5142815" y="668449"/>
                  </a:lnTo>
                  <a:lnTo>
                    <a:pt x="5158151" y="624297"/>
                  </a:lnTo>
                  <a:lnTo>
                    <a:pt x="5167665" y="577732"/>
                  </a:lnTo>
                  <a:lnTo>
                    <a:pt x="5170932" y="529183"/>
                  </a:lnTo>
                  <a:lnTo>
                    <a:pt x="5170932" y="357771"/>
                  </a:lnTo>
                  <a:lnTo>
                    <a:pt x="5167665" y="309222"/>
                  </a:lnTo>
                  <a:lnTo>
                    <a:pt x="5158151" y="262659"/>
                  </a:lnTo>
                  <a:lnTo>
                    <a:pt x="5142815" y="218507"/>
                  </a:lnTo>
                  <a:lnTo>
                    <a:pt x="5122084" y="177194"/>
                  </a:lnTo>
                  <a:lnTo>
                    <a:pt x="5096384" y="139144"/>
                  </a:lnTo>
                  <a:lnTo>
                    <a:pt x="5066141" y="104786"/>
                  </a:lnTo>
                  <a:lnTo>
                    <a:pt x="5031781" y="74543"/>
                  </a:lnTo>
                  <a:lnTo>
                    <a:pt x="4993732" y="48844"/>
                  </a:lnTo>
                  <a:lnTo>
                    <a:pt x="4952418" y="28114"/>
                  </a:lnTo>
                  <a:lnTo>
                    <a:pt x="4908268" y="12779"/>
                  </a:lnTo>
                  <a:lnTo>
                    <a:pt x="4861706" y="3265"/>
                  </a:lnTo>
                  <a:lnTo>
                    <a:pt x="4813160" y="0"/>
                  </a:lnTo>
                  <a:close/>
                </a:path>
              </a:pathLst>
            </a:custGeom>
            <a:solidFill>
              <a:srgbClr val="B4C7E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5811" y="3456432"/>
              <a:ext cx="1062227" cy="65074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16590" y="3610221"/>
            <a:ext cx="1397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store</a:t>
            </a:r>
            <a:r>
              <a:rPr sz="20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53767" y="4352544"/>
            <a:ext cx="5171440" cy="1877695"/>
          </a:xfrm>
          <a:custGeom>
            <a:avLst/>
            <a:gdLst/>
            <a:ahLst/>
            <a:cxnLst/>
            <a:rect l="l" t="t" r="r" b="b"/>
            <a:pathLst>
              <a:path w="5171440" h="1877695">
                <a:moveTo>
                  <a:pt x="4731448" y="0"/>
                </a:moveTo>
                <a:lnTo>
                  <a:pt x="439483" y="0"/>
                </a:lnTo>
                <a:lnTo>
                  <a:pt x="391596" y="2578"/>
                </a:lnTo>
                <a:lnTo>
                  <a:pt x="345203" y="10136"/>
                </a:lnTo>
                <a:lnTo>
                  <a:pt x="300571" y="22404"/>
                </a:lnTo>
                <a:lnTo>
                  <a:pt x="257970" y="39116"/>
                </a:lnTo>
                <a:lnTo>
                  <a:pt x="217666" y="60001"/>
                </a:lnTo>
                <a:lnTo>
                  <a:pt x="179929" y="84794"/>
                </a:lnTo>
                <a:lnTo>
                  <a:pt x="145025" y="113224"/>
                </a:lnTo>
                <a:lnTo>
                  <a:pt x="113224" y="145025"/>
                </a:lnTo>
                <a:lnTo>
                  <a:pt x="84794" y="179929"/>
                </a:lnTo>
                <a:lnTo>
                  <a:pt x="60001" y="217666"/>
                </a:lnTo>
                <a:lnTo>
                  <a:pt x="39116" y="257970"/>
                </a:lnTo>
                <a:lnTo>
                  <a:pt x="22404" y="300571"/>
                </a:lnTo>
                <a:lnTo>
                  <a:pt x="10136" y="345203"/>
                </a:lnTo>
                <a:lnTo>
                  <a:pt x="2578" y="391596"/>
                </a:lnTo>
                <a:lnTo>
                  <a:pt x="0" y="439483"/>
                </a:lnTo>
                <a:lnTo>
                  <a:pt x="0" y="1438084"/>
                </a:lnTo>
                <a:lnTo>
                  <a:pt x="2578" y="1485971"/>
                </a:lnTo>
                <a:lnTo>
                  <a:pt x="10136" y="1532364"/>
                </a:lnTo>
                <a:lnTo>
                  <a:pt x="22404" y="1576996"/>
                </a:lnTo>
                <a:lnTo>
                  <a:pt x="39116" y="1619597"/>
                </a:lnTo>
                <a:lnTo>
                  <a:pt x="60001" y="1659901"/>
                </a:lnTo>
                <a:lnTo>
                  <a:pt x="84794" y="1697638"/>
                </a:lnTo>
                <a:lnTo>
                  <a:pt x="113224" y="1732542"/>
                </a:lnTo>
                <a:lnTo>
                  <a:pt x="145025" y="1764343"/>
                </a:lnTo>
                <a:lnTo>
                  <a:pt x="179929" y="1792773"/>
                </a:lnTo>
                <a:lnTo>
                  <a:pt x="217666" y="1817566"/>
                </a:lnTo>
                <a:lnTo>
                  <a:pt x="257970" y="1838451"/>
                </a:lnTo>
                <a:lnTo>
                  <a:pt x="300571" y="1855163"/>
                </a:lnTo>
                <a:lnTo>
                  <a:pt x="345203" y="1867431"/>
                </a:lnTo>
                <a:lnTo>
                  <a:pt x="391596" y="1874989"/>
                </a:lnTo>
                <a:lnTo>
                  <a:pt x="439483" y="1877567"/>
                </a:lnTo>
                <a:lnTo>
                  <a:pt x="4731448" y="1877567"/>
                </a:lnTo>
                <a:lnTo>
                  <a:pt x="4779335" y="1874989"/>
                </a:lnTo>
                <a:lnTo>
                  <a:pt x="4825728" y="1867431"/>
                </a:lnTo>
                <a:lnTo>
                  <a:pt x="4870360" y="1855163"/>
                </a:lnTo>
                <a:lnTo>
                  <a:pt x="4912961" y="1838451"/>
                </a:lnTo>
                <a:lnTo>
                  <a:pt x="4953265" y="1817566"/>
                </a:lnTo>
                <a:lnTo>
                  <a:pt x="4991002" y="1792773"/>
                </a:lnTo>
                <a:lnTo>
                  <a:pt x="5025906" y="1764343"/>
                </a:lnTo>
                <a:lnTo>
                  <a:pt x="5057707" y="1732542"/>
                </a:lnTo>
                <a:lnTo>
                  <a:pt x="5086137" y="1697638"/>
                </a:lnTo>
                <a:lnTo>
                  <a:pt x="5110930" y="1659901"/>
                </a:lnTo>
                <a:lnTo>
                  <a:pt x="5131815" y="1619597"/>
                </a:lnTo>
                <a:lnTo>
                  <a:pt x="5148527" y="1576996"/>
                </a:lnTo>
                <a:lnTo>
                  <a:pt x="5160795" y="1532364"/>
                </a:lnTo>
                <a:lnTo>
                  <a:pt x="5168353" y="1485971"/>
                </a:lnTo>
                <a:lnTo>
                  <a:pt x="5170932" y="1438084"/>
                </a:lnTo>
                <a:lnTo>
                  <a:pt x="5170932" y="439483"/>
                </a:lnTo>
                <a:lnTo>
                  <a:pt x="5168353" y="391596"/>
                </a:lnTo>
                <a:lnTo>
                  <a:pt x="5160795" y="345203"/>
                </a:lnTo>
                <a:lnTo>
                  <a:pt x="5148527" y="300571"/>
                </a:lnTo>
                <a:lnTo>
                  <a:pt x="5131815" y="257970"/>
                </a:lnTo>
                <a:lnTo>
                  <a:pt x="5110930" y="217666"/>
                </a:lnTo>
                <a:lnTo>
                  <a:pt x="5086137" y="179929"/>
                </a:lnTo>
                <a:lnTo>
                  <a:pt x="5057707" y="145025"/>
                </a:lnTo>
                <a:lnTo>
                  <a:pt x="5025906" y="113224"/>
                </a:lnTo>
                <a:lnTo>
                  <a:pt x="4991002" y="84794"/>
                </a:lnTo>
                <a:lnTo>
                  <a:pt x="4953265" y="60001"/>
                </a:lnTo>
                <a:lnTo>
                  <a:pt x="4912961" y="39116"/>
                </a:lnTo>
                <a:lnTo>
                  <a:pt x="4870360" y="22404"/>
                </a:lnTo>
                <a:lnTo>
                  <a:pt x="4825728" y="10136"/>
                </a:lnTo>
                <a:lnTo>
                  <a:pt x="4779335" y="2578"/>
                </a:lnTo>
                <a:lnTo>
                  <a:pt x="4731448" y="0"/>
                </a:lnTo>
                <a:close/>
              </a:path>
            </a:pathLst>
          </a:custGeom>
          <a:solidFill>
            <a:srgbClr val="B4C7E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63265" y="4976233"/>
            <a:ext cx="302133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sz="20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dashboards</a:t>
            </a:r>
            <a:r>
              <a:rPr sz="20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customize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Interface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46960" y="4770123"/>
            <a:ext cx="1077595" cy="1082040"/>
            <a:chOff x="2346960" y="4770123"/>
            <a:chExt cx="1077595" cy="1082040"/>
          </a:xfrm>
        </p:grpSpPr>
        <p:sp>
          <p:nvSpPr>
            <p:cNvPr id="19" name="object 19"/>
            <p:cNvSpPr/>
            <p:nvPr/>
          </p:nvSpPr>
          <p:spPr>
            <a:xfrm>
              <a:off x="2346960" y="4770123"/>
              <a:ext cx="1077595" cy="1082040"/>
            </a:xfrm>
            <a:custGeom>
              <a:avLst/>
              <a:gdLst/>
              <a:ahLst/>
              <a:cxnLst/>
              <a:rect l="l" t="t" r="r" b="b"/>
              <a:pathLst>
                <a:path w="1077595" h="1082039">
                  <a:moveTo>
                    <a:pt x="897890" y="0"/>
                  </a:moveTo>
                  <a:lnTo>
                    <a:pt x="179578" y="0"/>
                  </a:lnTo>
                  <a:lnTo>
                    <a:pt x="131840" y="6414"/>
                  </a:lnTo>
                  <a:lnTo>
                    <a:pt x="88943" y="24518"/>
                  </a:lnTo>
                  <a:lnTo>
                    <a:pt x="52598" y="52598"/>
                  </a:lnTo>
                  <a:lnTo>
                    <a:pt x="24518" y="88943"/>
                  </a:lnTo>
                  <a:lnTo>
                    <a:pt x="6414" y="131840"/>
                  </a:lnTo>
                  <a:lnTo>
                    <a:pt x="0" y="179577"/>
                  </a:lnTo>
                  <a:lnTo>
                    <a:pt x="0" y="902449"/>
                  </a:lnTo>
                  <a:lnTo>
                    <a:pt x="6414" y="950192"/>
                  </a:lnTo>
                  <a:lnTo>
                    <a:pt x="24518" y="993092"/>
                  </a:lnTo>
                  <a:lnTo>
                    <a:pt x="52598" y="1029439"/>
                  </a:lnTo>
                  <a:lnTo>
                    <a:pt x="88943" y="1057521"/>
                  </a:lnTo>
                  <a:lnTo>
                    <a:pt x="131840" y="1075624"/>
                  </a:lnTo>
                  <a:lnTo>
                    <a:pt x="179578" y="1082039"/>
                  </a:lnTo>
                  <a:lnTo>
                    <a:pt x="897890" y="1082039"/>
                  </a:lnTo>
                  <a:lnTo>
                    <a:pt x="945627" y="1075624"/>
                  </a:lnTo>
                  <a:lnTo>
                    <a:pt x="988524" y="1057521"/>
                  </a:lnTo>
                  <a:lnTo>
                    <a:pt x="1024869" y="1029439"/>
                  </a:lnTo>
                  <a:lnTo>
                    <a:pt x="1052949" y="993092"/>
                  </a:lnTo>
                  <a:lnTo>
                    <a:pt x="1071053" y="950192"/>
                  </a:lnTo>
                  <a:lnTo>
                    <a:pt x="1077468" y="902449"/>
                  </a:lnTo>
                  <a:lnTo>
                    <a:pt x="1077468" y="179577"/>
                  </a:lnTo>
                  <a:lnTo>
                    <a:pt x="1071053" y="131840"/>
                  </a:lnTo>
                  <a:lnTo>
                    <a:pt x="1052949" y="88943"/>
                  </a:lnTo>
                  <a:lnTo>
                    <a:pt x="1024869" y="52598"/>
                  </a:lnTo>
                  <a:lnTo>
                    <a:pt x="988524" y="24518"/>
                  </a:lnTo>
                  <a:lnTo>
                    <a:pt x="945627" y="6414"/>
                  </a:lnTo>
                  <a:lnTo>
                    <a:pt x="8978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6688" y="4849368"/>
              <a:ext cx="864107" cy="915923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7366558" y="2528925"/>
            <a:ext cx="376555" cy="377825"/>
          </a:xfrm>
          <a:custGeom>
            <a:avLst/>
            <a:gdLst/>
            <a:ahLst/>
            <a:cxnLst/>
            <a:rect l="l" t="t" r="r" b="b"/>
            <a:pathLst>
              <a:path w="376554" h="377825">
                <a:moveTo>
                  <a:pt x="376529" y="160083"/>
                </a:moveTo>
                <a:lnTo>
                  <a:pt x="216496" y="160083"/>
                </a:lnTo>
                <a:lnTo>
                  <a:pt x="216496" y="0"/>
                </a:lnTo>
                <a:lnTo>
                  <a:pt x="160020" y="0"/>
                </a:lnTo>
                <a:lnTo>
                  <a:pt x="160020" y="160083"/>
                </a:lnTo>
                <a:lnTo>
                  <a:pt x="0" y="160083"/>
                </a:lnTo>
                <a:lnTo>
                  <a:pt x="0" y="217258"/>
                </a:lnTo>
                <a:lnTo>
                  <a:pt x="160020" y="217258"/>
                </a:lnTo>
                <a:lnTo>
                  <a:pt x="160020" y="377342"/>
                </a:lnTo>
                <a:lnTo>
                  <a:pt x="216496" y="377342"/>
                </a:lnTo>
                <a:lnTo>
                  <a:pt x="216496" y="217258"/>
                </a:lnTo>
                <a:lnTo>
                  <a:pt x="376529" y="217258"/>
                </a:lnTo>
                <a:lnTo>
                  <a:pt x="376529" y="1600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8087868" y="2336297"/>
            <a:ext cx="3091180" cy="887094"/>
            <a:chOff x="8087868" y="2336297"/>
            <a:chExt cx="3091180" cy="887094"/>
          </a:xfrm>
        </p:grpSpPr>
        <p:sp>
          <p:nvSpPr>
            <p:cNvPr id="23" name="object 23"/>
            <p:cNvSpPr/>
            <p:nvPr/>
          </p:nvSpPr>
          <p:spPr>
            <a:xfrm>
              <a:off x="8087868" y="2336297"/>
              <a:ext cx="3091180" cy="887094"/>
            </a:xfrm>
            <a:custGeom>
              <a:avLst/>
              <a:gdLst/>
              <a:ahLst/>
              <a:cxnLst/>
              <a:rect l="l" t="t" r="r" b="b"/>
              <a:pathLst>
                <a:path w="3091179" h="887094">
                  <a:moveTo>
                    <a:pt x="2732900" y="0"/>
                  </a:moveTo>
                  <a:lnTo>
                    <a:pt x="357771" y="0"/>
                  </a:lnTo>
                  <a:lnTo>
                    <a:pt x="309225" y="3265"/>
                  </a:lnTo>
                  <a:lnTo>
                    <a:pt x="262663" y="12779"/>
                  </a:lnTo>
                  <a:lnTo>
                    <a:pt x="218513" y="28114"/>
                  </a:lnTo>
                  <a:lnTo>
                    <a:pt x="177199" y="48844"/>
                  </a:lnTo>
                  <a:lnTo>
                    <a:pt x="139150" y="74543"/>
                  </a:lnTo>
                  <a:lnTo>
                    <a:pt x="104790" y="104786"/>
                  </a:lnTo>
                  <a:lnTo>
                    <a:pt x="74547" y="139144"/>
                  </a:lnTo>
                  <a:lnTo>
                    <a:pt x="48847" y="177194"/>
                  </a:lnTo>
                  <a:lnTo>
                    <a:pt x="28116" y="218507"/>
                  </a:lnTo>
                  <a:lnTo>
                    <a:pt x="12780" y="262659"/>
                  </a:lnTo>
                  <a:lnTo>
                    <a:pt x="3266" y="309222"/>
                  </a:lnTo>
                  <a:lnTo>
                    <a:pt x="0" y="357771"/>
                  </a:lnTo>
                  <a:lnTo>
                    <a:pt x="0" y="529183"/>
                  </a:lnTo>
                  <a:lnTo>
                    <a:pt x="3266" y="577732"/>
                  </a:lnTo>
                  <a:lnTo>
                    <a:pt x="12780" y="624297"/>
                  </a:lnTo>
                  <a:lnTo>
                    <a:pt x="28116" y="668449"/>
                  </a:lnTo>
                  <a:lnTo>
                    <a:pt x="48847" y="709764"/>
                  </a:lnTo>
                  <a:lnTo>
                    <a:pt x="74547" y="747815"/>
                  </a:lnTo>
                  <a:lnTo>
                    <a:pt x="104790" y="782175"/>
                  </a:lnTo>
                  <a:lnTo>
                    <a:pt x="139150" y="812419"/>
                  </a:lnTo>
                  <a:lnTo>
                    <a:pt x="177199" y="838120"/>
                  </a:lnTo>
                  <a:lnTo>
                    <a:pt x="218513" y="858851"/>
                  </a:lnTo>
                  <a:lnTo>
                    <a:pt x="262663" y="874187"/>
                  </a:lnTo>
                  <a:lnTo>
                    <a:pt x="309225" y="883701"/>
                  </a:lnTo>
                  <a:lnTo>
                    <a:pt x="357771" y="886967"/>
                  </a:lnTo>
                  <a:lnTo>
                    <a:pt x="2732900" y="886967"/>
                  </a:lnTo>
                  <a:lnTo>
                    <a:pt x="2781446" y="883701"/>
                  </a:lnTo>
                  <a:lnTo>
                    <a:pt x="2828008" y="874187"/>
                  </a:lnTo>
                  <a:lnTo>
                    <a:pt x="2872158" y="858851"/>
                  </a:lnTo>
                  <a:lnTo>
                    <a:pt x="2913472" y="838120"/>
                  </a:lnTo>
                  <a:lnTo>
                    <a:pt x="2951521" y="812419"/>
                  </a:lnTo>
                  <a:lnTo>
                    <a:pt x="2985881" y="782175"/>
                  </a:lnTo>
                  <a:lnTo>
                    <a:pt x="3016124" y="747815"/>
                  </a:lnTo>
                  <a:lnTo>
                    <a:pt x="3041824" y="709764"/>
                  </a:lnTo>
                  <a:lnTo>
                    <a:pt x="3062555" y="668449"/>
                  </a:lnTo>
                  <a:lnTo>
                    <a:pt x="3077891" y="624297"/>
                  </a:lnTo>
                  <a:lnTo>
                    <a:pt x="3087405" y="577732"/>
                  </a:lnTo>
                  <a:lnTo>
                    <a:pt x="3090672" y="529183"/>
                  </a:lnTo>
                  <a:lnTo>
                    <a:pt x="3090672" y="357771"/>
                  </a:lnTo>
                  <a:lnTo>
                    <a:pt x="3087405" y="309222"/>
                  </a:lnTo>
                  <a:lnTo>
                    <a:pt x="3077891" y="262659"/>
                  </a:lnTo>
                  <a:lnTo>
                    <a:pt x="3062555" y="218507"/>
                  </a:lnTo>
                  <a:lnTo>
                    <a:pt x="3041824" y="177194"/>
                  </a:lnTo>
                  <a:lnTo>
                    <a:pt x="3016124" y="139144"/>
                  </a:lnTo>
                  <a:lnTo>
                    <a:pt x="2985881" y="104786"/>
                  </a:lnTo>
                  <a:lnTo>
                    <a:pt x="2951521" y="74543"/>
                  </a:lnTo>
                  <a:lnTo>
                    <a:pt x="2913472" y="48844"/>
                  </a:lnTo>
                  <a:lnTo>
                    <a:pt x="2872158" y="28114"/>
                  </a:lnTo>
                  <a:lnTo>
                    <a:pt x="2828008" y="12779"/>
                  </a:lnTo>
                  <a:lnTo>
                    <a:pt x="2781446" y="3265"/>
                  </a:lnTo>
                  <a:lnTo>
                    <a:pt x="2732900" y="0"/>
                  </a:lnTo>
                  <a:close/>
                </a:path>
              </a:pathLst>
            </a:custGeom>
            <a:solidFill>
              <a:srgbClr val="B4C7E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33815" y="2444495"/>
              <a:ext cx="979805" cy="650875"/>
            </a:xfrm>
            <a:custGeom>
              <a:avLst/>
              <a:gdLst/>
              <a:ahLst/>
              <a:cxnLst/>
              <a:rect l="l" t="t" r="r" b="b"/>
              <a:pathLst>
                <a:path w="979804" h="650875">
                  <a:moveTo>
                    <a:pt x="877570" y="650748"/>
                  </a:moveTo>
                  <a:lnTo>
                    <a:pt x="108458" y="650748"/>
                  </a:lnTo>
                  <a:lnTo>
                    <a:pt x="66244" y="642225"/>
                  </a:lnTo>
                  <a:lnTo>
                    <a:pt x="31770" y="618983"/>
                  </a:lnTo>
                  <a:lnTo>
                    <a:pt x="8525" y="584509"/>
                  </a:lnTo>
                  <a:lnTo>
                    <a:pt x="0" y="542290"/>
                  </a:lnTo>
                  <a:lnTo>
                    <a:pt x="0" y="108458"/>
                  </a:lnTo>
                  <a:lnTo>
                    <a:pt x="8525" y="66238"/>
                  </a:lnTo>
                  <a:lnTo>
                    <a:pt x="31770" y="31764"/>
                  </a:lnTo>
                  <a:lnTo>
                    <a:pt x="66244" y="8522"/>
                  </a:lnTo>
                  <a:lnTo>
                    <a:pt x="108458" y="0"/>
                  </a:lnTo>
                  <a:lnTo>
                    <a:pt x="877570" y="0"/>
                  </a:lnTo>
                  <a:lnTo>
                    <a:pt x="940737" y="20288"/>
                  </a:lnTo>
                  <a:lnTo>
                    <a:pt x="972422" y="58476"/>
                  </a:lnTo>
                  <a:lnTo>
                    <a:pt x="979767" y="97575"/>
                  </a:lnTo>
                  <a:lnTo>
                    <a:pt x="979767" y="556180"/>
                  </a:lnTo>
                  <a:lnTo>
                    <a:pt x="964121" y="607655"/>
                  </a:lnTo>
                  <a:lnTo>
                    <a:pt x="911319" y="645392"/>
                  </a:lnTo>
                  <a:lnTo>
                    <a:pt x="877570" y="6507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9419" y="2444496"/>
              <a:ext cx="697153" cy="65074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9593403" y="2601343"/>
            <a:ext cx="1412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MQTT</a:t>
            </a:r>
            <a:r>
              <a:rPr sz="20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broker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194114" y="3610171"/>
            <a:ext cx="2258060" cy="233108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3600" b="1" i="1" dirty="0">
                <a:latin typeface="Calibri"/>
                <a:cs typeface="Calibri"/>
              </a:rPr>
              <a:t>MING</a:t>
            </a:r>
            <a:r>
              <a:rPr sz="3600" b="1" i="1" spc="-90" dirty="0">
                <a:latin typeface="Calibri"/>
                <a:cs typeface="Calibri"/>
              </a:rPr>
              <a:t> </a:t>
            </a:r>
            <a:r>
              <a:rPr sz="3600" b="1" i="1" spc="-20" dirty="0">
                <a:latin typeface="Calibri"/>
                <a:cs typeface="Calibri"/>
              </a:rPr>
              <a:t>Stack</a:t>
            </a:r>
            <a:endParaRPr sz="3600" dirty="0">
              <a:latin typeface="Calibri"/>
              <a:cs typeface="Calibri"/>
            </a:endParaRPr>
          </a:p>
          <a:p>
            <a:pPr marL="31750" marR="687705">
              <a:lnSpc>
                <a:spcPct val="100000"/>
              </a:lnSpc>
              <a:spcBef>
                <a:spcPts val="170"/>
              </a:spcBef>
            </a:pP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2800" b="1" i="1" spc="-10" dirty="0">
                <a:latin typeface="Calibri"/>
                <a:cs typeface="Calibri"/>
              </a:rPr>
              <a:t>osquitto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800" b="1" i="1" spc="-10" dirty="0">
                <a:latin typeface="Calibri"/>
                <a:cs typeface="Calibri"/>
              </a:rPr>
              <a:t>nfluxdB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800" b="1" i="1" spc="-10" dirty="0">
                <a:latin typeface="Calibri"/>
                <a:cs typeface="Calibri"/>
              </a:rPr>
              <a:t>odeRED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2800" b="1" i="1" spc="-10" dirty="0">
                <a:latin typeface="Calibri"/>
                <a:cs typeface="Calibri"/>
              </a:rPr>
              <a:t>rafana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28" name="object 7">
            <a:extLst>
              <a:ext uri="{FF2B5EF4-FFF2-40B4-BE49-F238E27FC236}">
                <a16:creationId xmlns:a16="http://schemas.microsoft.com/office/drawing/2014/main" id="{9367EB48-D10D-4915-5F2D-DA5E6D4259E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IoT</a:t>
            </a:r>
            <a:r>
              <a:rPr spc="-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8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architectures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515912" y="3750157"/>
            <a:ext cx="647065" cy="877569"/>
          </a:xfrm>
          <a:custGeom>
            <a:avLst/>
            <a:gdLst/>
            <a:ahLst/>
            <a:cxnLst/>
            <a:rect l="l" t="t" r="r" b="b"/>
            <a:pathLst>
              <a:path w="647065" h="877570">
                <a:moveTo>
                  <a:pt x="646607" y="600125"/>
                </a:moveTo>
                <a:lnTo>
                  <a:pt x="638035" y="621233"/>
                </a:lnTo>
                <a:lnTo>
                  <a:pt x="613613" y="640638"/>
                </a:lnTo>
                <a:lnTo>
                  <a:pt x="577329" y="656907"/>
                </a:lnTo>
                <a:lnTo>
                  <a:pt x="577329" y="761695"/>
                </a:lnTo>
                <a:lnTo>
                  <a:pt x="575665" y="771144"/>
                </a:lnTo>
                <a:lnTo>
                  <a:pt x="570979" y="778433"/>
                </a:lnTo>
                <a:lnTo>
                  <a:pt x="563689" y="783120"/>
                </a:lnTo>
                <a:lnTo>
                  <a:pt x="554240" y="784783"/>
                </a:lnTo>
                <a:lnTo>
                  <a:pt x="544779" y="783120"/>
                </a:lnTo>
                <a:lnTo>
                  <a:pt x="537489" y="778433"/>
                </a:lnTo>
                <a:lnTo>
                  <a:pt x="532803" y="771144"/>
                </a:lnTo>
                <a:lnTo>
                  <a:pt x="531139" y="761695"/>
                </a:lnTo>
                <a:lnTo>
                  <a:pt x="532803" y="752246"/>
                </a:lnTo>
                <a:lnTo>
                  <a:pt x="537489" y="744956"/>
                </a:lnTo>
                <a:lnTo>
                  <a:pt x="544779" y="740270"/>
                </a:lnTo>
                <a:lnTo>
                  <a:pt x="554240" y="738619"/>
                </a:lnTo>
                <a:lnTo>
                  <a:pt x="563689" y="740270"/>
                </a:lnTo>
                <a:lnTo>
                  <a:pt x="570979" y="744956"/>
                </a:lnTo>
                <a:lnTo>
                  <a:pt x="575665" y="752246"/>
                </a:lnTo>
                <a:lnTo>
                  <a:pt x="577329" y="761695"/>
                </a:lnTo>
                <a:lnTo>
                  <a:pt x="577329" y="656907"/>
                </a:lnTo>
                <a:lnTo>
                  <a:pt x="525208" y="672096"/>
                </a:lnTo>
                <a:lnTo>
                  <a:pt x="465162" y="683031"/>
                </a:lnTo>
                <a:lnTo>
                  <a:pt x="397205" y="690003"/>
                </a:lnTo>
                <a:lnTo>
                  <a:pt x="323303" y="692454"/>
                </a:lnTo>
                <a:lnTo>
                  <a:pt x="249402" y="690003"/>
                </a:lnTo>
                <a:lnTo>
                  <a:pt x="181444" y="683031"/>
                </a:lnTo>
                <a:lnTo>
                  <a:pt x="121399" y="672096"/>
                </a:lnTo>
                <a:lnTo>
                  <a:pt x="71259" y="657783"/>
                </a:lnTo>
                <a:lnTo>
                  <a:pt x="32994" y="640638"/>
                </a:lnTo>
                <a:lnTo>
                  <a:pt x="0" y="600125"/>
                </a:lnTo>
                <a:lnTo>
                  <a:pt x="0" y="784783"/>
                </a:lnTo>
                <a:lnTo>
                  <a:pt x="32994" y="825284"/>
                </a:lnTo>
                <a:lnTo>
                  <a:pt x="71259" y="842441"/>
                </a:lnTo>
                <a:lnTo>
                  <a:pt x="121399" y="856754"/>
                </a:lnTo>
                <a:lnTo>
                  <a:pt x="181444" y="867689"/>
                </a:lnTo>
                <a:lnTo>
                  <a:pt x="249402" y="874661"/>
                </a:lnTo>
                <a:lnTo>
                  <a:pt x="323303" y="877100"/>
                </a:lnTo>
                <a:lnTo>
                  <a:pt x="397205" y="874661"/>
                </a:lnTo>
                <a:lnTo>
                  <a:pt x="465162" y="867689"/>
                </a:lnTo>
                <a:lnTo>
                  <a:pt x="525208" y="856754"/>
                </a:lnTo>
                <a:lnTo>
                  <a:pt x="575348" y="842441"/>
                </a:lnTo>
                <a:lnTo>
                  <a:pt x="613613" y="825284"/>
                </a:lnTo>
                <a:lnTo>
                  <a:pt x="646607" y="784783"/>
                </a:lnTo>
                <a:lnTo>
                  <a:pt x="646607" y="738619"/>
                </a:lnTo>
                <a:lnTo>
                  <a:pt x="646607" y="692454"/>
                </a:lnTo>
                <a:lnTo>
                  <a:pt x="646607" y="600125"/>
                </a:lnTo>
                <a:close/>
              </a:path>
              <a:path w="647065" h="877570">
                <a:moveTo>
                  <a:pt x="646607" y="369303"/>
                </a:moveTo>
                <a:lnTo>
                  <a:pt x="638035" y="390410"/>
                </a:lnTo>
                <a:lnTo>
                  <a:pt x="613613" y="409816"/>
                </a:lnTo>
                <a:lnTo>
                  <a:pt x="577329" y="426085"/>
                </a:lnTo>
                <a:lnTo>
                  <a:pt x="577329" y="530872"/>
                </a:lnTo>
                <a:lnTo>
                  <a:pt x="575665" y="540321"/>
                </a:lnTo>
                <a:lnTo>
                  <a:pt x="570979" y="547611"/>
                </a:lnTo>
                <a:lnTo>
                  <a:pt x="563689" y="552297"/>
                </a:lnTo>
                <a:lnTo>
                  <a:pt x="554240" y="553961"/>
                </a:lnTo>
                <a:lnTo>
                  <a:pt x="544779" y="552297"/>
                </a:lnTo>
                <a:lnTo>
                  <a:pt x="537489" y="547611"/>
                </a:lnTo>
                <a:lnTo>
                  <a:pt x="532803" y="540321"/>
                </a:lnTo>
                <a:lnTo>
                  <a:pt x="531139" y="530872"/>
                </a:lnTo>
                <a:lnTo>
                  <a:pt x="532803" y="521423"/>
                </a:lnTo>
                <a:lnTo>
                  <a:pt x="537489" y="514146"/>
                </a:lnTo>
                <a:lnTo>
                  <a:pt x="544779" y="509460"/>
                </a:lnTo>
                <a:lnTo>
                  <a:pt x="554240" y="507796"/>
                </a:lnTo>
                <a:lnTo>
                  <a:pt x="563689" y="509460"/>
                </a:lnTo>
                <a:lnTo>
                  <a:pt x="570979" y="514146"/>
                </a:lnTo>
                <a:lnTo>
                  <a:pt x="575665" y="521423"/>
                </a:lnTo>
                <a:lnTo>
                  <a:pt x="577329" y="530872"/>
                </a:lnTo>
                <a:lnTo>
                  <a:pt x="577329" y="426085"/>
                </a:lnTo>
                <a:lnTo>
                  <a:pt x="525208" y="441286"/>
                </a:lnTo>
                <a:lnTo>
                  <a:pt x="465162" y="452208"/>
                </a:lnTo>
                <a:lnTo>
                  <a:pt x="397205" y="459181"/>
                </a:lnTo>
                <a:lnTo>
                  <a:pt x="323303" y="461632"/>
                </a:lnTo>
                <a:lnTo>
                  <a:pt x="249402" y="459181"/>
                </a:lnTo>
                <a:lnTo>
                  <a:pt x="181444" y="452208"/>
                </a:lnTo>
                <a:lnTo>
                  <a:pt x="121399" y="441286"/>
                </a:lnTo>
                <a:lnTo>
                  <a:pt x="71259" y="426961"/>
                </a:lnTo>
                <a:lnTo>
                  <a:pt x="32994" y="409816"/>
                </a:lnTo>
                <a:lnTo>
                  <a:pt x="0" y="369303"/>
                </a:lnTo>
                <a:lnTo>
                  <a:pt x="0" y="553961"/>
                </a:lnTo>
                <a:lnTo>
                  <a:pt x="32994" y="594474"/>
                </a:lnTo>
                <a:lnTo>
                  <a:pt x="71259" y="611619"/>
                </a:lnTo>
                <a:lnTo>
                  <a:pt x="121399" y="625932"/>
                </a:lnTo>
                <a:lnTo>
                  <a:pt x="181444" y="636866"/>
                </a:lnTo>
                <a:lnTo>
                  <a:pt x="249402" y="643839"/>
                </a:lnTo>
                <a:lnTo>
                  <a:pt x="323303" y="646290"/>
                </a:lnTo>
                <a:lnTo>
                  <a:pt x="397205" y="643839"/>
                </a:lnTo>
                <a:lnTo>
                  <a:pt x="465162" y="636866"/>
                </a:lnTo>
                <a:lnTo>
                  <a:pt x="525208" y="625932"/>
                </a:lnTo>
                <a:lnTo>
                  <a:pt x="575348" y="611619"/>
                </a:lnTo>
                <a:lnTo>
                  <a:pt x="613613" y="594474"/>
                </a:lnTo>
                <a:lnTo>
                  <a:pt x="646607" y="553961"/>
                </a:lnTo>
                <a:lnTo>
                  <a:pt x="646607" y="507796"/>
                </a:lnTo>
                <a:lnTo>
                  <a:pt x="646607" y="461632"/>
                </a:lnTo>
                <a:lnTo>
                  <a:pt x="646607" y="369303"/>
                </a:lnTo>
                <a:close/>
              </a:path>
              <a:path w="647065" h="877570">
                <a:moveTo>
                  <a:pt x="646607" y="138493"/>
                </a:moveTo>
                <a:lnTo>
                  <a:pt x="638035" y="159588"/>
                </a:lnTo>
                <a:lnTo>
                  <a:pt x="613613" y="178993"/>
                </a:lnTo>
                <a:lnTo>
                  <a:pt x="577329" y="195275"/>
                </a:lnTo>
                <a:lnTo>
                  <a:pt x="577329" y="300062"/>
                </a:lnTo>
                <a:lnTo>
                  <a:pt x="575665" y="309511"/>
                </a:lnTo>
                <a:lnTo>
                  <a:pt x="570979" y="316788"/>
                </a:lnTo>
                <a:lnTo>
                  <a:pt x="563689" y="321487"/>
                </a:lnTo>
                <a:lnTo>
                  <a:pt x="554240" y="323138"/>
                </a:lnTo>
                <a:lnTo>
                  <a:pt x="544779" y="321487"/>
                </a:lnTo>
                <a:lnTo>
                  <a:pt x="537489" y="316788"/>
                </a:lnTo>
                <a:lnTo>
                  <a:pt x="532803" y="309511"/>
                </a:lnTo>
                <a:lnTo>
                  <a:pt x="531139" y="300062"/>
                </a:lnTo>
                <a:lnTo>
                  <a:pt x="532803" y="290614"/>
                </a:lnTo>
                <a:lnTo>
                  <a:pt x="537489" y="283324"/>
                </a:lnTo>
                <a:lnTo>
                  <a:pt x="544779" y="278638"/>
                </a:lnTo>
                <a:lnTo>
                  <a:pt x="554240" y="276974"/>
                </a:lnTo>
                <a:lnTo>
                  <a:pt x="563689" y="278638"/>
                </a:lnTo>
                <a:lnTo>
                  <a:pt x="570979" y="283324"/>
                </a:lnTo>
                <a:lnTo>
                  <a:pt x="575665" y="290614"/>
                </a:lnTo>
                <a:lnTo>
                  <a:pt x="577329" y="300062"/>
                </a:lnTo>
                <a:lnTo>
                  <a:pt x="577329" y="195275"/>
                </a:lnTo>
                <a:lnTo>
                  <a:pt x="525208" y="210464"/>
                </a:lnTo>
                <a:lnTo>
                  <a:pt x="465162" y="221399"/>
                </a:lnTo>
                <a:lnTo>
                  <a:pt x="397205" y="228371"/>
                </a:lnTo>
                <a:lnTo>
                  <a:pt x="323303" y="230809"/>
                </a:lnTo>
                <a:lnTo>
                  <a:pt x="249402" y="228371"/>
                </a:lnTo>
                <a:lnTo>
                  <a:pt x="181444" y="221399"/>
                </a:lnTo>
                <a:lnTo>
                  <a:pt x="121399" y="210464"/>
                </a:lnTo>
                <a:lnTo>
                  <a:pt x="71259" y="196151"/>
                </a:lnTo>
                <a:lnTo>
                  <a:pt x="32994" y="178993"/>
                </a:lnTo>
                <a:lnTo>
                  <a:pt x="0" y="138493"/>
                </a:lnTo>
                <a:lnTo>
                  <a:pt x="0" y="323138"/>
                </a:lnTo>
                <a:lnTo>
                  <a:pt x="32994" y="363651"/>
                </a:lnTo>
                <a:lnTo>
                  <a:pt x="71259" y="380796"/>
                </a:lnTo>
                <a:lnTo>
                  <a:pt x="121399" y="395122"/>
                </a:lnTo>
                <a:lnTo>
                  <a:pt x="181444" y="406044"/>
                </a:lnTo>
                <a:lnTo>
                  <a:pt x="249402" y="413016"/>
                </a:lnTo>
                <a:lnTo>
                  <a:pt x="323303" y="415467"/>
                </a:lnTo>
                <a:lnTo>
                  <a:pt x="397205" y="413016"/>
                </a:lnTo>
                <a:lnTo>
                  <a:pt x="465162" y="406044"/>
                </a:lnTo>
                <a:lnTo>
                  <a:pt x="525208" y="395122"/>
                </a:lnTo>
                <a:lnTo>
                  <a:pt x="575348" y="380796"/>
                </a:lnTo>
                <a:lnTo>
                  <a:pt x="613613" y="363651"/>
                </a:lnTo>
                <a:lnTo>
                  <a:pt x="646607" y="323138"/>
                </a:lnTo>
                <a:lnTo>
                  <a:pt x="646607" y="276974"/>
                </a:lnTo>
                <a:lnTo>
                  <a:pt x="646607" y="230809"/>
                </a:lnTo>
                <a:lnTo>
                  <a:pt x="646607" y="138493"/>
                </a:lnTo>
                <a:close/>
              </a:path>
              <a:path w="647065" h="877570">
                <a:moveTo>
                  <a:pt x="646607" y="92329"/>
                </a:moveTo>
                <a:lnTo>
                  <a:pt x="613752" y="51727"/>
                </a:lnTo>
                <a:lnTo>
                  <a:pt x="575589" y="34582"/>
                </a:lnTo>
                <a:lnTo>
                  <a:pt x="525513" y="20281"/>
                </a:lnTo>
                <a:lnTo>
                  <a:pt x="465480" y="9385"/>
                </a:lnTo>
                <a:lnTo>
                  <a:pt x="397433" y="2438"/>
                </a:lnTo>
                <a:lnTo>
                  <a:pt x="323303" y="0"/>
                </a:lnTo>
                <a:lnTo>
                  <a:pt x="249174" y="2438"/>
                </a:lnTo>
                <a:lnTo>
                  <a:pt x="181127" y="9385"/>
                </a:lnTo>
                <a:lnTo>
                  <a:pt x="121094" y="20281"/>
                </a:lnTo>
                <a:lnTo>
                  <a:pt x="71031" y="34582"/>
                </a:lnTo>
                <a:lnTo>
                  <a:pt x="32867" y="51727"/>
                </a:lnTo>
                <a:lnTo>
                  <a:pt x="0" y="92329"/>
                </a:lnTo>
                <a:lnTo>
                  <a:pt x="8534" y="113487"/>
                </a:lnTo>
                <a:lnTo>
                  <a:pt x="71031" y="150063"/>
                </a:lnTo>
                <a:lnTo>
                  <a:pt x="121094" y="164363"/>
                </a:lnTo>
                <a:lnTo>
                  <a:pt x="181127" y="175272"/>
                </a:lnTo>
                <a:lnTo>
                  <a:pt x="249174" y="182206"/>
                </a:lnTo>
                <a:lnTo>
                  <a:pt x="323303" y="184645"/>
                </a:lnTo>
                <a:lnTo>
                  <a:pt x="397433" y="182206"/>
                </a:lnTo>
                <a:lnTo>
                  <a:pt x="465480" y="175272"/>
                </a:lnTo>
                <a:lnTo>
                  <a:pt x="525513" y="164363"/>
                </a:lnTo>
                <a:lnTo>
                  <a:pt x="575589" y="150063"/>
                </a:lnTo>
                <a:lnTo>
                  <a:pt x="613752" y="132930"/>
                </a:lnTo>
                <a:lnTo>
                  <a:pt x="646607" y="92329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275" y="4730624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00746" y="2322766"/>
            <a:ext cx="5626735" cy="3922395"/>
            <a:chOff x="1400746" y="2322766"/>
            <a:chExt cx="5626735" cy="3922395"/>
          </a:xfrm>
        </p:grpSpPr>
        <p:sp>
          <p:nvSpPr>
            <p:cNvPr id="6" name="object 6"/>
            <p:cNvSpPr/>
            <p:nvPr/>
          </p:nvSpPr>
          <p:spPr>
            <a:xfrm>
              <a:off x="1415033" y="2337054"/>
              <a:ext cx="513715" cy="3893820"/>
            </a:xfrm>
            <a:custGeom>
              <a:avLst/>
              <a:gdLst/>
              <a:ahLst/>
              <a:cxnLst/>
              <a:rect l="l" t="t" r="r" b="b"/>
              <a:pathLst>
                <a:path w="513714" h="3893820">
                  <a:moveTo>
                    <a:pt x="513588" y="3893820"/>
                  </a:moveTo>
                  <a:lnTo>
                    <a:pt x="464791" y="3880841"/>
                  </a:lnTo>
                  <a:lnTo>
                    <a:pt x="419086" y="3843512"/>
                  </a:lnTo>
                  <a:lnTo>
                    <a:pt x="377332" y="3784248"/>
                  </a:lnTo>
                  <a:lnTo>
                    <a:pt x="358206" y="3747144"/>
                  </a:lnTo>
                  <a:lnTo>
                    <a:pt x="340390" y="3705461"/>
                  </a:lnTo>
                  <a:lnTo>
                    <a:pt x="323993" y="3659500"/>
                  </a:lnTo>
                  <a:lnTo>
                    <a:pt x="309122" y="3609564"/>
                  </a:lnTo>
                  <a:lnTo>
                    <a:pt x="295885" y="3555953"/>
                  </a:lnTo>
                  <a:lnTo>
                    <a:pt x="284389" y="3498970"/>
                  </a:lnTo>
                  <a:lnTo>
                    <a:pt x="274741" y="3438915"/>
                  </a:lnTo>
                  <a:lnTo>
                    <a:pt x="267051" y="3376092"/>
                  </a:lnTo>
                  <a:lnTo>
                    <a:pt x="261424" y="3310801"/>
                  </a:lnTo>
                  <a:lnTo>
                    <a:pt x="257969" y="3243343"/>
                  </a:lnTo>
                  <a:lnTo>
                    <a:pt x="256794" y="3174022"/>
                  </a:lnTo>
                  <a:lnTo>
                    <a:pt x="256794" y="2657170"/>
                  </a:lnTo>
                  <a:lnTo>
                    <a:pt x="255618" y="2587848"/>
                  </a:lnTo>
                  <a:lnTo>
                    <a:pt x="252163" y="2520391"/>
                  </a:lnTo>
                  <a:lnTo>
                    <a:pt x="246536" y="2455100"/>
                  </a:lnTo>
                  <a:lnTo>
                    <a:pt x="238846" y="2392276"/>
                  </a:lnTo>
                  <a:lnTo>
                    <a:pt x="229198" y="2332222"/>
                  </a:lnTo>
                  <a:lnTo>
                    <a:pt x="217702" y="2275238"/>
                  </a:lnTo>
                  <a:lnTo>
                    <a:pt x="204465" y="2221628"/>
                  </a:lnTo>
                  <a:lnTo>
                    <a:pt x="189594" y="2171691"/>
                  </a:lnTo>
                  <a:lnTo>
                    <a:pt x="173197" y="2125730"/>
                  </a:lnTo>
                  <a:lnTo>
                    <a:pt x="155381" y="2084047"/>
                  </a:lnTo>
                  <a:lnTo>
                    <a:pt x="136255" y="2046943"/>
                  </a:lnTo>
                  <a:lnTo>
                    <a:pt x="115926" y="2014720"/>
                  </a:lnTo>
                  <a:lnTo>
                    <a:pt x="72089" y="1966122"/>
                  </a:lnTo>
                  <a:lnTo>
                    <a:pt x="24730" y="1940667"/>
                  </a:lnTo>
                  <a:lnTo>
                    <a:pt x="0" y="1937372"/>
                  </a:lnTo>
                  <a:lnTo>
                    <a:pt x="24730" y="1934077"/>
                  </a:lnTo>
                  <a:lnTo>
                    <a:pt x="72089" y="1908622"/>
                  </a:lnTo>
                  <a:lnTo>
                    <a:pt x="115926" y="1860024"/>
                  </a:lnTo>
                  <a:lnTo>
                    <a:pt x="136255" y="1827800"/>
                  </a:lnTo>
                  <a:lnTo>
                    <a:pt x="155381" y="1790696"/>
                  </a:lnTo>
                  <a:lnTo>
                    <a:pt x="173197" y="1749013"/>
                  </a:lnTo>
                  <a:lnTo>
                    <a:pt x="189594" y="1703052"/>
                  </a:lnTo>
                  <a:lnTo>
                    <a:pt x="204465" y="1653116"/>
                  </a:lnTo>
                  <a:lnTo>
                    <a:pt x="217702" y="1599505"/>
                  </a:lnTo>
                  <a:lnTo>
                    <a:pt x="229198" y="1542522"/>
                  </a:lnTo>
                  <a:lnTo>
                    <a:pt x="238846" y="1482468"/>
                  </a:lnTo>
                  <a:lnTo>
                    <a:pt x="246536" y="1419644"/>
                  </a:lnTo>
                  <a:lnTo>
                    <a:pt x="252163" y="1354353"/>
                  </a:lnTo>
                  <a:lnTo>
                    <a:pt x="255618" y="1286896"/>
                  </a:lnTo>
                  <a:lnTo>
                    <a:pt x="256794" y="1217574"/>
                  </a:lnTo>
                  <a:lnTo>
                    <a:pt x="256794" y="719797"/>
                  </a:lnTo>
                  <a:lnTo>
                    <a:pt x="257969" y="650476"/>
                  </a:lnTo>
                  <a:lnTo>
                    <a:pt x="261424" y="583018"/>
                  </a:lnTo>
                  <a:lnTo>
                    <a:pt x="267051" y="517727"/>
                  </a:lnTo>
                  <a:lnTo>
                    <a:pt x="274741" y="454904"/>
                  </a:lnTo>
                  <a:lnTo>
                    <a:pt x="284389" y="394849"/>
                  </a:lnTo>
                  <a:lnTo>
                    <a:pt x="295885" y="337866"/>
                  </a:lnTo>
                  <a:lnTo>
                    <a:pt x="309122" y="284255"/>
                  </a:lnTo>
                  <a:lnTo>
                    <a:pt x="323993" y="234319"/>
                  </a:lnTo>
                  <a:lnTo>
                    <a:pt x="340390" y="188358"/>
                  </a:lnTo>
                  <a:lnTo>
                    <a:pt x="358206" y="146675"/>
                  </a:lnTo>
                  <a:lnTo>
                    <a:pt x="377332" y="109571"/>
                  </a:lnTo>
                  <a:lnTo>
                    <a:pt x="397661" y="77348"/>
                  </a:lnTo>
                  <a:lnTo>
                    <a:pt x="441498" y="28750"/>
                  </a:lnTo>
                  <a:lnTo>
                    <a:pt x="488857" y="3295"/>
                  </a:lnTo>
                  <a:lnTo>
                    <a:pt x="51358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56231" y="2336293"/>
              <a:ext cx="5171440" cy="887094"/>
            </a:xfrm>
            <a:custGeom>
              <a:avLst/>
              <a:gdLst/>
              <a:ahLst/>
              <a:cxnLst/>
              <a:rect l="l" t="t" r="r" b="b"/>
              <a:pathLst>
                <a:path w="5171440" h="887094">
                  <a:moveTo>
                    <a:pt x="4822685" y="0"/>
                  </a:moveTo>
                  <a:lnTo>
                    <a:pt x="348246" y="0"/>
                  </a:lnTo>
                  <a:lnTo>
                    <a:pt x="300992" y="3179"/>
                  </a:lnTo>
                  <a:lnTo>
                    <a:pt x="255669" y="12439"/>
                  </a:lnTo>
                  <a:lnTo>
                    <a:pt x="212694" y="27367"/>
                  </a:lnTo>
                  <a:lnTo>
                    <a:pt x="172481" y="47546"/>
                  </a:lnTo>
                  <a:lnTo>
                    <a:pt x="135444" y="72562"/>
                  </a:lnTo>
                  <a:lnTo>
                    <a:pt x="102000" y="102000"/>
                  </a:lnTo>
                  <a:lnTo>
                    <a:pt x="72562" y="135444"/>
                  </a:lnTo>
                  <a:lnTo>
                    <a:pt x="47546" y="172481"/>
                  </a:lnTo>
                  <a:lnTo>
                    <a:pt x="27367" y="212694"/>
                  </a:lnTo>
                  <a:lnTo>
                    <a:pt x="12439" y="255669"/>
                  </a:lnTo>
                  <a:lnTo>
                    <a:pt x="3179" y="300992"/>
                  </a:lnTo>
                  <a:lnTo>
                    <a:pt x="0" y="348246"/>
                  </a:lnTo>
                  <a:lnTo>
                    <a:pt x="0" y="538721"/>
                  </a:lnTo>
                  <a:lnTo>
                    <a:pt x="3179" y="585975"/>
                  </a:lnTo>
                  <a:lnTo>
                    <a:pt x="12439" y="631298"/>
                  </a:lnTo>
                  <a:lnTo>
                    <a:pt x="27367" y="674273"/>
                  </a:lnTo>
                  <a:lnTo>
                    <a:pt x="47546" y="714486"/>
                  </a:lnTo>
                  <a:lnTo>
                    <a:pt x="72562" y="751523"/>
                  </a:lnTo>
                  <a:lnTo>
                    <a:pt x="102000" y="784967"/>
                  </a:lnTo>
                  <a:lnTo>
                    <a:pt x="135444" y="814405"/>
                  </a:lnTo>
                  <a:lnTo>
                    <a:pt x="172481" y="839421"/>
                  </a:lnTo>
                  <a:lnTo>
                    <a:pt x="212694" y="859600"/>
                  </a:lnTo>
                  <a:lnTo>
                    <a:pt x="255669" y="874528"/>
                  </a:lnTo>
                  <a:lnTo>
                    <a:pt x="300992" y="883788"/>
                  </a:lnTo>
                  <a:lnTo>
                    <a:pt x="348246" y="886967"/>
                  </a:lnTo>
                  <a:lnTo>
                    <a:pt x="4822685" y="886967"/>
                  </a:lnTo>
                  <a:lnTo>
                    <a:pt x="4869939" y="883788"/>
                  </a:lnTo>
                  <a:lnTo>
                    <a:pt x="4915262" y="874528"/>
                  </a:lnTo>
                  <a:lnTo>
                    <a:pt x="4958237" y="859600"/>
                  </a:lnTo>
                  <a:lnTo>
                    <a:pt x="4998450" y="839421"/>
                  </a:lnTo>
                  <a:lnTo>
                    <a:pt x="5035487" y="814405"/>
                  </a:lnTo>
                  <a:lnTo>
                    <a:pt x="5068931" y="784967"/>
                  </a:lnTo>
                  <a:lnTo>
                    <a:pt x="5098369" y="751523"/>
                  </a:lnTo>
                  <a:lnTo>
                    <a:pt x="5123385" y="714486"/>
                  </a:lnTo>
                  <a:lnTo>
                    <a:pt x="5143564" y="674273"/>
                  </a:lnTo>
                  <a:lnTo>
                    <a:pt x="5158492" y="631298"/>
                  </a:lnTo>
                  <a:lnTo>
                    <a:pt x="5167752" y="585975"/>
                  </a:lnTo>
                  <a:lnTo>
                    <a:pt x="5170932" y="538721"/>
                  </a:lnTo>
                  <a:lnTo>
                    <a:pt x="5170932" y="348246"/>
                  </a:lnTo>
                  <a:lnTo>
                    <a:pt x="5167752" y="300992"/>
                  </a:lnTo>
                  <a:lnTo>
                    <a:pt x="5158492" y="255669"/>
                  </a:lnTo>
                  <a:lnTo>
                    <a:pt x="5143564" y="212694"/>
                  </a:lnTo>
                  <a:lnTo>
                    <a:pt x="5123385" y="172481"/>
                  </a:lnTo>
                  <a:lnTo>
                    <a:pt x="5098369" y="135444"/>
                  </a:lnTo>
                  <a:lnTo>
                    <a:pt x="5068931" y="102000"/>
                  </a:lnTo>
                  <a:lnTo>
                    <a:pt x="5035487" y="72562"/>
                  </a:lnTo>
                  <a:lnTo>
                    <a:pt x="4998450" y="47546"/>
                  </a:lnTo>
                  <a:lnTo>
                    <a:pt x="4958237" y="27367"/>
                  </a:lnTo>
                  <a:lnTo>
                    <a:pt x="4915262" y="12439"/>
                  </a:lnTo>
                  <a:lnTo>
                    <a:pt x="4869939" y="3179"/>
                  </a:lnTo>
                  <a:lnTo>
                    <a:pt x="4822685" y="0"/>
                  </a:lnTo>
                  <a:close/>
                </a:path>
              </a:pathLst>
            </a:custGeom>
            <a:solidFill>
              <a:srgbClr val="B4C7E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4100" y="2491740"/>
              <a:ext cx="1007363" cy="56692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616590" y="2431912"/>
            <a:ext cx="29254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connect</a:t>
            </a:r>
            <a:r>
              <a:rPr sz="2000"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Platform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fr-MA"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End </a:t>
            </a:r>
            <a:r>
              <a:rPr lang="fr-MA" sz="2000" b="1" i="1" spc="-10" dirty="0" err="1">
                <a:solidFill>
                  <a:srgbClr val="FF0000"/>
                </a:solidFill>
                <a:latin typeface="Calibri"/>
                <a:cs typeface="Calibri"/>
              </a:rPr>
              <a:t>device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6791" y="1414132"/>
            <a:ext cx="2595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Another</a:t>
            </a:r>
            <a:r>
              <a:rPr sz="28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91283" y="3339089"/>
            <a:ext cx="5171440" cy="887094"/>
            <a:chOff x="1891283" y="3339089"/>
            <a:chExt cx="5171440" cy="887094"/>
          </a:xfrm>
        </p:grpSpPr>
        <p:sp>
          <p:nvSpPr>
            <p:cNvPr id="12" name="object 12"/>
            <p:cNvSpPr/>
            <p:nvPr/>
          </p:nvSpPr>
          <p:spPr>
            <a:xfrm>
              <a:off x="1891283" y="3339089"/>
              <a:ext cx="5171440" cy="887094"/>
            </a:xfrm>
            <a:custGeom>
              <a:avLst/>
              <a:gdLst/>
              <a:ahLst/>
              <a:cxnLst/>
              <a:rect l="l" t="t" r="r" b="b"/>
              <a:pathLst>
                <a:path w="5171440" h="887095">
                  <a:moveTo>
                    <a:pt x="4813160" y="0"/>
                  </a:moveTo>
                  <a:lnTo>
                    <a:pt x="357771" y="0"/>
                  </a:lnTo>
                  <a:lnTo>
                    <a:pt x="309225" y="3265"/>
                  </a:lnTo>
                  <a:lnTo>
                    <a:pt x="262663" y="12779"/>
                  </a:lnTo>
                  <a:lnTo>
                    <a:pt x="218513" y="28114"/>
                  </a:lnTo>
                  <a:lnTo>
                    <a:pt x="177199" y="48844"/>
                  </a:lnTo>
                  <a:lnTo>
                    <a:pt x="139150" y="74543"/>
                  </a:lnTo>
                  <a:lnTo>
                    <a:pt x="104790" y="104786"/>
                  </a:lnTo>
                  <a:lnTo>
                    <a:pt x="74547" y="139144"/>
                  </a:lnTo>
                  <a:lnTo>
                    <a:pt x="48847" y="177194"/>
                  </a:lnTo>
                  <a:lnTo>
                    <a:pt x="28116" y="218507"/>
                  </a:lnTo>
                  <a:lnTo>
                    <a:pt x="12780" y="262659"/>
                  </a:lnTo>
                  <a:lnTo>
                    <a:pt x="3266" y="309222"/>
                  </a:lnTo>
                  <a:lnTo>
                    <a:pt x="0" y="357771"/>
                  </a:lnTo>
                  <a:lnTo>
                    <a:pt x="0" y="529183"/>
                  </a:lnTo>
                  <a:lnTo>
                    <a:pt x="3266" y="577732"/>
                  </a:lnTo>
                  <a:lnTo>
                    <a:pt x="12780" y="624297"/>
                  </a:lnTo>
                  <a:lnTo>
                    <a:pt x="28116" y="668449"/>
                  </a:lnTo>
                  <a:lnTo>
                    <a:pt x="48847" y="709764"/>
                  </a:lnTo>
                  <a:lnTo>
                    <a:pt x="74547" y="747815"/>
                  </a:lnTo>
                  <a:lnTo>
                    <a:pt x="104790" y="782175"/>
                  </a:lnTo>
                  <a:lnTo>
                    <a:pt x="139150" y="812419"/>
                  </a:lnTo>
                  <a:lnTo>
                    <a:pt x="177199" y="838120"/>
                  </a:lnTo>
                  <a:lnTo>
                    <a:pt x="218513" y="858851"/>
                  </a:lnTo>
                  <a:lnTo>
                    <a:pt x="262663" y="874187"/>
                  </a:lnTo>
                  <a:lnTo>
                    <a:pt x="309225" y="883701"/>
                  </a:lnTo>
                  <a:lnTo>
                    <a:pt x="357771" y="886968"/>
                  </a:lnTo>
                  <a:lnTo>
                    <a:pt x="4813160" y="886968"/>
                  </a:lnTo>
                  <a:lnTo>
                    <a:pt x="4861706" y="883701"/>
                  </a:lnTo>
                  <a:lnTo>
                    <a:pt x="4908268" y="874187"/>
                  </a:lnTo>
                  <a:lnTo>
                    <a:pt x="4952418" y="858851"/>
                  </a:lnTo>
                  <a:lnTo>
                    <a:pt x="4993732" y="838120"/>
                  </a:lnTo>
                  <a:lnTo>
                    <a:pt x="5031781" y="812419"/>
                  </a:lnTo>
                  <a:lnTo>
                    <a:pt x="5066141" y="782175"/>
                  </a:lnTo>
                  <a:lnTo>
                    <a:pt x="5096384" y="747815"/>
                  </a:lnTo>
                  <a:lnTo>
                    <a:pt x="5122084" y="709764"/>
                  </a:lnTo>
                  <a:lnTo>
                    <a:pt x="5142815" y="668449"/>
                  </a:lnTo>
                  <a:lnTo>
                    <a:pt x="5158151" y="624297"/>
                  </a:lnTo>
                  <a:lnTo>
                    <a:pt x="5167665" y="577732"/>
                  </a:lnTo>
                  <a:lnTo>
                    <a:pt x="5170932" y="529183"/>
                  </a:lnTo>
                  <a:lnTo>
                    <a:pt x="5170932" y="357771"/>
                  </a:lnTo>
                  <a:lnTo>
                    <a:pt x="5167665" y="309222"/>
                  </a:lnTo>
                  <a:lnTo>
                    <a:pt x="5158151" y="262659"/>
                  </a:lnTo>
                  <a:lnTo>
                    <a:pt x="5142815" y="218507"/>
                  </a:lnTo>
                  <a:lnTo>
                    <a:pt x="5122084" y="177194"/>
                  </a:lnTo>
                  <a:lnTo>
                    <a:pt x="5096384" y="139144"/>
                  </a:lnTo>
                  <a:lnTo>
                    <a:pt x="5066141" y="104786"/>
                  </a:lnTo>
                  <a:lnTo>
                    <a:pt x="5031781" y="74543"/>
                  </a:lnTo>
                  <a:lnTo>
                    <a:pt x="4993732" y="48844"/>
                  </a:lnTo>
                  <a:lnTo>
                    <a:pt x="4952418" y="28114"/>
                  </a:lnTo>
                  <a:lnTo>
                    <a:pt x="4908268" y="12779"/>
                  </a:lnTo>
                  <a:lnTo>
                    <a:pt x="4861706" y="3265"/>
                  </a:lnTo>
                  <a:lnTo>
                    <a:pt x="4813160" y="0"/>
                  </a:lnTo>
                  <a:close/>
                </a:path>
              </a:pathLst>
            </a:custGeom>
            <a:solidFill>
              <a:srgbClr val="B4C7E7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5143" y="3456432"/>
              <a:ext cx="1063752" cy="64654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16590" y="3610221"/>
            <a:ext cx="1397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store</a:t>
            </a:r>
            <a:r>
              <a:rPr sz="2000" b="1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53767" y="4352544"/>
            <a:ext cx="5171440" cy="1877695"/>
          </a:xfrm>
          <a:custGeom>
            <a:avLst/>
            <a:gdLst/>
            <a:ahLst/>
            <a:cxnLst/>
            <a:rect l="l" t="t" r="r" b="b"/>
            <a:pathLst>
              <a:path w="5171440" h="1877695">
                <a:moveTo>
                  <a:pt x="4731448" y="0"/>
                </a:moveTo>
                <a:lnTo>
                  <a:pt x="439483" y="0"/>
                </a:lnTo>
                <a:lnTo>
                  <a:pt x="391596" y="2578"/>
                </a:lnTo>
                <a:lnTo>
                  <a:pt x="345203" y="10136"/>
                </a:lnTo>
                <a:lnTo>
                  <a:pt x="300571" y="22404"/>
                </a:lnTo>
                <a:lnTo>
                  <a:pt x="257970" y="39116"/>
                </a:lnTo>
                <a:lnTo>
                  <a:pt x="217666" y="60001"/>
                </a:lnTo>
                <a:lnTo>
                  <a:pt x="179929" y="84794"/>
                </a:lnTo>
                <a:lnTo>
                  <a:pt x="145025" y="113224"/>
                </a:lnTo>
                <a:lnTo>
                  <a:pt x="113224" y="145025"/>
                </a:lnTo>
                <a:lnTo>
                  <a:pt x="84794" y="179929"/>
                </a:lnTo>
                <a:lnTo>
                  <a:pt x="60001" y="217666"/>
                </a:lnTo>
                <a:lnTo>
                  <a:pt x="39116" y="257970"/>
                </a:lnTo>
                <a:lnTo>
                  <a:pt x="22404" y="300571"/>
                </a:lnTo>
                <a:lnTo>
                  <a:pt x="10136" y="345203"/>
                </a:lnTo>
                <a:lnTo>
                  <a:pt x="2578" y="391596"/>
                </a:lnTo>
                <a:lnTo>
                  <a:pt x="0" y="439483"/>
                </a:lnTo>
                <a:lnTo>
                  <a:pt x="0" y="1438084"/>
                </a:lnTo>
                <a:lnTo>
                  <a:pt x="2578" y="1485971"/>
                </a:lnTo>
                <a:lnTo>
                  <a:pt x="10136" y="1532364"/>
                </a:lnTo>
                <a:lnTo>
                  <a:pt x="22404" y="1576996"/>
                </a:lnTo>
                <a:lnTo>
                  <a:pt x="39116" y="1619597"/>
                </a:lnTo>
                <a:lnTo>
                  <a:pt x="60001" y="1659901"/>
                </a:lnTo>
                <a:lnTo>
                  <a:pt x="84794" y="1697638"/>
                </a:lnTo>
                <a:lnTo>
                  <a:pt x="113224" y="1732542"/>
                </a:lnTo>
                <a:lnTo>
                  <a:pt x="145025" y="1764343"/>
                </a:lnTo>
                <a:lnTo>
                  <a:pt x="179929" y="1792773"/>
                </a:lnTo>
                <a:lnTo>
                  <a:pt x="217666" y="1817566"/>
                </a:lnTo>
                <a:lnTo>
                  <a:pt x="257970" y="1838451"/>
                </a:lnTo>
                <a:lnTo>
                  <a:pt x="300571" y="1855163"/>
                </a:lnTo>
                <a:lnTo>
                  <a:pt x="345203" y="1867431"/>
                </a:lnTo>
                <a:lnTo>
                  <a:pt x="391596" y="1874989"/>
                </a:lnTo>
                <a:lnTo>
                  <a:pt x="439483" y="1877567"/>
                </a:lnTo>
                <a:lnTo>
                  <a:pt x="4731448" y="1877567"/>
                </a:lnTo>
                <a:lnTo>
                  <a:pt x="4779335" y="1874989"/>
                </a:lnTo>
                <a:lnTo>
                  <a:pt x="4825728" y="1867431"/>
                </a:lnTo>
                <a:lnTo>
                  <a:pt x="4870360" y="1855163"/>
                </a:lnTo>
                <a:lnTo>
                  <a:pt x="4912961" y="1838451"/>
                </a:lnTo>
                <a:lnTo>
                  <a:pt x="4953265" y="1817566"/>
                </a:lnTo>
                <a:lnTo>
                  <a:pt x="4991002" y="1792773"/>
                </a:lnTo>
                <a:lnTo>
                  <a:pt x="5025906" y="1764343"/>
                </a:lnTo>
                <a:lnTo>
                  <a:pt x="5057707" y="1732542"/>
                </a:lnTo>
                <a:lnTo>
                  <a:pt x="5086137" y="1697638"/>
                </a:lnTo>
                <a:lnTo>
                  <a:pt x="5110930" y="1659901"/>
                </a:lnTo>
                <a:lnTo>
                  <a:pt x="5131815" y="1619597"/>
                </a:lnTo>
                <a:lnTo>
                  <a:pt x="5148527" y="1576996"/>
                </a:lnTo>
                <a:lnTo>
                  <a:pt x="5160795" y="1532364"/>
                </a:lnTo>
                <a:lnTo>
                  <a:pt x="5168353" y="1485971"/>
                </a:lnTo>
                <a:lnTo>
                  <a:pt x="5170932" y="1438084"/>
                </a:lnTo>
                <a:lnTo>
                  <a:pt x="5170932" y="439483"/>
                </a:lnTo>
                <a:lnTo>
                  <a:pt x="5168353" y="391596"/>
                </a:lnTo>
                <a:lnTo>
                  <a:pt x="5160795" y="345203"/>
                </a:lnTo>
                <a:lnTo>
                  <a:pt x="5148527" y="300571"/>
                </a:lnTo>
                <a:lnTo>
                  <a:pt x="5131815" y="257970"/>
                </a:lnTo>
                <a:lnTo>
                  <a:pt x="5110930" y="217666"/>
                </a:lnTo>
                <a:lnTo>
                  <a:pt x="5086137" y="179929"/>
                </a:lnTo>
                <a:lnTo>
                  <a:pt x="5057707" y="145025"/>
                </a:lnTo>
                <a:lnTo>
                  <a:pt x="5025906" y="113224"/>
                </a:lnTo>
                <a:lnTo>
                  <a:pt x="4991002" y="84794"/>
                </a:lnTo>
                <a:lnTo>
                  <a:pt x="4953265" y="60001"/>
                </a:lnTo>
                <a:lnTo>
                  <a:pt x="4912961" y="39116"/>
                </a:lnTo>
                <a:lnTo>
                  <a:pt x="4870360" y="22404"/>
                </a:lnTo>
                <a:lnTo>
                  <a:pt x="4825728" y="10136"/>
                </a:lnTo>
                <a:lnTo>
                  <a:pt x="4779335" y="2578"/>
                </a:lnTo>
                <a:lnTo>
                  <a:pt x="4731448" y="0"/>
                </a:lnTo>
                <a:close/>
              </a:path>
            </a:pathLst>
          </a:custGeom>
          <a:solidFill>
            <a:srgbClr val="B4C7E7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63265" y="4976233"/>
            <a:ext cx="302133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sz="20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dashboards</a:t>
            </a:r>
            <a:r>
              <a:rPr sz="20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customize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Interface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37816" y="4770123"/>
            <a:ext cx="1077595" cy="1082040"/>
            <a:chOff x="2337816" y="4770123"/>
            <a:chExt cx="1077595" cy="1082040"/>
          </a:xfrm>
        </p:grpSpPr>
        <p:sp>
          <p:nvSpPr>
            <p:cNvPr id="18" name="object 18"/>
            <p:cNvSpPr/>
            <p:nvPr/>
          </p:nvSpPr>
          <p:spPr>
            <a:xfrm>
              <a:off x="2337816" y="4770123"/>
              <a:ext cx="1077595" cy="1082040"/>
            </a:xfrm>
            <a:custGeom>
              <a:avLst/>
              <a:gdLst/>
              <a:ahLst/>
              <a:cxnLst/>
              <a:rect l="l" t="t" r="r" b="b"/>
              <a:pathLst>
                <a:path w="1077595" h="1082039">
                  <a:moveTo>
                    <a:pt x="897890" y="0"/>
                  </a:moveTo>
                  <a:lnTo>
                    <a:pt x="179578" y="0"/>
                  </a:lnTo>
                  <a:lnTo>
                    <a:pt x="131840" y="6414"/>
                  </a:lnTo>
                  <a:lnTo>
                    <a:pt x="88943" y="24518"/>
                  </a:lnTo>
                  <a:lnTo>
                    <a:pt x="52598" y="52598"/>
                  </a:lnTo>
                  <a:lnTo>
                    <a:pt x="24518" y="88943"/>
                  </a:lnTo>
                  <a:lnTo>
                    <a:pt x="6414" y="131840"/>
                  </a:lnTo>
                  <a:lnTo>
                    <a:pt x="0" y="179577"/>
                  </a:lnTo>
                  <a:lnTo>
                    <a:pt x="0" y="902449"/>
                  </a:lnTo>
                  <a:lnTo>
                    <a:pt x="6414" y="950192"/>
                  </a:lnTo>
                  <a:lnTo>
                    <a:pt x="24518" y="993092"/>
                  </a:lnTo>
                  <a:lnTo>
                    <a:pt x="52598" y="1029439"/>
                  </a:lnTo>
                  <a:lnTo>
                    <a:pt x="88943" y="1057521"/>
                  </a:lnTo>
                  <a:lnTo>
                    <a:pt x="131840" y="1075624"/>
                  </a:lnTo>
                  <a:lnTo>
                    <a:pt x="179578" y="1082039"/>
                  </a:lnTo>
                  <a:lnTo>
                    <a:pt x="897890" y="1082039"/>
                  </a:lnTo>
                  <a:lnTo>
                    <a:pt x="945627" y="1075624"/>
                  </a:lnTo>
                  <a:lnTo>
                    <a:pt x="988524" y="1057521"/>
                  </a:lnTo>
                  <a:lnTo>
                    <a:pt x="1024869" y="1029439"/>
                  </a:lnTo>
                  <a:lnTo>
                    <a:pt x="1052949" y="993092"/>
                  </a:lnTo>
                  <a:lnTo>
                    <a:pt x="1071053" y="950192"/>
                  </a:lnTo>
                  <a:lnTo>
                    <a:pt x="1077468" y="902449"/>
                  </a:lnTo>
                  <a:lnTo>
                    <a:pt x="1077468" y="179577"/>
                  </a:lnTo>
                  <a:lnTo>
                    <a:pt x="1071053" y="131840"/>
                  </a:lnTo>
                  <a:lnTo>
                    <a:pt x="1052949" y="88943"/>
                  </a:lnTo>
                  <a:lnTo>
                    <a:pt x="1024869" y="52598"/>
                  </a:lnTo>
                  <a:lnTo>
                    <a:pt x="988524" y="24518"/>
                  </a:lnTo>
                  <a:lnTo>
                    <a:pt x="945627" y="6414"/>
                  </a:lnTo>
                  <a:lnTo>
                    <a:pt x="8978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7732" y="4879848"/>
              <a:ext cx="940307" cy="85953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315186" y="2923540"/>
            <a:ext cx="1944370" cy="1904364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3600" b="1" i="1" dirty="0">
                <a:latin typeface="Calibri"/>
                <a:cs typeface="Calibri"/>
              </a:rPr>
              <a:t>ELK</a:t>
            </a:r>
            <a:r>
              <a:rPr sz="3600" b="1" i="1" spc="-25" dirty="0">
                <a:latin typeface="Calibri"/>
                <a:cs typeface="Calibri"/>
              </a:rPr>
              <a:t> </a:t>
            </a:r>
            <a:r>
              <a:rPr sz="3600" b="1" i="1" spc="-20" dirty="0">
                <a:latin typeface="Calibri"/>
                <a:cs typeface="Calibri"/>
              </a:rPr>
              <a:t>Stack</a:t>
            </a:r>
            <a:endParaRPr sz="3600" dirty="0">
              <a:latin typeface="Calibri"/>
              <a:cs typeface="Calibri"/>
            </a:endParaRPr>
          </a:p>
          <a:p>
            <a:pPr marL="31750" marR="5080">
              <a:lnSpc>
                <a:spcPct val="100000"/>
              </a:lnSpc>
              <a:spcBef>
                <a:spcPts val="170"/>
              </a:spcBef>
            </a:pP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800" b="1" i="1" spc="-10" dirty="0">
                <a:latin typeface="Calibri"/>
                <a:cs typeface="Calibri"/>
              </a:rPr>
              <a:t>lasticsearch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800" b="1" i="1" spc="-10" dirty="0">
                <a:latin typeface="Calibri"/>
                <a:cs typeface="Calibri"/>
              </a:rPr>
              <a:t>ogstash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sz="2800" b="1" i="1" spc="-10" dirty="0">
                <a:latin typeface="Calibri"/>
                <a:cs typeface="Calibri"/>
              </a:rPr>
              <a:t>ibana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21" name="object 7">
            <a:extLst>
              <a:ext uri="{FF2B5EF4-FFF2-40B4-BE49-F238E27FC236}">
                <a16:creationId xmlns:a16="http://schemas.microsoft.com/office/drawing/2014/main" id="{7274E9BB-9237-7E52-8C7E-E0ABA6AFA19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IoT</a:t>
            </a:r>
            <a:r>
              <a:rPr spc="-70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8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architectures</a:t>
            </a:r>
          </a:p>
        </p:txBody>
      </p:sp>
      <p:sp>
        <p:nvSpPr>
          <p:cNvPr id="3" name="object 3"/>
          <p:cNvSpPr/>
          <p:nvPr/>
        </p:nvSpPr>
        <p:spPr>
          <a:xfrm>
            <a:off x="1119416" y="2578353"/>
            <a:ext cx="647065" cy="878840"/>
          </a:xfrm>
          <a:custGeom>
            <a:avLst/>
            <a:gdLst/>
            <a:ahLst/>
            <a:cxnLst/>
            <a:rect l="l" t="t" r="r" b="b"/>
            <a:pathLst>
              <a:path w="647064" h="878839">
                <a:moveTo>
                  <a:pt x="646607" y="600938"/>
                </a:moveTo>
                <a:lnTo>
                  <a:pt x="638035" y="622071"/>
                </a:lnTo>
                <a:lnTo>
                  <a:pt x="613613" y="641515"/>
                </a:lnTo>
                <a:lnTo>
                  <a:pt x="577329" y="657796"/>
                </a:lnTo>
                <a:lnTo>
                  <a:pt x="577329" y="762736"/>
                </a:lnTo>
                <a:lnTo>
                  <a:pt x="575665" y="772198"/>
                </a:lnTo>
                <a:lnTo>
                  <a:pt x="570979" y="779487"/>
                </a:lnTo>
                <a:lnTo>
                  <a:pt x="563689" y="784186"/>
                </a:lnTo>
                <a:lnTo>
                  <a:pt x="554240" y="785850"/>
                </a:lnTo>
                <a:lnTo>
                  <a:pt x="544779" y="784186"/>
                </a:lnTo>
                <a:lnTo>
                  <a:pt x="537489" y="779487"/>
                </a:lnTo>
                <a:lnTo>
                  <a:pt x="532803" y="772198"/>
                </a:lnTo>
                <a:lnTo>
                  <a:pt x="531139" y="762736"/>
                </a:lnTo>
                <a:lnTo>
                  <a:pt x="532803" y="753275"/>
                </a:lnTo>
                <a:lnTo>
                  <a:pt x="537489" y="745985"/>
                </a:lnTo>
                <a:lnTo>
                  <a:pt x="544779" y="741286"/>
                </a:lnTo>
                <a:lnTo>
                  <a:pt x="554240" y="739622"/>
                </a:lnTo>
                <a:lnTo>
                  <a:pt x="563689" y="741286"/>
                </a:lnTo>
                <a:lnTo>
                  <a:pt x="570979" y="745985"/>
                </a:lnTo>
                <a:lnTo>
                  <a:pt x="575665" y="753275"/>
                </a:lnTo>
                <a:lnTo>
                  <a:pt x="577329" y="762736"/>
                </a:lnTo>
                <a:lnTo>
                  <a:pt x="577329" y="657796"/>
                </a:lnTo>
                <a:lnTo>
                  <a:pt x="525208" y="673023"/>
                </a:lnTo>
                <a:lnTo>
                  <a:pt x="465162" y="683958"/>
                </a:lnTo>
                <a:lnTo>
                  <a:pt x="397205" y="690943"/>
                </a:lnTo>
                <a:lnTo>
                  <a:pt x="323303" y="693394"/>
                </a:lnTo>
                <a:lnTo>
                  <a:pt x="249402" y="690943"/>
                </a:lnTo>
                <a:lnTo>
                  <a:pt x="181444" y="683958"/>
                </a:lnTo>
                <a:lnTo>
                  <a:pt x="121399" y="673023"/>
                </a:lnTo>
                <a:lnTo>
                  <a:pt x="71259" y="658685"/>
                </a:lnTo>
                <a:lnTo>
                  <a:pt x="32994" y="641515"/>
                </a:lnTo>
                <a:lnTo>
                  <a:pt x="0" y="600938"/>
                </a:lnTo>
                <a:lnTo>
                  <a:pt x="0" y="785850"/>
                </a:lnTo>
                <a:lnTo>
                  <a:pt x="32994" y="826414"/>
                </a:lnTo>
                <a:lnTo>
                  <a:pt x="71259" y="843584"/>
                </a:lnTo>
                <a:lnTo>
                  <a:pt x="121399" y="857923"/>
                </a:lnTo>
                <a:lnTo>
                  <a:pt x="181444" y="868870"/>
                </a:lnTo>
                <a:lnTo>
                  <a:pt x="249402" y="875855"/>
                </a:lnTo>
                <a:lnTo>
                  <a:pt x="323303" y="878306"/>
                </a:lnTo>
                <a:lnTo>
                  <a:pt x="397205" y="875855"/>
                </a:lnTo>
                <a:lnTo>
                  <a:pt x="465162" y="868870"/>
                </a:lnTo>
                <a:lnTo>
                  <a:pt x="525208" y="857923"/>
                </a:lnTo>
                <a:lnTo>
                  <a:pt x="575348" y="843584"/>
                </a:lnTo>
                <a:lnTo>
                  <a:pt x="613613" y="826414"/>
                </a:lnTo>
                <a:lnTo>
                  <a:pt x="646607" y="785850"/>
                </a:lnTo>
                <a:lnTo>
                  <a:pt x="646607" y="739622"/>
                </a:lnTo>
                <a:lnTo>
                  <a:pt x="646607" y="693394"/>
                </a:lnTo>
                <a:lnTo>
                  <a:pt x="646607" y="600938"/>
                </a:lnTo>
                <a:close/>
              </a:path>
              <a:path w="647064" h="878839">
                <a:moveTo>
                  <a:pt x="646607" y="369811"/>
                </a:moveTo>
                <a:lnTo>
                  <a:pt x="638035" y="390944"/>
                </a:lnTo>
                <a:lnTo>
                  <a:pt x="613613" y="410375"/>
                </a:lnTo>
                <a:lnTo>
                  <a:pt x="577329" y="426656"/>
                </a:lnTo>
                <a:lnTo>
                  <a:pt x="577329" y="531609"/>
                </a:lnTo>
                <a:lnTo>
                  <a:pt x="575665" y="541070"/>
                </a:lnTo>
                <a:lnTo>
                  <a:pt x="570979" y="548360"/>
                </a:lnTo>
                <a:lnTo>
                  <a:pt x="563689" y="553059"/>
                </a:lnTo>
                <a:lnTo>
                  <a:pt x="554240" y="554723"/>
                </a:lnTo>
                <a:lnTo>
                  <a:pt x="544779" y="553059"/>
                </a:lnTo>
                <a:lnTo>
                  <a:pt x="537489" y="548360"/>
                </a:lnTo>
                <a:lnTo>
                  <a:pt x="532803" y="541070"/>
                </a:lnTo>
                <a:lnTo>
                  <a:pt x="531139" y="531609"/>
                </a:lnTo>
                <a:lnTo>
                  <a:pt x="532803" y="522147"/>
                </a:lnTo>
                <a:lnTo>
                  <a:pt x="537489" y="514845"/>
                </a:lnTo>
                <a:lnTo>
                  <a:pt x="544779" y="510159"/>
                </a:lnTo>
                <a:lnTo>
                  <a:pt x="554240" y="508495"/>
                </a:lnTo>
                <a:lnTo>
                  <a:pt x="563689" y="510159"/>
                </a:lnTo>
                <a:lnTo>
                  <a:pt x="570979" y="514845"/>
                </a:lnTo>
                <a:lnTo>
                  <a:pt x="575665" y="522147"/>
                </a:lnTo>
                <a:lnTo>
                  <a:pt x="577329" y="531609"/>
                </a:lnTo>
                <a:lnTo>
                  <a:pt x="577329" y="426656"/>
                </a:lnTo>
                <a:lnTo>
                  <a:pt x="525208" y="441883"/>
                </a:lnTo>
                <a:lnTo>
                  <a:pt x="465162" y="452831"/>
                </a:lnTo>
                <a:lnTo>
                  <a:pt x="397205" y="459816"/>
                </a:lnTo>
                <a:lnTo>
                  <a:pt x="323303" y="462267"/>
                </a:lnTo>
                <a:lnTo>
                  <a:pt x="249402" y="459816"/>
                </a:lnTo>
                <a:lnTo>
                  <a:pt x="181444" y="452831"/>
                </a:lnTo>
                <a:lnTo>
                  <a:pt x="121399" y="441883"/>
                </a:lnTo>
                <a:lnTo>
                  <a:pt x="71259" y="427545"/>
                </a:lnTo>
                <a:lnTo>
                  <a:pt x="32994" y="410375"/>
                </a:lnTo>
                <a:lnTo>
                  <a:pt x="0" y="369811"/>
                </a:lnTo>
                <a:lnTo>
                  <a:pt x="0" y="554723"/>
                </a:lnTo>
                <a:lnTo>
                  <a:pt x="32994" y="595287"/>
                </a:lnTo>
                <a:lnTo>
                  <a:pt x="71259" y="612457"/>
                </a:lnTo>
                <a:lnTo>
                  <a:pt x="121399" y="626795"/>
                </a:lnTo>
                <a:lnTo>
                  <a:pt x="181444" y="637730"/>
                </a:lnTo>
                <a:lnTo>
                  <a:pt x="249402" y="644715"/>
                </a:lnTo>
                <a:lnTo>
                  <a:pt x="323303" y="647166"/>
                </a:lnTo>
                <a:lnTo>
                  <a:pt x="397205" y="644715"/>
                </a:lnTo>
                <a:lnTo>
                  <a:pt x="465162" y="637730"/>
                </a:lnTo>
                <a:lnTo>
                  <a:pt x="525208" y="626795"/>
                </a:lnTo>
                <a:lnTo>
                  <a:pt x="575348" y="612457"/>
                </a:lnTo>
                <a:lnTo>
                  <a:pt x="613613" y="595287"/>
                </a:lnTo>
                <a:lnTo>
                  <a:pt x="646607" y="554723"/>
                </a:lnTo>
                <a:lnTo>
                  <a:pt x="646607" y="508495"/>
                </a:lnTo>
                <a:lnTo>
                  <a:pt x="646607" y="462267"/>
                </a:lnTo>
                <a:lnTo>
                  <a:pt x="646607" y="369811"/>
                </a:lnTo>
                <a:close/>
              </a:path>
              <a:path w="647064" h="878839">
                <a:moveTo>
                  <a:pt x="646607" y="138684"/>
                </a:moveTo>
                <a:lnTo>
                  <a:pt x="638035" y="159816"/>
                </a:lnTo>
                <a:lnTo>
                  <a:pt x="613613" y="179247"/>
                </a:lnTo>
                <a:lnTo>
                  <a:pt x="577329" y="195529"/>
                </a:lnTo>
                <a:lnTo>
                  <a:pt x="577329" y="300469"/>
                </a:lnTo>
                <a:lnTo>
                  <a:pt x="575665" y="309930"/>
                </a:lnTo>
                <a:lnTo>
                  <a:pt x="570979" y="317233"/>
                </a:lnTo>
                <a:lnTo>
                  <a:pt x="563689" y="321919"/>
                </a:lnTo>
                <a:lnTo>
                  <a:pt x="554240" y="323583"/>
                </a:lnTo>
                <a:lnTo>
                  <a:pt x="544779" y="321919"/>
                </a:lnTo>
                <a:lnTo>
                  <a:pt x="537489" y="317233"/>
                </a:lnTo>
                <a:lnTo>
                  <a:pt x="532803" y="309930"/>
                </a:lnTo>
                <a:lnTo>
                  <a:pt x="531139" y="300469"/>
                </a:lnTo>
                <a:lnTo>
                  <a:pt x="532803" y="291007"/>
                </a:lnTo>
                <a:lnTo>
                  <a:pt x="537489" y="283718"/>
                </a:lnTo>
                <a:lnTo>
                  <a:pt x="544779" y="279019"/>
                </a:lnTo>
                <a:lnTo>
                  <a:pt x="554240" y="277355"/>
                </a:lnTo>
                <a:lnTo>
                  <a:pt x="563689" y="279019"/>
                </a:lnTo>
                <a:lnTo>
                  <a:pt x="570979" y="283718"/>
                </a:lnTo>
                <a:lnTo>
                  <a:pt x="575665" y="291007"/>
                </a:lnTo>
                <a:lnTo>
                  <a:pt x="577329" y="300469"/>
                </a:lnTo>
                <a:lnTo>
                  <a:pt x="577329" y="195529"/>
                </a:lnTo>
                <a:lnTo>
                  <a:pt x="525208" y="210756"/>
                </a:lnTo>
                <a:lnTo>
                  <a:pt x="465162" y="221703"/>
                </a:lnTo>
                <a:lnTo>
                  <a:pt x="397205" y="228676"/>
                </a:lnTo>
                <a:lnTo>
                  <a:pt x="323303" y="231127"/>
                </a:lnTo>
                <a:lnTo>
                  <a:pt x="249402" y="228676"/>
                </a:lnTo>
                <a:lnTo>
                  <a:pt x="181444" y="221703"/>
                </a:lnTo>
                <a:lnTo>
                  <a:pt x="121399" y="210756"/>
                </a:lnTo>
                <a:lnTo>
                  <a:pt x="71259" y="196418"/>
                </a:lnTo>
                <a:lnTo>
                  <a:pt x="32994" y="179247"/>
                </a:lnTo>
                <a:lnTo>
                  <a:pt x="0" y="138684"/>
                </a:lnTo>
                <a:lnTo>
                  <a:pt x="0" y="323583"/>
                </a:lnTo>
                <a:lnTo>
                  <a:pt x="32994" y="364147"/>
                </a:lnTo>
                <a:lnTo>
                  <a:pt x="71259" y="381317"/>
                </a:lnTo>
                <a:lnTo>
                  <a:pt x="121399" y="395655"/>
                </a:lnTo>
                <a:lnTo>
                  <a:pt x="181444" y="406603"/>
                </a:lnTo>
                <a:lnTo>
                  <a:pt x="249402" y="413588"/>
                </a:lnTo>
                <a:lnTo>
                  <a:pt x="323303" y="416039"/>
                </a:lnTo>
                <a:lnTo>
                  <a:pt x="397205" y="413588"/>
                </a:lnTo>
                <a:lnTo>
                  <a:pt x="465162" y="406603"/>
                </a:lnTo>
                <a:lnTo>
                  <a:pt x="525208" y="395655"/>
                </a:lnTo>
                <a:lnTo>
                  <a:pt x="575348" y="381317"/>
                </a:lnTo>
                <a:lnTo>
                  <a:pt x="613613" y="364147"/>
                </a:lnTo>
                <a:lnTo>
                  <a:pt x="646607" y="323583"/>
                </a:lnTo>
                <a:lnTo>
                  <a:pt x="646607" y="277355"/>
                </a:lnTo>
                <a:lnTo>
                  <a:pt x="646607" y="231127"/>
                </a:lnTo>
                <a:lnTo>
                  <a:pt x="646607" y="138684"/>
                </a:lnTo>
                <a:close/>
              </a:path>
              <a:path w="647064" h="878839">
                <a:moveTo>
                  <a:pt x="646607" y="92456"/>
                </a:moveTo>
                <a:lnTo>
                  <a:pt x="613752" y="51803"/>
                </a:lnTo>
                <a:lnTo>
                  <a:pt x="575576" y="34632"/>
                </a:lnTo>
                <a:lnTo>
                  <a:pt x="525513" y="20320"/>
                </a:lnTo>
                <a:lnTo>
                  <a:pt x="465480" y="9398"/>
                </a:lnTo>
                <a:lnTo>
                  <a:pt x="397433" y="2438"/>
                </a:lnTo>
                <a:lnTo>
                  <a:pt x="323303" y="0"/>
                </a:lnTo>
                <a:lnTo>
                  <a:pt x="249174" y="2438"/>
                </a:lnTo>
                <a:lnTo>
                  <a:pt x="181127" y="9398"/>
                </a:lnTo>
                <a:lnTo>
                  <a:pt x="121094" y="20320"/>
                </a:lnTo>
                <a:lnTo>
                  <a:pt x="71031" y="34632"/>
                </a:lnTo>
                <a:lnTo>
                  <a:pt x="32867" y="51803"/>
                </a:lnTo>
                <a:lnTo>
                  <a:pt x="0" y="92456"/>
                </a:lnTo>
                <a:lnTo>
                  <a:pt x="8534" y="113652"/>
                </a:lnTo>
                <a:lnTo>
                  <a:pt x="71031" y="150279"/>
                </a:lnTo>
                <a:lnTo>
                  <a:pt x="121094" y="164592"/>
                </a:lnTo>
                <a:lnTo>
                  <a:pt x="181127" y="175514"/>
                </a:lnTo>
                <a:lnTo>
                  <a:pt x="249174" y="182460"/>
                </a:lnTo>
                <a:lnTo>
                  <a:pt x="323303" y="184912"/>
                </a:lnTo>
                <a:lnTo>
                  <a:pt x="397433" y="182460"/>
                </a:lnTo>
                <a:lnTo>
                  <a:pt x="465480" y="175514"/>
                </a:lnTo>
                <a:lnTo>
                  <a:pt x="525513" y="164592"/>
                </a:lnTo>
                <a:lnTo>
                  <a:pt x="575576" y="150279"/>
                </a:lnTo>
                <a:lnTo>
                  <a:pt x="613752" y="133108"/>
                </a:lnTo>
                <a:lnTo>
                  <a:pt x="646607" y="92456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6743" y="3559049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3928" y="2909885"/>
            <a:ext cx="613410" cy="334010"/>
          </a:xfrm>
          <a:custGeom>
            <a:avLst/>
            <a:gdLst/>
            <a:ahLst/>
            <a:cxnLst/>
            <a:rect l="l" t="t" r="r" b="b"/>
            <a:pathLst>
              <a:path w="613410" h="334010">
                <a:moveTo>
                  <a:pt x="445798" y="0"/>
                </a:moveTo>
                <a:lnTo>
                  <a:pt x="530169" y="83471"/>
                </a:lnTo>
                <a:lnTo>
                  <a:pt x="587733" y="140857"/>
                </a:lnTo>
                <a:lnTo>
                  <a:pt x="612972" y="166942"/>
                </a:lnTo>
                <a:lnTo>
                  <a:pt x="445798" y="333884"/>
                </a:lnTo>
                <a:lnTo>
                  <a:pt x="445798" y="250413"/>
                </a:lnTo>
                <a:lnTo>
                  <a:pt x="0" y="166942"/>
                </a:lnTo>
                <a:lnTo>
                  <a:pt x="445798" y="83471"/>
                </a:lnTo>
                <a:lnTo>
                  <a:pt x="4457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6743" y="1452232"/>
            <a:ext cx="8601710" cy="17995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Another</a:t>
            </a:r>
            <a:r>
              <a:rPr sz="2800" b="1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way: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800">
              <a:latin typeface="Calibri"/>
              <a:cs typeface="Calibri"/>
            </a:endParaRPr>
          </a:p>
          <a:p>
            <a:pPr marL="240157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Use</a:t>
            </a:r>
            <a:r>
              <a:rPr sz="28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28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IoT</a:t>
            </a:r>
            <a:r>
              <a:rPr sz="28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r>
              <a:rPr sz="28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without</a:t>
            </a:r>
            <a:r>
              <a:rPr sz="28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creating</a:t>
            </a:r>
            <a:r>
              <a:rPr sz="28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20" dirty="0">
                <a:solidFill>
                  <a:srgbClr val="FF0000"/>
                </a:solidFill>
                <a:latin typeface="Calibri"/>
                <a:cs typeface="Calibri"/>
              </a:rPr>
              <a:t>one.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9101" y="3576222"/>
            <a:ext cx="2927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professional</a:t>
            </a:r>
            <a:r>
              <a:rPr sz="24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service</a:t>
            </a:r>
            <a:r>
              <a:rPr sz="24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50" dirty="0">
                <a:solidFill>
                  <a:srgbClr val="FF0000"/>
                </a:solidFill>
                <a:latin typeface="Calibri"/>
                <a:cs typeface="Calibri"/>
              </a:rPr>
              <a:t>!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46474" y="3562139"/>
            <a:ext cx="518795" cy="457200"/>
          </a:xfrm>
          <a:custGeom>
            <a:avLst/>
            <a:gdLst/>
            <a:ahLst/>
            <a:cxnLst/>
            <a:rect l="l" t="t" r="r" b="b"/>
            <a:pathLst>
              <a:path w="518795" h="457200">
                <a:moveTo>
                  <a:pt x="494039" y="457200"/>
                </a:moveTo>
                <a:lnTo>
                  <a:pt x="24165" y="457200"/>
                </a:lnTo>
                <a:lnTo>
                  <a:pt x="11754" y="453845"/>
                </a:lnTo>
                <a:lnTo>
                  <a:pt x="3285" y="445248"/>
                </a:lnTo>
                <a:lnTo>
                  <a:pt x="0" y="433605"/>
                </a:lnTo>
                <a:lnTo>
                  <a:pt x="3135" y="421117"/>
                </a:lnTo>
                <a:lnTo>
                  <a:pt x="238673" y="12177"/>
                </a:lnTo>
                <a:lnTo>
                  <a:pt x="247686" y="3044"/>
                </a:lnTo>
                <a:lnTo>
                  <a:pt x="259403" y="0"/>
                </a:lnTo>
                <a:lnTo>
                  <a:pt x="271119" y="3044"/>
                </a:lnTo>
                <a:lnTo>
                  <a:pt x="280132" y="12177"/>
                </a:lnTo>
                <a:lnTo>
                  <a:pt x="335411" y="108399"/>
                </a:lnTo>
                <a:lnTo>
                  <a:pt x="241076" y="108399"/>
                </a:lnTo>
                <a:lnTo>
                  <a:pt x="241076" y="318882"/>
                </a:lnTo>
                <a:lnTo>
                  <a:pt x="456335" y="318882"/>
                </a:lnTo>
                <a:lnTo>
                  <a:pt x="470155" y="342938"/>
                </a:lnTo>
                <a:lnTo>
                  <a:pt x="259102" y="342938"/>
                </a:lnTo>
                <a:lnTo>
                  <a:pt x="247310" y="345268"/>
                </a:lnTo>
                <a:lnTo>
                  <a:pt x="237772" y="351658"/>
                </a:lnTo>
                <a:lnTo>
                  <a:pt x="231387" y="361204"/>
                </a:lnTo>
                <a:lnTo>
                  <a:pt x="229059" y="373007"/>
                </a:lnTo>
                <a:lnTo>
                  <a:pt x="231387" y="384809"/>
                </a:lnTo>
                <a:lnTo>
                  <a:pt x="237772" y="394356"/>
                </a:lnTo>
                <a:lnTo>
                  <a:pt x="247310" y="400745"/>
                </a:lnTo>
                <a:lnTo>
                  <a:pt x="259102" y="403076"/>
                </a:lnTo>
                <a:lnTo>
                  <a:pt x="504704" y="403076"/>
                </a:lnTo>
                <a:lnTo>
                  <a:pt x="515069" y="421117"/>
                </a:lnTo>
                <a:lnTo>
                  <a:pt x="518205" y="433605"/>
                </a:lnTo>
                <a:lnTo>
                  <a:pt x="514919" y="445248"/>
                </a:lnTo>
                <a:lnTo>
                  <a:pt x="506450" y="453845"/>
                </a:lnTo>
                <a:lnTo>
                  <a:pt x="494039" y="457200"/>
                </a:lnTo>
                <a:close/>
              </a:path>
              <a:path w="518795" h="457200">
                <a:moveTo>
                  <a:pt x="456335" y="318882"/>
                </a:moveTo>
                <a:lnTo>
                  <a:pt x="277128" y="318882"/>
                </a:lnTo>
                <a:lnTo>
                  <a:pt x="277128" y="108399"/>
                </a:lnTo>
                <a:lnTo>
                  <a:pt x="335411" y="108399"/>
                </a:lnTo>
                <a:lnTo>
                  <a:pt x="456335" y="318882"/>
                </a:lnTo>
                <a:close/>
              </a:path>
              <a:path w="518795" h="457200">
                <a:moveTo>
                  <a:pt x="504704" y="403076"/>
                </a:moveTo>
                <a:lnTo>
                  <a:pt x="259102" y="403076"/>
                </a:lnTo>
                <a:lnTo>
                  <a:pt x="270894" y="400745"/>
                </a:lnTo>
                <a:lnTo>
                  <a:pt x="280433" y="394356"/>
                </a:lnTo>
                <a:lnTo>
                  <a:pt x="286817" y="384809"/>
                </a:lnTo>
                <a:lnTo>
                  <a:pt x="289145" y="373007"/>
                </a:lnTo>
                <a:lnTo>
                  <a:pt x="286817" y="361204"/>
                </a:lnTo>
                <a:lnTo>
                  <a:pt x="280433" y="351658"/>
                </a:lnTo>
                <a:lnTo>
                  <a:pt x="270894" y="345268"/>
                </a:lnTo>
                <a:lnTo>
                  <a:pt x="259102" y="342938"/>
                </a:lnTo>
                <a:lnTo>
                  <a:pt x="470155" y="342938"/>
                </a:lnTo>
                <a:lnTo>
                  <a:pt x="504704" y="403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213812" y="4228805"/>
            <a:ext cx="563880" cy="430530"/>
            <a:chOff x="3213812" y="4228805"/>
            <a:chExt cx="563880" cy="430530"/>
          </a:xfrm>
        </p:grpSpPr>
        <p:sp>
          <p:nvSpPr>
            <p:cNvPr id="10" name="object 10"/>
            <p:cNvSpPr/>
            <p:nvPr/>
          </p:nvSpPr>
          <p:spPr>
            <a:xfrm>
              <a:off x="3213812" y="4403054"/>
              <a:ext cx="563880" cy="256540"/>
            </a:xfrm>
            <a:custGeom>
              <a:avLst/>
              <a:gdLst/>
              <a:ahLst/>
              <a:cxnLst/>
              <a:rect l="l" t="t" r="r" b="b"/>
              <a:pathLst>
                <a:path w="563879" h="256539">
                  <a:moveTo>
                    <a:pt x="563271" y="256254"/>
                  </a:moveTo>
                  <a:lnTo>
                    <a:pt x="0" y="256254"/>
                  </a:lnTo>
                  <a:lnTo>
                    <a:pt x="0" y="0"/>
                  </a:lnTo>
                  <a:lnTo>
                    <a:pt x="563271" y="0"/>
                  </a:lnTo>
                  <a:lnTo>
                    <a:pt x="563271" y="38438"/>
                  </a:lnTo>
                  <a:lnTo>
                    <a:pt x="64008" y="38438"/>
                  </a:lnTo>
                  <a:lnTo>
                    <a:pt x="38404" y="64063"/>
                  </a:lnTo>
                  <a:lnTo>
                    <a:pt x="38404" y="192197"/>
                  </a:lnTo>
                  <a:lnTo>
                    <a:pt x="64008" y="217816"/>
                  </a:lnTo>
                  <a:lnTo>
                    <a:pt x="563271" y="217816"/>
                  </a:lnTo>
                  <a:lnTo>
                    <a:pt x="563271" y="256254"/>
                  </a:lnTo>
                  <a:close/>
                </a:path>
                <a:path w="563879" h="256539">
                  <a:moveTo>
                    <a:pt x="563271" y="217816"/>
                  </a:moveTo>
                  <a:lnTo>
                    <a:pt x="505664" y="217816"/>
                  </a:lnTo>
                  <a:lnTo>
                    <a:pt x="524867" y="198603"/>
                  </a:lnTo>
                  <a:lnTo>
                    <a:pt x="524867" y="57657"/>
                  </a:lnTo>
                  <a:lnTo>
                    <a:pt x="505664" y="38438"/>
                  </a:lnTo>
                  <a:lnTo>
                    <a:pt x="563271" y="38438"/>
                  </a:lnTo>
                  <a:lnTo>
                    <a:pt x="563271" y="217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4240" y="4467121"/>
              <a:ext cx="102413" cy="1281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86772" y="4228807"/>
              <a:ext cx="434975" cy="321945"/>
            </a:xfrm>
            <a:custGeom>
              <a:avLst/>
              <a:gdLst/>
              <a:ahLst/>
              <a:cxnLst/>
              <a:rect l="l" t="t" r="r" b="b"/>
              <a:pathLst>
                <a:path w="434975" h="321945">
                  <a:moveTo>
                    <a:pt x="67843" y="302387"/>
                  </a:moveTo>
                  <a:lnTo>
                    <a:pt x="66344" y="294906"/>
                  </a:lnTo>
                  <a:lnTo>
                    <a:pt x="62230" y="288798"/>
                  </a:lnTo>
                  <a:lnTo>
                    <a:pt x="56121" y="284670"/>
                  </a:lnTo>
                  <a:lnTo>
                    <a:pt x="48641" y="283159"/>
                  </a:lnTo>
                  <a:lnTo>
                    <a:pt x="41173" y="284670"/>
                  </a:lnTo>
                  <a:lnTo>
                    <a:pt x="35064" y="288798"/>
                  </a:lnTo>
                  <a:lnTo>
                    <a:pt x="30949" y="294906"/>
                  </a:lnTo>
                  <a:lnTo>
                    <a:pt x="29438" y="302387"/>
                  </a:lnTo>
                  <a:lnTo>
                    <a:pt x="30949" y="309867"/>
                  </a:lnTo>
                  <a:lnTo>
                    <a:pt x="35064" y="315976"/>
                  </a:lnTo>
                  <a:lnTo>
                    <a:pt x="41173" y="320090"/>
                  </a:lnTo>
                  <a:lnTo>
                    <a:pt x="48641" y="321602"/>
                  </a:lnTo>
                  <a:lnTo>
                    <a:pt x="56121" y="320090"/>
                  </a:lnTo>
                  <a:lnTo>
                    <a:pt x="62230" y="315976"/>
                  </a:lnTo>
                  <a:lnTo>
                    <a:pt x="66344" y="309867"/>
                  </a:lnTo>
                  <a:lnTo>
                    <a:pt x="67843" y="302387"/>
                  </a:lnTo>
                  <a:close/>
                </a:path>
                <a:path w="434975" h="321945">
                  <a:moveTo>
                    <a:pt x="371246" y="67271"/>
                  </a:moveTo>
                  <a:lnTo>
                    <a:pt x="344360" y="0"/>
                  </a:lnTo>
                  <a:lnTo>
                    <a:pt x="0" y="140944"/>
                  </a:lnTo>
                  <a:lnTo>
                    <a:pt x="197142" y="101866"/>
                  </a:lnTo>
                  <a:lnTo>
                    <a:pt x="323240" y="50609"/>
                  </a:lnTo>
                  <a:lnTo>
                    <a:pt x="332841" y="74955"/>
                  </a:lnTo>
                  <a:lnTo>
                    <a:pt x="371246" y="67271"/>
                  </a:lnTo>
                  <a:close/>
                </a:path>
                <a:path w="434975" h="321945">
                  <a:moveTo>
                    <a:pt x="387896" y="302387"/>
                  </a:moveTo>
                  <a:lnTo>
                    <a:pt x="386384" y="294906"/>
                  </a:lnTo>
                  <a:lnTo>
                    <a:pt x="382270" y="288798"/>
                  </a:lnTo>
                  <a:lnTo>
                    <a:pt x="376161" y="284670"/>
                  </a:lnTo>
                  <a:lnTo>
                    <a:pt x="368693" y="283159"/>
                  </a:lnTo>
                  <a:lnTo>
                    <a:pt x="361213" y="284670"/>
                  </a:lnTo>
                  <a:lnTo>
                    <a:pt x="355104" y="288798"/>
                  </a:lnTo>
                  <a:lnTo>
                    <a:pt x="350989" y="294906"/>
                  </a:lnTo>
                  <a:lnTo>
                    <a:pt x="349491" y="302387"/>
                  </a:lnTo>
                  <a:lnTo>
                    <a:pt x="350989" y="309867"/>
                  </a:lnTo>
                  <a:lnTo>
                    <a:pt x="355104" y="315976"/>
                  </a:lnTo>
                  <a:lnTo>
                    <a:pt x="361213" y="320090"/>
                  </a:lnTo>
                  <a:lnTo>
                    <a:pt x="368693" y="321602"/>
                  </a:lnTo>
                  <a:lnTo>
                    <a:pt x="376161" y="320090"/>
                  </a:lnTo>
                  <a:lnTo>
                    <a:pt x="382270" y="315976"/>
                  </a:lnTo>
                  <a:lnTo>
                    <a:pt x="386384" y="309867"/>
                  </a:lnTo>
                  <a:lnTo>
                    <a:pt x="387896" y="302387"/>
                  </a:lnTo>
                  <a:close/>
                </a:path>
                <a:path w="434975" h="321945">
                  <a:moveTo>
                    <a:pt x="434619" y="148628"/>
                  </a:moveTo>
                  <a:lnTo>
                    <a:pt x="421817" y="83286"/>
                  </a:lnTo>
                  <a:lnTo>
                    <a:pt x="93459" y="148628"/>
                  </a:lnTo>
                  <a:lnTo>
                    <a:pt x="289953" y="148628"/>
                  </a:lnTo>
                  <a:lnTo>
                    <a:pt x="391096" y="128765"/>
                  </a:lnTo>
                  <a:lnTo>
                    <a:pt x="395566" y="148628"/>
                  </a:lnTo>
                  <a:lnTo>
                    <a:pt x="434619" y="148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89101" y="4257637"/>
            <a:ext cx="3639820" cy="106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4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FF0000"/>
                </a:solidFill>
                <a:latin typeface="Calibri"/>
                <a:cs typeface="Calibri"/>
              </a:rPr>
              <a:t>free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Good</a:t>
            </a:r>
            <a:r>
              <a:rPr sz="2400"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choice</a:t>
            </a:r>
            <a:r>
              <a:rPr sz="2400" b="1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4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big</a:t>
            </a:r>
            <a:r>
              <a:rPr sz="24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65218" y="4965413"/>
            <a:ext cx="565785" cy="469900"/>
            <a:chOff x="3265218" y="4965413"/>
            <a:chExt cx="565785" cy="469900"/>
          </a:xfrm>
        </p:grpSpPr>
        <p:sp>
          <p:nvSpPr>
            <p:cNvPr id="15" name="object 15"/>
            <p:cNvSpPr/>
            <p:nvPr/>
          </p:nvSpPr>
          <p:spPr>
            <a:xfrm>
              <a:off x="3272637" y="5077976"/>
              <a:ext cx="558165" cy="356870"/>
            </a:xfrm>
            <a:custGeom>
              <a:avLst/>
              <a:gdLst/>
              <a:ahLst/>
              <a:cxnLst/>
              <a:rect l="l" t="t" r="r" b="b"/>
              <a:pathLst>
                <a:path w="558164" h="356870">
                  <a:moveTo>
                    <a:pt x="28201" y="356853"/>
                  </a:moveTo>
                  <a:lnTo>
                    <a:pt x="0" y="328634"/>
                  </a:lnTo>
                  <a:lnTo>
                    <a:pt x="208823" y="119629"/>
                  </a:lnTo>
                  <a:lnTo>
                    <a:pt x="309542" y="220435"/>
                  </a:lnTo>
                  <a:lnTo>
                    <a:pt x="490164" y="39657"/>
                  </a:lnTo>
                  <a:lnTo>
                    <a:pt x="450548" y="0"/>
                  </a:lnTo>
                  <a:lnTo>
                    <a:pt x="557988" y="0"/>
                  </a:lnTo>
                  <a:lnTo>
                    <a:pt x="557988" y="107533"/>
                  </a:lnTo>
                  <a:lnTo>
                    <a:pt x="518365" y="67876"/>
                  </a:lnTo>
                  <a:lnTo>
                    <a:pt x="309542" y="276887"/>
                  </a:lnTo>
                  <a:lnTo>
                    <a:pt x="208823" y="176074"/>
                  </a:lnTo>
                  <a:lnTo>
                    <a:pt x="28201" y="3568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3597" y="4965413"/>
              <a:ext cx="67145" cy="6720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65218" y="5039340"/>
              <a:ext cx="427990" cy="288290"/>
            </a:xfrm>
            <a:custGeom>
              <a:avLst/>
              <a:gdLst/>
              <a:ahLst/>
              <a:cxnLst/>
              <a:rect l="l" t="t" r="r" b="b"/>
              <a:pathLst>
                <a:path w="427989" h="288289">
                  <a:moveTo>
                    <a:pt x="48378" y="288236"/>
                  </a:moveTo>
                  <a:lnTo>
                    <a:pt x="48378" y="188169"/>
                  </a:lnTo>
                  <a:lnTo>
                    <a:pt x="28234" y="188169"/>
                  </a:lnTo>
                  <a:lnTo>
                    <a:pt x="48378" y="88035"/>
                  </a:lnTo>
                  <a:lnTo>
                    <a:pt x="48378" y="40320"/>
                  </a:lnTo>
                  <a:lnTo>
                    <a:pt x="26858" y="136852"/>
                  </a:lnTo>
                  <a:lnTo>
                    <a:pt x="21224" y="141274"/>
                  </a:lnTo>
                  <a:lnTo>
                    <a:pt x="14805" y="141126"/>
                  </a:lnTo>
                  <a:lnTo>
                    <a:pt x="14067" y="141193"/>
                  </a:lnTo>
                  <a:lnTo>
                    <a:pt x="12589" y="141126"/>
                  </a:lnTo>
                  <a:lnTo>
                    <a:pt x="4539" y="139083"/>
                  </a:lnTo>
                  <a:lnTo>
                    <a:pt x="0" y="131442"/>
                  </a:lnTo>
                  <a:lnTo>
                    <a:pt x="1913" y="123922"/>
                  </a:lnTo>
                  <a:lnTo>
                    <a:pt x="23897" y="23392"/>
                  </a:lnTo>
                  <a:lnTo>
                    <a:pt x="68078" y="1125"/>
                  </a:lnTo>
                  <a:lnTo>
                    <a:pt x="81747" y="0"/>
                  </a:lnTo>
                  <a:lnTo>
                    <a:pt x="95418" y="1125"/>
                  </a:lnTo>
                  <a:lnTo>
                    <a:pt x="135668" y="18815"/>
                  </a:lnTo>
                  <a:lnTo>
                    <a:pt x="149097" y="64446"/>
                  </a:lnTo>
                  <a:lnTo>
                    <a:pt x="158591" y="23392"/>
                  </a:lnTo>
                  <a:lnTo>
                    <a:pt x="201033" y="1622"/>
                  </a:lnTo>
                  <a:lnTo>
                    <a:pt x="222089" y="470"/>
                  </a:lnTo>
                  <a:lnTo>
                    <a:pt x="243101" y="4500"/>
                  </a:lnTo>
                  <a:lnTo>
                    <a:pt x="283389" y="65723"/>
                  </a:lnTo>
                  <a:lnTo>
                    <a:pt x="292487" y="23392"/>
                  </a:lnTo>
                  <a:lnTo>
                    <a:pt x="336664" y="1125"/>
                  </a:lnTo>
                  <a:lnTo>
                    <a:pt x="350333" y="0"/>
                  </a:lnTo>
                  <a:lnTo>
                    <a:pt x="364002" y="1125"/>
                  </a:lnTo>
                  <a:lnTo>
                    <a:pt x="404251" y="18815"/>
                  </a:lnTo>
                  <a:lnTo>
                    <a:pt x="408817" y="26342"/>
                  </a:lnTo>
                  <a:lnTo>
                    <a:pt x="427483" y="110347"/>
                  </a:lnTo>
                  <a:lnTo>
                    <a:pt x="405392" y="132457"/>
                  </a:lnTo>
                  <a:lnTo>
                    <a:pt x="404922" y="132524"/>
                  </a:lnTo>
                  <a:lnTo>
                    <a:pt x="383772" y="41530"/>
                  </a:lnTo>
                  <a:lnTo>
                    <a:pt x="383772" y="153962"/>
                  </a:lnTo>
                  <a:lnTo>
                    <a:pt x="356913" y="180844"/>
                  </a:lnTo>
                  <a:lnTo>
                    <a:pt x="356913" y="147847"/>
                  </a:lnTo>
                  <a:lnTo>
                    <a:pt x="343484" y="147847"/>
                  </a:lnTo>
                  <a:lnTo>
                    <a:pt x="343484" y="194016"/>
                  </a:lnTo>
                  <a:lnTo>
                    <a:pt x="316626" y="220897"/>
                  </a:lnTo>
                  <a:lnTo>
                    <a:pt x="316626" y="41463"/>
                  </a:lnTo>
                  <a:lnTo>
                    <a:pt x="295126" y="136731"/>
                  </a:lnTo>
                  <a:lnTo>
                    <a:pt x="289687" y="141120"/>
                  </a:lnTo>
                  <a:lnTo>
                    <a:pt x="283389" y="141126"/>
                  </a:lnTo>
                  <a:lnTo>
                    <a:pt x="276990" y="141281"/>
                  </a:lnTo>
                  <a:lnTo>
                    <a:pt x="271363" y="136892"/>
                  </a:lnTo>
                  <a:lnTo>
                    <a:pt x="249816" y="41530"/>
                  </a:lnTo>
                  <a:lnTo>
                    <a:pt x="249816" y="153559"/>
                  </a:lnTo>
                  <a:lnTo>
                    <a:pt x="234976" y="139245"/>
                  </a:lnTo>
                  <a:lnTo>
                    <a:pt x="226068" y="133325"/>
                  </a:lnTo>
                  <a:lnTo>
                    <a:pt x="215959" y="131362"/>
                  </a:lnTo>
                  <a:lnTo>
                    <a:pt x="205853" y="133335"/>
                  </a:lnTo>
                  <a:lnTo>
                    <a:pt x="196972" y="139245"/>
                  </a:lnTo>
                  <a:lnTo>
                    <a:pt x="182133" y="154164"/>
                  </a:lnTo>
                  <a:lnTo>
                    <a:pt x="182133" y="41463"/>
                  </a:lnTo>
                  <a:lnTo>
                    <a:pt x="162526" y="127685"/>
                  </a:lnTo>
                  <a:lnTo>
                    <a:pt x="162123" y="130575"/>
                  </a:lnTo>
                  <a:lnTo>
                    <a:pt x="160773" y="136704"/>
                  </a:lnTo>
                  <a:lnTo>
                    <a:pt x="155368" y="141086"/>
                  </a:lnTo>
                  <a:lnTo>
                    <a:pt x="142107" y="141153"/>
                  </a:lnTo>
                  <a:lnTo>
                    <a:pt x="136259" y="135804"/>
                  </a:lnTo>
                  <a:lnTo>
                    <a:pt x="135668" y="128828"/>
                  </a:lnTo>
                  <a:lnTo>
                    <a:pt x="115524" y="41059"/>
                  </a:lnTo>
                  <a:lnTo>
                    <a:pt x="115524" y="88102"/>
                  </a:lnTo>
                  <a:lnTo>
                    <a:pt x="135668" y="188169"/>
                  </a:lnTo>
                  <a:lnTo>
                    <a:pt x="115524" y="188169"/>
                  </a:lnTo>
                  <a:lnTo>
                    <a:pt x="115524" y="221032"/>
                  </a:lnTo>
                  <a:lnTo>
                    <a:pt x="88666" y="247913"/>
                  </a:lnTo>
                  <a:lnTo>
                    <a:pt x="88666" y="188169"/>
                  </a:lnTo>
                  <a:lnTo>
                    <a:pt x="75236" y="188169"/>
                  </a:lnTo>
                  <a:lnTo>
                    <a:pt x="75236" y="261354"/>
                  </a:lnTo>
                  <a:lnTo>
                    <a:pt x="48378" y="2882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2113" y="4965414"/>
              <a:ext cx="67145" cy="672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7619" y="4965414"/>
              <a:ext cx="67145" cy="67204"/>
            </a:xfrm>
            <a:prstGeom prst="rect">
              <a:avLst/>
            </a:prstGeom>
          </p:spPr>
        </p:pic>
      </p:grpSp>
      <p:pic>
        <p:nvPicPr>
          <p:cNvPr id="20" name="object 7">
            <a:extLst>
              <a:ext uri="{FF2B5EF4-FFF2-40B4-BE49-F238E27FC236}">
                <a16:creationId xmlns:a16="http://schemas.microsoft.com/office/drawing/2014/main" id="{182E5760-4D4A-5B86-03FE-A6AA3707673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6693659" y="3395870"/>
            <a:ext cx="647065" cy="877569"/>
          </a:xfrm>
          <a:custGeom>
            <a:avLst/>
            <a:gdLst/>
            <a:ahLst/>
            <a:cxnLst/>
            <a:rect l="l" t="t" r="r" b="b"/>
            <a:pathLst>
              <a:path w="647065" h="877570">
                <a:moveTo>
                  <a:pt x="646607" y="600125"/>
                </a:moveTo>
                <a:lnTo>
                  <a:pt x="638035" y="621220"/>
                </a:lnTo>
                <a:lnTo>
                  <a:pt x="613625" y="640638"/>
                </a:lnTo>
                <a:lnTo>
                  <a:pt x="577329" y="656907"/>
                </a:lnTo>
                <a:lnTo>
                  <a:pt x="577329" y="761695"/>
                </a:lnTo>
                <a:lnTo>
                  <a:pt x="575678" y="771144"/>
                </a:lnTo>
                <a:lnTo>
                  <a:pt x="570979" y="778433"/>
                </a:lnTo>
                <a:lnTo>
                  <a:pt x="563689" y="783120"/>
                </a:lnTo>
                <a:lnTo>
                  <a:pt x="554240" y="784783"/>
                </a:lnTo>
                <a:lnTo>
                  <a:pt x="544779" y="783120"/>
                </a:lnTo>
                <a:lnTo>
                  <a:pt x="537502" y="778433"/>
                </a:lnTo>
                <a:lnTo>
                  <a:pt x="532803" y="771144"/>
                </a:lnTo>
                <a:lnTo>
                  <a:pt x="531152" y="761695"/>
                </a:lnTo>
                <a:lnTo>
                  <a:pt x="532803" y="752246"/>
                </a:lnTo>
                <a:lnTo>
                  <a:pt x="537502" y="744956"/>
                </a:lnTo>
                <a:lnTo>
                  <a:pt x="544779" y="740270"/>
                </a:lnTo>
                <a:lnTo>
                  <a:pt x="554240" y="738619"/>
                </a:lnTo>
                <a:lnTo>
                  <a:pt x="563689" y="740270"/>
                </a:lnTo>
                <a:lnTo>
                  <a:pt x="570979" y="744956"/>
                </a:lnTo>
                <a:lnTo>
                  <a:pt x="575678" y="752246"/>
                </a:lnTo>
                <a:lnTo>
                  <a:pt x="577329" y="761695"/>
                </a:lnTo>
                <a:lnTo>
                  <a:pt x="577329" y="656907"/>
                </a:lnTo>
                <a:lnTo>
                  <a:pt x="525208" y="672096"/>
                </a:lnTo>
                <a:lnTo>
                  <a:pt x="465162" y="683031"/>
                </a:lnTo>
                <a:lnTo>
                  <a:pt x="397205" y="690003"/>
                </a:lnTo>
                <a:lnTo>
                  <a:pt x="323303" y="692454"/>
                </a:lnTo>
                <a:lnTo>
                  <a:pt x="249415" y="690003"/>
                </a:lnTo>
                <a:lnTo>
                  <a:pt x="181444" y="683031"/>
                </a:lnTo>
                <a:lnTo>
                  <a:pt x="121412" y="672096"/>
                </a:lnTo>
                <a:lnTo>
                  <a:pt x="71259" y="657783"/>
                </a:lnTo>
                <a:lnTo>
                  <a:pt x="32994" y="640638"/>
                </a:lnTo>
                <a:lnTo>
                  <a:pt x="0" y="600125"/>
                </a:lnTo>
                <a:lnTo>
                  <a:pt x="0" y="784783"/>
                </a:lnTo>
                <a:lnTo>
                  <a:pt x="32994" y="825284"/>
                </a:lnTo>
                <a:lnTo>
                  <a:pt x="71259" y="842429"/>
                </a:lnTo>
                <a:lnTo>
                  <a:pt x="121412" y="856754"/>
                </a:lnTo>
                <a:lnTo>
                  <a:pt x="181444" y="867689"/>
                </a:lnTo>
                <a:lnTo>
                  <a:pt x="249415" y="874649"/>
                </a:lnTo>
                <a:lnTo>
                  <a:pt x="323303" y="877100"/>
                </a:lnTo>
                <a:lnTo>
                  <a:pt x="397205" y="874649"/>
                </a:lnTo>
                <a:lnTo>
                  <a:pt x="465162" y="867689"/>
                </a:lnTo>
                <a:lnTo>
                  <a:pt x="525208" y="856754"/>
                </a:lnTo>
                <a:lnTo>
                  <a:pt x="575348" y="842429"/>
                </a:lnTo>
                <a:lnTo>
                  <a:pt x="613625" y="825284"/>
                </a:lnTo>
                <a:lnTo>
                  <a:pt x="646607" y="784783"/>
                </a:lnTo>
                <a:lnTo>
                  <a:pt x="646607" y="738619"/>
                </a:lnTo>
                <a:lnTo>
                  <a:pt x="646607" y="692454"/>
                </a:lnTo>
                <a:lnTo>
                  <a:pt x="646607" y="600125"/>
                </a:lnTo>
                <a:close/>
              </a:path>
              <a:path w="647065" h="877570">
                <a:moveTo>
                  <a:pt x="646607" y="369303"/>
                </a:moveTo>
                <a:lnTo>
                  <a:pt x="638035" y="390410"/>
                </a:lnTo>
                <a:lnTo>
                  <a:pt x="613625" y="409816"/>
                </a:lnTo>
                <a:lnTo>
                  <a:pt x="577329" y="426085"/>
                </a:lnTo>
                <a:lnTo>
                  <a:pt x="577329" y="530872"/>
                </a:lnTo>
                <a:lnTo>
                  <a:pt x="575665" y="540321"/>
                </a:lnTo>
                <a:lnTo>
                  <a:pt x="570979" y="547611"/>
                </a:lnTo>
                <a:lnTo>
                  <a:pt x="563689" y="552297"/>
                </a:lnTo>
                <a:lnTo>
                  <a:pt x="554240" y="553961"/>
                </a:lnTo>
                <a:lnTo>
                  <a:pt x="544779" y="552297"/>
                </a:lnTo>
                <a:lnTo>
                  <a:pt x="537489" y="547611"/>
                </a:lnTo>
                <a:lnTo>
                  <a:pt x="532803" y="540321"/>
                </a:lnTo>
                <a:lnTo>
                  <a:pt x="531139" y="530872"/>
                </a:lnTo>
                <a:lnTo>
                  <a:pt x="532803" y="521423"/>
                </a:lnTo>
                <a:lnTo>
                  <a:pt x="537489" y="514146"/>
                </a:lnTo>
                <a:lnTo>
                  <a:pt x="544779" y="509460"/>
                </a:lnTo>
                <a:lnTo>
                  <a:pt x="554240" y="507796"/>
                </a:lnTo>
                <a:lnTo>
                  <a:pt x="563689" y="509460"/>
                </a:lnTo>
                <a:lnTo>
                  <a:pt x="570979" y="514146"/>
                </a:lnTo>
                <a:lnTo>
                  <a:pt x="575665" y="521423"/>
                </a:lnTo>
                <a:lnTo>
                  <a:pt x="577329" y="530872"/>
                </a:lnTo>
                <a:lnTo>
                  <a:pt x="577329" y="426085"/>
                </a:lnTo>
                <a:lnTo>
                  <a:pt x="525208" y="441286"/>
                </a:lnTo>
                <a:lnTo>
                  <a:pt x="465162" y="452208"/>
                </a:lnTo>
                <a:lnTo>
                  <a:pt x="397205" y="459181"/>
                </a:lnTo>
                <a:lnTo>
                  <a:pt x="323303" y="461632"/>
                </a:lnTo>
                <a:lnTo>
                  <a:pt x="249402" y="459181"/>
                </a:lnTo>
                <a:lnTo>
                  <a:pt x="181444" y="452208"/>
                </a:lnTo>
                <a:lnTo>
                  <a:pt x="121412" y="441286"/>
                </a:lnTo>
                <a:lnTo>
                  <a:pt x="71259" y="426961"/>
                </a:lnTo>
                <a:lnTo>
                  <a:pt x="32994" y="409816"/>
                </a:lnTo>
                <a:lnTo>
                  <a:pt x="0" y="369303"/>
                </a:lnTo>
                <a:lnTo>
                  <a:pt x="0" y="553961"/>
                </a:lnTo>
                <a:lnTo>
                  <a:pt x="32994" y="594474"/>
                </a:lnTo>
                <a:lnTo>
                  <a:pt x="71259" y="611619"/>
                </a:lnTo>
                <a:lnTo>
                  <a:pt x="121412" y="625932"/>
                </a:lnTo>
                <a:lnTo>
                  <a:pt x="181444" y="636866"/>
                </a:lnTo>
                <a:lnTo>
                  <a:pt x="249402" y="643839"/>
                </a:lnTo>
                <a:lnTo>
                  <a:pt x="323303" y="646290"/>
                </a:lnTo>
                <a:lnTo>
                  <a:pt x="397205" y="643839"/>
                </a:lnTo>
                <a:lnTo>
                  <a:pt x="465162" y="636866"/>
                </a:lnTo>
                <a:lnTo>
                  <a:pt x="525208" y="625932"/>
                </a:lnTo>
                <a:lnTo>
                  <a:pt x="575348" y="611619"/>
                </a:lnTo>
                <a:lnTo>
                  <a:pt x="613625" y="594474"/>
                </a:lnTo>
                <a:lnTo>
                  <a:pt x="646607" y="553961"/>
                </a:lnTo>
                <a:lnTo>
                  <a:pt x="646607" y="507796"/>
                </a:lnTo>
                <a:lnTo>
                  <a:pt x="646607" y="461632"/>
                </a:lnTo>
                <a:lnTo>
                  <a:pt x="646607" y="369303"/>
                </a:lnTo>
                <a:close/>
              </a:path>
              <a:path w="647065" h="877570">
                <a:moveTo>
                  <a:pt x="646607" y="138493"/>
                </a:moveTo>
                <a:lnTo>
                  <a:pt x="638035" y="159588"/>
                </a:lnTo>
                <a:lnTo>
                  <a:pt x="613625" y="178993"/>
                </a:lnTo>
                <a:lnTo>
                  <a:pt x="577329" y="195275"/>
                </a:lnTo>
                <a:lnTo>
                  <a:pt x="577329" y="300062"/>
                </a:lnTo>
                <a:lnTo>
                  <a:pt x="575665" y="309511"/>
                </a:lnTo>
                <a:lnTo>
                  <a:pt x="570979" y="316788"/>
                </a:lnTo>
                <a:lnTo>
                  <a:pt x="563689" y="321487"/>
                </a:lnTo>
                <a:lnTo>
                  <a:pt x="554240" y="323138"/>
                </a:lnTo>
                <a:lnTo>
                  <a:pt x="544779" y="321487"/>
                </a:lnTo>
                <a:lnTo>
                  <a:pt x="537489" y="316788"/>
                </a:lnTo>
                <a:lnTo>
                  <a:pt x="532803" y="309511"/>
                </a:lnTo>
                <a:lnTo>
                  <a:pt x="531139" y="300062"/>
                </a:lnTo>
                <a:lnTo>
                  <a:pt x="532803" y="290614"/>
                </a:lnTo>
                <a:lnTo>
                  <a:pt x="537489" y="283324"/>
                </a:lnTo>
                <a:lnTo>
                  <a:pt x="544779" y="278638"/>
                </a:lnTo>
                <a:lnTo>
                  <a:pt x="554240" y="276974"/>
                </a:lnTo>
                <a:lnTo>
                  <a:pt x="563689" y="278638"/>
                </a:lnTo>
                <a:lnTo>
                  <a:pt x="570979" y="283324"/>
                </a:lnTo>
                <a:lnTo>
                  <a:pt x="575665" y="290614"/>
                </a:lnTo>
                <a:lnTo>
                  <a:pt x="577329" y="300062"/>
                </a:lnTo>
                <a:lnTo>
                  <a:pt x="577329" y="195275"/>
                </a:lnTo>
                <a:lnTo>
                  <a:pt x="525208" y="210464"/>
                </a:lnTo>
                <a:lnTo>
                  <a:pt x="465162" y="221399"/>
                </a:lnTo>
                <a:lnTo>
                  <a:pt x="397205" y="228371"/>
                </a:lnTo>
                <a:lnTo>
                  <a:pt x="323303" y="230809"/>
                </a:lnTo>
                <a:lnTo>
                  <a:pt x="249402" y="228371"/>
                </a:lnTo>
                <a:lnTo>
                  <a:pt x="181444" y="221399"/>
                </a:lnTo>
                <a:lnTo>
                  <a:pt x="121412" y="210464"/>
                </a:lnTo>
                <a:lnTo>
                  <a:pt x="71259" y="196151"/>
                </a:lnTo>
                <a:lnTo>
                  <a:pt x="32994" y="178993"/>
                </a:lnTo>
                <a:lnTo>
                  <a:pt x="0" y="138493"/>
                </a:lnTo>
                <a:lnTo>
                  <a:pt x="0" y="323138"/>
                </a:lnTo>
                <a:lnTo>
                  <a:pt x="32994" y="363651"/>
                </a:lnTo>
                <a:lnTo>
                  <a:pt x="71259" y="380796"/>
                </a:lnTo>
                <a:lnTo>
                  <a:pt x="121412" y="395122"/>
                </a:lnTo>
                <a:lnTo>
                  <a:pt x="181444" y="406044"/>
                </a:lnTo>
                <a:lnTo>
                  <a:pt x="249402" y="413016"/>
                </a:lnTo>
                <a:lnTo>
                  <a:pt x="323303" y="415467"/>
                </a:lnTo>
                <a:lnTo>
                  <a:pt x="397205" y="413016"/>
                </a:lnTo>
                <a:lnTo>
                  <a:pt x="465162" y="406044"/>
                </a:lnTo>
                <a:lnTo>
                  <a:pt x="525208" y="395122"/>
                </a:lnTo>
                <a:lnTo>
                  <a:pt x="575348" y="380796"/>
                </a:lnTo>
                <a:lnTo>
                  <a:pt x="613625" y="363651"/>
                </a:lnTo>
                <a:lnTo>
                  <a:pt x="646607" y="323138"/>
                </a:lnTo>
                <a:lnTo>
                  <a:pt x="646607" y="276974"/>
                </a:lnTo>
                <a:lnTo>
                  <a:pt x="646607" y="230809"/>
                </a:lnTo>
                <a:lnTo>
                  <a:pt x="646607" y="138493"/>
                </a:lnTo>
                <a:close/>
              </a:path>
              <a:path w="647065" h="877570">
                <a:moveTo>
                  <a:pt x="646607" y="92329"/>
                </a:moveTo>
                <a:lnTo>
                  <a:pt x="613752" y="51727"/>
                </a:lnTo>
                <a:lnTo>
                  <a:pt x="575576" y="34582"/>
                </a:lnTo>
                <a:lnTo>
                  <a:pt x="525513" y="20281"/>
                </a:lnTo>
                <a:lnTo>
                  <a:pt x="465480" y="9385"/>
                </a:lnTo>
                <a:lnTo>
                  <a:pt x="397433" y="2438"/>
                </a:lnTo>
                <a:lnTo>
                  <a:pt x="323303" y="0"/>
                </a:lnTo>
                <a:lnTo>
                  <a:pt x="249174" y="2438"/>
                </a:lnTo>
                <a:lnTo>
                  <a:pt x="181127" y="9385"/>
                </a:lnTo>
                <a:lnTo>
                  <a:pt x="121094" y="20281"/>
                </a:lnTo>
                <a:lnTo>
                  <a:pt x="71031" y="34582"/>
                </a:lnTo>
                <a:lnTo>
                  <a:pt x="32867" y="51727"/>
                </a:lnTo>
                <a:lnTo>
                  <a:pt x="0" y="92329"/>
                </a:lnTo>
                <a:lnTo>
                  <a:pt x="8534" y="113487"/>
                </a:lnTo>
                <a:lnTo>
                  <a:pt x="71031" y="150063"/>
                </a:lnTo>
                <a:lnTo>
                  <a:pt x="121094" y="164363"/>
                </a:lnTo>
                <a:lnTo>
                  <a:pt x="181127" y="175272"/>
                </a:lnTo>
                <a:lnTo>
                  <a:pt x="249174" y="182206"/>
                </a:lnTo>
                <a:lnTo>
                  <a:pt x="323303" y="184658"/>
                </a:lnTo>
                <a:lnTo>
                  <a:pt x="397433" y="182206"/>
                </a:lnTo>
                <a:lnTo>
                  <a:pt x="465480" y="175272"/>
                </a:lnTo>
                <a:lnTo>
                  <a:pt x="525513" y="164363"/>
                </a:lnTo>
                <a:lnTo>
                  <a:pt x="575576" y="150063"/>
                </a:lnTo>
                <a:lnTo>
                  <a:pt x="613752" y="132930"/>
                </a:lnTo>
                <a:lnTo>
                  <a:pt x="646607" y="92329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81204" y="4376367"/>
            <a:ext cx="10706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ED7D31"/>
                </a:solidFill>
                <a:latin typeface="Calibri"/>
                <a:cs typeface="Calibri"/>
              </a:rPr>
              <a:t>IoT</a:t>
            </a:r>
            <a:r>
              <a:rPr sz="1600" b="1" i="1" spc="-25" dirty="0">
                <a:solidFill>
                  <a:srgbClr val="ED7D31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ED7D31"/>
                </a:solidFill>
                <a:latin typeface="Calibri"/>
                <a:cs typeface="Calibri"/>
              </a:rPr>
              <a:t>platform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5828" y="2616750"/>
            <a:ext cx="287020" cy="2552700"/>
          </a:xfrm>
          <a:custGeom>
            <a:avLst/>
            <a:gdLst/>
            <a:ahLst/>
            <a:cxnLst/>
            <a:rect l="l" t="t" r="r" b="b"/>
            <a:pathLst>
              <a:path w="287020" h="2552700">
                <a:moveTo>
                  <a:pt x="286511" y="2552700"/>
                </a:moveTo>
                <a:lnTo>
                  <a:pt x="248427" y="2545196"/>
                </a:lnTo>
                <a:lnTo>
                  <a:pt x="214206" y="2524021"/>
                </a:lnTo>
                <a:lnTo>
                  <a:pt x="185213" y="2491176"/>
                </a:lnTo>
                <a:lnTo>
                  <a:pt x="162813" y="2448663"/>
                </a:lnTo>
                <a:lnTo>
                  <a:pt x="148373" y="2398484"/>
                </a:lnTo>
                <a:lnTo>
                  <a:pt x="143255" y="2342642"/>
                </a:lnTo>
                <a:lnTo>
                  <a:pt x="143255" y="1480146"/>
                </a:lnTo>
                <a:lnTo>
                  <a:pt x="138138" y="1424309"/>
                </a:lnTo>
                <a:lnTo>
                  <a:pt x="123697" y="1374134"/>
                </a:lnTo>
                <a:lnTo>
                  <a:pt x="101298" y="1331623"/>
                </a:lnTo>
                <a:lnTo>
                  <a:pt x="72305" y="1298779"/>
                </a:lnTo>
                <a:lnTo>
                  <a:pt x="38084" y="1277604"/>
                </a:lnTo>
                <a:lnTo>
                  <a:pt x="0" y="1270101"/>
                </a:lnTo>
                <a:lnTo>
                  <a:pt x="38084" y="1262598"/>
                </a:lnTo>
                <a:lnTo>
                  <a:pt x="72305" y="1241423"/>
                </a:lnTo>
                <a:lnTo>
                  <a:pt x="101298" y="1208578"/>
                </a:lnTo>
                <a:lnTo>
                  <a:pt x="123697" y="1166065"/>
                </a:lnTo>
                <a:lnTo>
                  <a:pt x="138138" y="1115886"/>
                </a:lnTo>
                <a:lnTo>
                  <a:pt x="143255" y="1060043"/>
                </a:lnTo>
                <a:lnTo>
                  <a:pt x="143255" y="210057"/>
                </a:lnTo>
                <a:lnTo>
                  <a:pt x="148373" y="154215"/>
                </a:lnTo>
                <a:lnTo>
                  <a:pt x="162813" y="104036"/>
                </a:lnTo>
                <a:lnTo>
                  <a:pt x="185213" y="61523"/>
                </a:lnTo>
                <a:lnTo>
                  <a:pt x="214206" y="28678"/>
                </a:lnTo>
                <a:lnTo>
                  <a:pt x="248427" y="7503"/>
                </a:lnTo>
                <a:lnTo>
                  <a:pt x="2865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9946" y="1394289"/>
            <a:ext cx="2025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118567" y="3316267"/>
            <a:ext cx="1100455" cy="658495"/>
            <a:chOff x="10036308" y="3329178"/>
            <a:chExt cx="1100455" cy="6584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5351" y="3348228"/>
              <a:ext cx="1062227" cy="6202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045833" y="3338703"/>
              <a:ext cx="1081405" cy="639445"/>
            </a:xfrm>
            <a:custGeom>
              <a:avLst/>
              <a:gdLst/>
              <a:ahLst/>
              <a:cxnLst/>
              <a:rect l="l" t="t" r="r" b="b"/>
              <a:pathLst>
                <a:path w="1081404" h="639445">
                  <a:moveTo>
                    <a:pt x="112420" y="0"/>
                  </a:moveTo>
                  <a:lnTo>
                    <a:pt x="968844" y="0"/>
                  </a:lnTo>
                  <a:lnTo>
                    <a:pt x="991107" y="2247"/>
                  </a:lnTo>
                  <a:lnTo>
                    <a:pt x="1031519" y="19253"/>
                  </a:lnTo>
                  <a:lnTo>
                    <a:pt x="1062024" y="49745"/>
                  </a:lnTo>
                  <a:lnTo>
                    <a:pt x="1079030" y="90157"/>
                  </a:lnTo>
                  <a:lnTo>
                    <a:pt x="1081277" y="112420"/>
                  </a:lnTo>
                  <a:lnTo>
                    <a:pt x="1081277" y="526897"/>
                  </a:lnTo>
                  <a:lnTo>
                    <a:pt x="1072438" y="570369"/>
                  </a:lnTo>
                  <a:lnTo>
                    <a:pt x="1048232" y="606285"/>
                  </a:lnTo>
                  <a:lnTo>
                    <a:pt x="1012329" y="630491"/>
                  </a:lnTo>
                  <a:lnTo>
                    <a:pt x="968844" y="639318"/>
                  </a:lnTo>
                  <a:lnTo>
                    <a:pt x="112420" y="639318"/>
                  </a:lnTo>
                  <a:lnTo>
                    <a:pt x="68935" y="630491"/>
                  </a:lnTo>
                  <a:lnTo>
                    <a:pt x="33032" y="606285"/>
                  </a:lnTo>
                  <a:lnTo>
                    <a:pt x="8826" y="570369"/>
                  </a:lnTo>
                  <a:lnTo>
                    <a:pt x="0" y="526897"/>
                  </a:lnTo>
                  <a:lnTo>
                    <a:pt x="0" y="112420"/>
                  </a:lnTo>
                  <a:lnTo>
                    <a:pt x="8826" y="68948"/>
                  </a:lnTo>
                  <a:lnTo>
                    <a:pt x="33032" y="33032"/>
                  </a:lnTo>
                  <a:lnTo>
                    <a:pt x="68935" y="8826"/>
                  </a:lnTo>
                  <a:lnTo>
                    <a:pt x="11242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128848" y="4068738"/>
            <a:ext cx="1092200" cy="1102995"/>
            <a:chOff x="10046589" y="4081649"/>
            <a:chExt cx="1092200" cy="1102995"/>
          </a:xfrm>
        </p:grpSpPr>
        <p:sp>
          <p:nvSpPr>
            <p:cNvPr id="11" name="object 11"/>
            <p:cNvSpPr/>
            <p:nvPr/>
          </p:nvSpPr>
          <p:spPr>
            <a:xfrm>
              <a:off x="10056114" y="4091174"/>
              <a:ext cx="1073150" cy="1083945"/>
            </a:xfrm>
            <a:custGeom>
              <a:avLst/>
              <a:gdLst/>
              <a:ahLst/>
              <a:cxnLst/>
              <a:rect l="l" t="t" r="r" b="b"/>
              <a:pathLst>
                <a:path w="1073150" h="1083945">
                  <a:moveTo>
                    <a:pt x="0" y="131165"/>
                  </a:moveTo>
                  <a:lnTo>
                    <a:pt x="10307" y="80110"/>
                  </a:lnTo>
                  <a:lnTo>
                    <a:pt x="38417" y="38417"/>
                  </a:lnTo>
                  <a:lnTo>
                    <a:pt x="80110" y="10307"/>
                  </a:lnTo>
                  <a:lnTo>
                    <a:pt x="131165" y="0"/>
                  </a:lnTo>
                  <a:lnTo>
                    <a:pt x="941730" y="0"/>
                  </a:lnTo>
                  <a:lnTo>
                    <a:pt x="992785" y="10307"/>
                  </a:lnTo>
                  <a:lnTo>
                    <a:pt x="1034478" y="38417"/>
                  </a:lnTo>
                  <a:lnTo>
                    <a:pt x="1062588" y="80110"/>
                  </a:lnTo>
                  <a:lnTo>
                    <a:pt x="1072896" y="131165"/>
                  </a:lnTo>
                  <a:lnTo>
                    <a:pt x="1072896" y="952411"/>
                  </a:lnTo>
                  <a:lnTo>
                    <a:pt x="1062588" y="1003459"/>
                  </a:lnTo>
                  <a:lnTo>
                    <a:pt x="1034478" y="1045148"/>
                  </a:lnTo>
                  <a:lnTo>
                    <a:pt x="992785" y="1073256"/>
                  </a:lnTo>
                  <a:lnTo>
                    <a:pt x="941730" y="1083564"/>
                  </a:lnTo>
                  <a:lnTo>
                    <a:pt x="131165" y="1083564"/>
                  </a:lnTo>
                  <a:lnTo>
                    <a:pt x="80110" y="1073256"/>
                  </a:lnTo>
                  <a:lnTo>
                    <a:pt x="38417" y="1045148"/>
                  </a:lnTo>
                  <a:lnTo>
                    <a:pt x="10307" y="1003459"/>
                  </a:lnTo>
                  <a:lnTo>
                    <a:pt x="0" y="952411"/>
                  </a:lnTo>
                  <a:lnTo>
                    <a:pt x="0" y="13116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65080" y="4169664"/>
              <a:ext cx="858010" cy="91744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104838" y="2596939"/>
            <a:ext cx="1100455" cy="637540"/>
            <a:chOff x="10022579" y="2609850"/>
            <a:chExt cx="1100455" cy="63754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41636" y="2628900"/>
              <a:ext cx="1062227" cy="59893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032104" y="2619375"/>
              <a:ext cx="1081405" cy="618490"/>
            </a:xfrm>
            <a:custGeom>
              <a:avLst/>
              <a:gdLst/>
              <a:ahLst/>
              <a:cxnLst/>
              <a:rect l="l" t="t" r="r" b="b"/>
              <a:pathLst>
                <a:path w="1081404" h="618489">
                  <a:moveTo>
                    <a:pt x="108877" y="0"/>
                  </a:moveTo>
                  <a:lnTo>
                    <a:pt x="972413" y="0"/>
                  </a:lnTo>
                  <a:lnTo>
                    <a:pt x="993965" y="2171"/>
                  </a:lnTo>
                  <a:lnTo>
                    <a:pt x="1033094" y="18643"/>
                  </a:lnTo>
                  <a:lnTo>
                    <a:pt x="1062647" y="48183"/>
                  </a:lnTo>
                  <a:lnTo>
                    <a:pt x="1079106" y="87325"/>
                  </a:lnTo>
                  <a:lnTo>
                    <a:pt x="1081290" y="108864"/>
                  </a:lnTo>
                  <a:lnTo>
                    <a:pt x="1081290" y="509117"/>
                  </a:lnTo>
                  <a:lnTo>
                    <a:pt x="1072730" y="551205"/>
                  </a:lnTo>
                  <a:lnTo>
                    <a:pt x="1049286" y="585990"/>
                  </a:lnTo>
                  <a:lnTo>
                    <a:pt x="1014514" y="609434"/>
                  </a:lnTo>
                  <a:lnTo>
                    <a:pt x="972413" y="617982"/>
                  </a:lnTo>
                  <a:lnTo>
                    <a:pt x="108877" y="617982"/>
                  </a:lnTo>
                  <a:lnTo>
                    <a:pt x="66776" y="609434"/>
                  </a:lnTo>
                  <a:lnTo>
                    <a:pt x="32003" y="585990"/>
                  </a:lnTo>
                  <a:lnTo>
                    <a:pt x="8559" y="551205"/>
                  </a:lnTo>
                  <a:lnTo>
                    <a:pt x="0" y="509117"/>
                  </a:lnTo>
                  <a:lnTo>
                    <a:pt x="0" y="108864"/>
                  </a:lnTo>
                  <a:lnTo>
                    <a:pt x="8559" y="66776"/>
                  </a:lnTo>
                  <a:lnTo>
                    <a:pt x="32003" y="31991"/>
                  </a:lnTo>
                  <a:lnTo>
                    <a:pt x="66776" y="8547"/>
                  </a:lnTo>
                  <a:lnTo>
                    <a:pt x="108877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3048000" y="3429000"/>
            <a:ext cx="527685" cy="769620"/>
          </a:xfrm>
          <a:custGeom>
            <a:avLst/>
            <a:gdLst/>
            <a:ahLst/>
            <a:cxnLst/>
            <a:rect l="l" t="t" r="r" b="b"/>
            <a:pathLst>
              <a:path w="527685" h="769620">
                <a:moveTo>
                  <a:pt x="103543" y="26403"/>
                </a:moveTo>
                <a:lnTo>
                  <a:pt x="44869" y="39243"/>
                </a:lnTo>
                <a:lnTo>
                  <a:pt x="20586" y="84137"/>
                </a:lnTo>
                <a:lnTo>
                  <a:pt x="5308" y="133629"/>
                </a:lnTo>
                <a:lnTo>
                  <a:pt x="0" y="186664"/>
                </a:lnTo>
                <a:lnTo>
                  <a:pt x="5308" y="239687"/>
                </a:lnTo>
                <a:lnTo>
                  <a:pt x="20586" y="289179"/>
                </a:lnTo>
                <a:lnTo>
                  <a:pt x="44869" y="334086"/>
                </a:lnTo>
                <a:lnTo>
                  <a:pt x="77190" y="373329"/>
                </a:lnTo>
                <a:lnTo>
                  <a:pt x="103543" y="346925"/>
                </a:lnTo>
                <a:lnTo>
                  <a:pt x="76174" y="313664"/>
                </a:lnTo>
                <a:lnTo>
                  <a:pt x="55422" y="275285"/>
                </a:lnTo>
                <a:lnTo>
                  <a:pt x="42252" y="232651"/>
                </a:lnTo>
                <a:lnTo>
                  <a:pt x="37655" y="186664"/>
                </a:lnTo>
                <a:lnTo>
                  <a:pt x="42252" y="140804"/>
                </a:lnTo>
                <a:lnTo>
                  <a:pt x="55422" y="98399"/>
                </a:lnTo>
                <a:lnTo>
                  <a:pt x="76174" y="60058"/>
                </a:lnTo>
                <a:lnTo>
                  <a:pt x="103543" y="26403"/>
                </a:lnTo>
                <a:close/>
              </a:path>
              <a:path w="527685" h="769620">
                <a:moveTo>
                  <a:pt x="157200" y="80137"/>
                </a:moveTo>
                <a:lnTo>
                  <a:pt x="107467" y="81534"/>
                </a:lnTo>
                <a:lnTo>
                  <a:pt x="79082" y="148793"/>
                </a:lnTo>
                <a:lnTo>
                  <a:pt x="75298" y="186664"/>
                </a:lnTo>
                <a:lnTo>
                  <a:pt x="79082" y="224536"/>
                </a:lnTo>
                <a:lnTo>
                  <a:pt x="90017" y="259842"/>
                </a:lnTo>
                <a:lnTo>
                  <a:pt x="107467" y="291795"/>
                </a:lnTo>
                <a:lnTo>
                  <a:pt x="130835" y="319582"/>
                </a:lnTo>
                <a:lnTo>
                  <a:pt x="157200" y="293192"/>
                </a:lnTo>
                <a:lnTo>
                  <a:pt x="138772" y="270840"/>
                </a:lnTo>
                <a:lnTo>
                  <a:pt x="124841" y="245224"/>
                </a:lnTo>
                <a:lnTo>
                  <a:pt x="116027" y="216966"/>
                </a:lnTo>
                <a:lnTo>
                  <a:pt x="112953" y="186664"/>
                </a:lnTo>
                <a:lnTo>
                  <a:pt x="116027" y="156362"/>
                </a:lnTo>
                <a:lnTo>
                  <a:pt x="124841" y="128092"/>
                </a:lnTo>
                <a:lnTo>
                  <a:pt x="138772" y="102476"/>
                </a:lnTo>
                <a:lnTo>
                  <a:pt x="157200" y="80137"/>
                </a:lnTo>
                <a:close/>
              </a:path>
              <a:path w="527685" h="769620">
                <a:moveTo>
                  <a:pt x="209905" y="132930"/>
                </a:moveTo>
                <a:lnTo>
                  <a:pt x="183553" y="106527"/>
                </a:lnTo>
                <a:lnTo>
                  <a:pt x="169672" y="123431"/>
                </a:lnTo>
                <a:lnTo>
                  <a:pt x="159308" y="142709"/>
                </a:lnTo>
                <a:lnTo>
                  <a:pt x="152844" y="163931"/>
                </a:lnTo>
                <a:lnTo>
                  <a:pt x="150609" y="186664"/>
                </a:lnTo>
                <a:lnTo>
                  <a:pt x="152844" y="209397"/>
                </a:lnTo>
                <a:lnTo>
                  <a:pt x="159308" y="230619"/>
                </a:lnTo>
                <a:lnTo>
                  <a:pt x="169672" y="249897"/>
                </a:lnTo>
                <a:lnTo>
                  <a:pt x="183553" y="266801"/>
                </a:lnTo>
                <a:lnTo>
                  <a:pt x="209905" y="240398"/>
                </a:lnTo>
                <a:lnTo>
                  <a:pt x="200964" y="228955"/>
                </a:lnTo>
                <a:lnTo>
                  <a:pt x="194144" y="216001"/>
                </a:lnTo>
                <a:lnTo>
                  <a:pt x="189788" y="201815"/>
                </a:lnTo>
                <a:lnTo>
                  <a:pt x="188264" y="186664"/>
                </a:lnTo>
                <a:lnTo>
                  <a:pt x="189788" y="171500"/>
                </a:lnTo>
                <a:lnTo>
                  <a:pt x="194144" y="157314"/>
                </a:lnTo>
                <a:lnTo>
                  <a:pt x="200964" y="144373"/>
                </a:lnTo>
                <a:lnTo>
                  <a:pt x="209905" y="132930"/>
                </a:lnTo>
                <a:close/>
              </a:path>
              <a:path w="527685" h="769620">
                <a:moveTo>
                  <a:pt x="376516" y="186664"/>
                </a:moveTo>
                <a:lnTo>
                  <a:pt x="374281" y="163931"/>
                </a:lnTo>
                <a:lnTo>
                  <a:pt x="367817" y="142709"/>
                </a:lnTo>
                <a:lnTo>
                  <a:pt x="357454" y="123431"/>
                </a:lnTo>
                <a:lnTo>
                  <a:pt x="343573" y="106527"/>
                </a:lnTo>
                <a:lnTo>
                  <a:pt x="317220" y="132930"/>
                </a:lnTo>
                <a:lnTo>
                  <a:pt x="326161" y="143840"/>
                </a:lnTo>
                <a:lnTo>
                  <a:pt x="332981" y="156616"/>
                </a:lnTo>
                <a:lnTo>
                  <a:pt x="337337" y="170980"/>
                </a:lnTo>
                <a:lnTo>
                  <a:pt x="338861" y="186664"/>
                </a:lnTo>
                <a:lnTo>
                  <a:pt x="337337" y="202222"/>
                </a:lnTo>
                <a:lnTo>
                  <a:pt x="332981" y="216357"/>
                </a:lnTo>
                <a:lnTo>
                  <a:pt x="326161" y="229082"/>
                </a:lnTo>
                <a:lnTo>
                  <a:pt x="317220" y="240398"/>
                </a:lnTo>
                <a:lnTo>
                  <a:pt x="343573" y="266788"/>
                </a:lnTo>
                <a:lnTo>
                  <a:pt x="357454" y="249897"/>
                </a:lnTo>
                <a:lnTo>
                  <a:pt x="367817" y="230619"/>
                </a:lnTo>
                <a:lnTo>
                  <a:pt x="374281" y="209384"/>
                </a:lnTo>
                <a:lnTo>
                  <a:pt x="376516" y="186664"/>
                </a:lnTo>
                <a:close/>
              </a:path>
              <a:path w="527685" h="769620">
                <a:moveTo>
                  <a:pt x="451827" y="186664"/>
                </a:moveTo>
                <a:lnTo>
                  <a:pt x="448043" y="148793"/>
                </a:lnTo>
                <a:lnTo>
                  <a:pt x="437121" y="113487"/>
                </a:lnTo>
                <a:lnTo>
                  <a:pt x="419658" y="81534"/>
                </a:lnTo>
                <a:lnTo>
                  <a:pt x="396290" y="53733"/>
                </a:lnTo>
                <a:lnTo>
                  <a:pt x="369925" y="80137"/>
                </a:lnTo>
                <a:lnTo>
                  <a:pt x="388353" y="102476"/>
                </a:lnTo>
                <a:lnTo>
                  <a:pt x="402285" y="128092"/>
                </a:lnTo>
                <a:lnTo>
                  <a:pt x="411099" y="156362"/>
                </a:lnTo>
                <a:lnTo>
                  <a:pt x="414172" y="186664"/>
                </a:lnTo>
                <a:lnTo>
                  <a:pt x="411099" y="216966"/>
                </a:lnTo>
                <a:lnTo>
                  <a:pt x="402285" y="245224"/>
                </a:lnTo>
                <a:lnTo>
                  <a:pt x="388353" y="270840"/>
                </a:lnTo>
                <a:lnTo>
                  <a:pt x="369925" y="293192"/>
                </a:lnTo>
                <a:lnTo>
                  <a:pt x="396290" y="319582"/>
                </a:lnTo>
                <a:lnTo>
                  <a:pt x="419658" y="291795"/>
                </a:lnTo>
                <a:lnTo>
                  <a:pt x="437121" y="259842"/>
                </a:lnTo>
                <a:lnTo>
                  <a:pt x="448043" y="224536"/>
                </a:lnTo>
                <a:lnTo>
                  <a:pt x="451827" y="186664"/>
                </a:lnTo>
                <a:close/>
              </a:path>
              <a:path w="527685" h="769620">
                <a:moveTo>
                  <a:pt x="499071" y="446709"/>
                </a:moveTo>
                <a:lnTo>
                  <a:pt x="493991" y="421589"/>
                </a:lnTo>
                <a:lnTo>
                  <a:pt x="480174" y="401078"/>
                </a:lnTo>
                <a:lnTo>
                  <a:pt x="459663" y="387261"/>
                </a:lnTo>
                <a:lnTo>
                  <a:pt x="434555" y="382193"/>
                </a:lnTo>
                <a:lnTo>
                  <a:pt x="282384" y="382193"/>
                </a:lnTo>
                <a:lnTo>
                  <a:pt x="282384" y="218719"/>
                </a:lnTo>
                <a:lnTo>
                  <a:pt x="290093" y="212775"/>
                </a:lnTo>
                <a:lnTo>
                  <a:pt x="296037" y="205168"/>
                </a:lnTo>
                <a:lnTo>
                  <a:pt x="299859" y="196303"/>
                </a:lnTo>
                <a:lnTo>
                  <a:pt x="301218" y="186664"/>
                </a:lnTo>
                <a:lnTo>
                  <a:pt x="298246" y="172021"/>
                </a:lnTo>
                <a:lnTo>
                  <a:pt x="290156" y="160032"/>
                </a:lnTo>
                <a:lnTo>
                  <a:pt x="278180" y="151930"/>
                </a:lnTo>
                <a:lnTo>
                  <a:pt x="263563" y="148945"/>
                </a:lnTo>
                <a:lnTo>
                  <a:pt x="248945" y="151930"/>
                </a:lnTo>
                <a:lnTo>
                  <a:pt x="236969" y="160032"/>
                </a:lnTo>
                <a:lnTo>
                  <a:pt x="228879" y="172021"/>
                </a:lnTo>
                <a:lnTo>
                  <a:pt x="225907" y="186664"/>
                </a:lnTo>
                <a:lnTo>
                  <a:pt x="227266" y="196837"/>
                </a:lnTo>
                <a:lnTo>
                  <a:pt x="231089" y="205867"/>
                </a:lnTo>
                <a:lnTo>
                  <a:pt x="237032" y="213309"/>
                </a:lnTo>
                <a:lnTo>
                  <a:pt x="244741" y="218719"/>
                </a:lnTo>
                <a:lnTo>
                  <a:pt x="244741" y="382193"/>
                </a:lnTo>
                <a:lnTo>
                  <a:pt x="126199" y="382193"/>
                </a:lnTo>
                <a:lnTo>
                  <a:pt x="101079" y="387261"/>
                </a:lnTo>
                <a:lnTo>
                  <a:pt x="80568" y="401078"/>
                </a:lnTo>
                <a:lnTo>
                  <a:pt x="66751" y="421589"/>
                </a:lnTo>
                <a:lnTo>
                  <a:pt x="61683" y="446709"/>
                </a:lnTo>
                <a:lnTo>
                  <a:pt x="61683" y="704773"/>
                </a:lnTo>
                <a:lnTo>
                  <a:pt x="66751" y="729881"/>
                </a:lnTo>
                <a:lnTo>
                  <a:pt x="80568" y="750379"/>
                </a:lnTo>
                <a:lnTo>
                  <a:pt x="101079" y="764209"/>
                </a:lnTo>
                <a:lnTo>
                  <a:pt x="126199" y="769289"/>
                </a:lnTo>
                <a:lnTo>
                  <a:pt x="434555" y="769289"/>
                </a:lnTo>
                <a:lnTo>
                  <a:pt x="459663" y="764209"/>
                </a:lnTo>
                <a:lnTo>
                  <a:pt x="480174" y="750379"/>
                </a:lnTo>
                <a:lnTo>
                  <a:pt x="493991" y="729881"/>
                </a:lnTo>
                <a:lnTo>
                  <a:pt x="499071" y="704773"/>
                </a:lnTo>
                <a:lnTo>
                  <a:pt x="499071" y="446709"/>
                </a:lnTo>
                <a:close/>
              </a:path>
              <a:path w="527685" h="769620">
                <a:moveTo>
                  <a:pt x="527126" y="186664"/>
                </a:moveTo>
                <a:lnTo>
                  <a:pt x="521817" y="133629"/>
                </a:lnTo>
                <a:lnTo>
                  <a:pt x="506539" y="84137"/>
                </a:lnTo>
                <a:lnTo>
                  <a:pt x="482257" y="39243"/>
                </a:lnTo>
                <a:lnTo>
                  <a:pt x="449935" y="0"/>
                </a:lnTo>
                <a:lnTo>
                  <a:pt x="423583" y="26390"/>
                </a:lnTo>
                <a:lnTo>
                  <a:pt x="450951" y="59651"/>
                </a:lnTo>
                <a:lnTo>
                  <a:pt x="471703" y="98044"/>
                </a:lnTo>
                <a:lnTo>
                  <a:pt x="484873" y="140677"/>
                </a:lnTo>
                <a:lnTo>
                  <a:pt x="489470" y="186664"/>
                </a:lnTo>
                <a:lnTo>
                  <a:pt x="484873" y="232511"/>
                </a:lnTo>
                <a:lnTo>
                  <a:pt x="471703" y="274929"/>
                </a:lnTo>
                <a:lnTo>
                  <a:pt x="450951" y="313270"/>
                </a:lnTo>
                <a:lnTo>
                  <a:pt x="423583" y="346925"/>
                </a:lnTo>
                <a:lnTo>
                  <a:pt x="449935" y="373329"/>
                </a:lnTo>
                <a:lnTo>
                  <a:pt x="482257" y="334086"/>
                </a:lnTo>
                <a:lnTo>
                  <a:pt x="506539" y="289179"/>
                </a:lnTo>
                <a:lnTo>
                  <a:pt x="521817" y="239687"/>
                </a:lnTo>
                <a:lnTo>
                  <a:pt x="527126" y="186664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971800" y="4194394"/>
            <a:ext cx="929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20" dirty="0">
                <a:solidFill>
                  <a:srgbClr val="0070C0"/>
                </a:solidFill>
                <a:latin typeface="Calibri"/>
                <a:cs typeface="Calibri"/>
              </a:rPr>
              <a:t>End-</a:t>
            </a:r>
            <a:r>
              <a:rPr sz="1600" b="1" i="1" spc="-10" dirty="0">
                <a:solidFill>
                  <a:srgbClr val="0070C0"/>
                </a:solidFill>
                <a:latin typeface="Calibri"/>
                <a:cs typeface="Calibri"/>
              </a:rPr>
              <a:t>device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4648" y="3392082"/>
            <a:ext cx="503650" cy="9143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980333" y="4194394"/>
            <a:ext cx="933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B0F0"/>
                </a:solidFill>
                <a:latin typeface="Calibri"/>
                <a:cs typeface="Calibri"/>
              </a:rPr>
              <a:t>Gateway</a:t>
            </a:r>
            <a:r>
              <a:rPr sz="1600" b="1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00B0F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82600" y="3930056"/>
            <a:ext cx="1274445" cy="12065"/>
          </a:xfrm>
          <a:custGeom>
            <a:avLst/>
            <a:gdLst/>
            <a:ahLst/>
            <a:cxnLst/>
            <a:rect l="l" t="t" r="r" b="b"/>
            <a:pathLst>
              <a:path w="1274445" h="12064">
                <a:moveTo>
                  <a:pt x="0" y="11849"/>
                </a:moveTo>
                <a:lnTo>
                  <a:pt x="1274279" y="0"/>
                </a:lnTo>
              </a:path>
            </a:pathLst>
          </a:custGeom>
          <a:ln w="57149">
            <a:solidFill>
              <a:srgbClr val="595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7">
            <a:extLst>
              <a:ext uri="{FF2B5EF4-FFF2-40B4-BE49-F238E27FC236}">
                <a16:creationId xmlns:a16="http://schemas.microsoft.com/office/drawing/2014/main" id="{65722699-423C-2D71-72A4-02A9670768C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29" name="object 17">
            <a:extLst>
              <a:ext uri="{FF2B5EF4-FFF2-40B4-BE49-F238E27FC236}">
                <a16:creationId xmlns:a16="http://schemas.microsoft.com/office/drawing/2014/main" id="{8ADAFA8C-3C0A-BC63-8242-C02E7B677B40}"/>
              </a:ext>
            </a:extLst>
          </p:cNvPr>
          <p:cNvSpPr txBox="1"/>
          <p:nvPr/>
        </p:nvSpPr>
        <p:spPr>
          <a:xfrm>
            <a:off x="60960" y="3538150"/>
            <a:ext cx="9296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1600" b="1" i="1" spc="-20" dirty="0">
                <a:solidFill>
                  <a:srgbClr val="0070C0"/>
                </a:solidFill>
                <a:latin typeface="Calibri"/>
                <a:cs typeface="Calibri"/>
              </a:rPr>
              <a:t>LDR value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1" name="object 17">
            <a:extLst>
              <a:ext uri="{FF2B5EF4-FFF2-40B4-BE49-F238E27FC236}">
                <a16:creationId xmlns:a16="http://schemas.microsoft.com/office/drawing/2014/main" id="{AF233AF0-D897-BBBF-2E71-866CD3A514BC}"/>
              </a:ext>
            </a:extLst>
          </p:cNvPr>
          <p:cNvSpPr txBox="1"/>
          <p:nvPr/>
        </p:nvSpPr>
        <p:spPr>
          <a:xfrm>
            <a:off x="20686" y="3816563"/>
            <a:ext cx="22653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1600" b="1" i="1" spc="-20" dirty="0" err="1">
                <a:solidFill>
                  <a:srgbClr val="0070C0"/>
                </a:solidFill>
                <a:latin typeface="Calibri"/>
                <a:cs typeface="Calibri"/>
              </a:rPr>
              <a:t>Potentiometer</a:t>
            </a:r>
            <a:r>
              <a:rPr lang="fr-MA" sz="1600" b="1" i="1" spc="-20" dirty="0">
                <a:solidFill>
                  <a:srgbClr val="0070C0"/>
                </a:solidFill>
                <a:latin typeface="Calibri"/>
                <a:cs typeface="Calibri"/>
              </a:rPr>
              <a:t> value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2" name="object 17">
            <a:extLst>
              <a:ext uri="{FF2B5EF4-FFF2-40B4-BE49-F238E27FC236}">
                <a16:creationId xmlns:a16="http://schemas.microsoft.com/office/drawing/2014/main" id="{AD70F992-1784-D08F-7598-38C1685DE576}"/>
              </a:ext>
            </a:extLst>
          </p:cNvPr>
          <p:cNvSpPr txBox="1"/>
          <p:nvPr/>
        </p:nvSpPr>
        <p:spPr>
          <a:xfrm>
            <a:off x="76200" y="4096412"/>
            <a:ext cx="92964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1600" b="1" i="1" spc="-20" dirty="0" err="1">
                <a:solidFill>
                  <a:srgbClr val="0070C0"/>
                </a:solidFill>
                <a:latin typeface="Calibri"/>
                <a:cs typeface="Calibri"/>
              </a:rPr>
              <a:t>LEDs</a:t>
            </a:r>
            <a:r>
              <a:rPr lang="fr-MA" sz="1600" b="1" i="1" spc="-20" dirty="0">
                <a:solidFill>
                  <a:srgbClr val="0070C0"/>
                </a:solidFill>
                <a:latin typeface="Calibri"/>
                <a:cs typeface="Calibri"/>
              </a:rPr>
              <a:t> state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AB6F2F4A-110E-DA33-2071-13D6B7B968CE}"/>
              </a:ext>
            </a:extLst>
          </p:cNvPr>
          <p:cNvSpPr/>
          <p:nvPr/>
        </p:nvSpPr>
        <p:spPr>
          <a:xfrm>
            <a:off x="0" y="3120396"/>
            <a:ext cx="1845084" cy="1697989"/>
          </a:xfrm>
          <a:custGeom>
            <a:avLst/>
            <a:gdLst/>
            <a:ahLst/>
            <a:cxnLst/>
            <a:rect l="l" t="t" r="r" b="b"/>
            <a:pathLst>
              <a:path w="1380490" h="1697989">
                <a:moveTo>
                  <a:pt x="0" y="0"/>
                </a:moveTo>
                <a:lnTo>
                  <a:pt x="1097026" y="0"/>
                </a:lnTo>
                <a:lnTo>
                  <a:pt x="1142923" y="3703"/>
                </a:lnTo>
                <a:lnTo>
                  <a:pt x="1186462" y="14425"/>
                </a:lnTo>
                <a:lnTo>
                  <a:pt x="1227061" y="31582"/>
                </a:lnTo>
                <a:lnTo>
                  <a:pt x="1264136" y="54593"/>
                </a:lnTo>
                <a:lnTo>
                  <a:pt x="1297106" y="82875"/>
                </a:lnTo>
                <a:lnTo>
                  <a:pt x="1325388" y="115845"/>
                </a:lnTo>
                <a:lnTo>
                  <a:pt x="1348399" y="152920"/>
                </a:lnTo>
                <a:lnTo>
                  <a:pt x="1365556" y="193519"/>
                </a:lnTo>
                <a:lnTo>
                  <a:pt x="1376278" y="237058"/>
                </a:lnTo>
                <a:lnTo>
                  <a:pt x="1379982" y="282955"/>
                </a:lnTo>
                <a:lnTo>
                  <a:pt x="1379982" y="1414767"/>
                </a:lnTo>
                <a:lnTo>
                  <a:pt x="1376278" y="1460664"/>
                </a:lnTo>
                <a:lnTo>
                  <a:pt x="1365556" y="1504205"/>
                </a:lnTo>
                <a:lnTo>
                  <a:pt x="1348399" y="1544805"/>
                </a:lnTo>
                <a:lnTo>
                  <a:pt x="1325388" y="1581882"/>
                </a:lnTo>
                <a:lnTo>
                  <a:pt x="1297106" y="1614854"/>
                </a:lnTo>
                <a:lnTo>
                  <a:pt x="1264136" y="1643137"/>
                </a:lnTo>
                <a:lnTo>
                  <a:pt x="1227061" y="1666150"/>
                </a:lnTo>
                <a:lnTo>
                  <a:pt x="1186462" y="1683309"/>
                </a:lnTo>
                <a:lnTo>
                  <a:pt x="1142923" y="1694032"/>
                </a:lnTo>
                <a:lnTo>
                  <a:pt x="1097026" y="1697735"/>
                </a:lnTo>
                <a:lnTo>
                  <a:pt x="0" y="169773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1">
            <a:extLst>
              <a:ext uri="{FF2B5EF4-FFF2-40B4-BE49-F238E27FC236}">
                <a16:creationId xmlns:a16="http://schemas.microsoft.com/office/drawing/2014/main" id="{349FEF0F-CDC2-ED8F-4E1B-F4FD64C480E1}"/>
              </a:ext>
            </a:extLst>
          </p:cNvPr>
          <p:cNvSpPr/>
          <p:nvPr/>
        </p:nvSpPr>
        <p:spPr>
          <a:xfrm>
            <a:off x="1828800" y="4026535"/>
            <a:ext cx="1274445" cy="12065"/>
          </a:xfrm>
          <a:custGeom>
            <a:avLst/>
            <a:gdLst/>
            <a:ahLst/>
            <a:cxnLst/>
            <a:rect l="l" t="t" r="r" b="b"/>
            <a:pathLst>
              <a:path w="1274445" h="12064">
                <a:moveTo>
                  <a:pt x="0" y="11849"/>
                </a:moveTo>
                <a:lnTo>
                  <a:pt x="1274279" y="0"/>
                </a:lnTo>
              </a:path>
            </a:pathLst>
          </a:custGeom>
          <a:ln w="57149">
            <a:solidFill>
              <a:srgbClr val="595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6" y="1394289"/>
            <a:ext cx="2025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21207" y="3594353"/>
            <a:ext cx="1102360" cy="635635"/>
            <a:chOff x="3521207" y="3594353"/>
            <a:chExt cx="1102360" cy="635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252" y="3613403"/>
              <a:ext cx="1063751" cy="597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30732" y="3603878"/>
              <a:ext cx="1083310" cy="616585"/>
            </a:xfrm>
            <a:custGeom>
              <a:avLst/>
              <a:gdLst/>
              <a:ahLst/>
              <a:cxnLst/>
              <a:rect l="l" t="t" r="r" b="b"/>
              <a:pathLst>
                <a:path w="1083310" h="616585">
                  <a:moveTo>
                    <a:pt x="108610" y="0"/>
                  </a:moveTo>
                  <a:lnTo>
                    <a:pt x="974178" y="0"/>
                  </a:lnTo>
                  <a:lnTo>
                    <a:pt x="995680" y="2171"/>
                  </a:lnTo>
                  <a:lnTo>
                    <a:pt x="1034719" y="18592"/>
                  </a:lnTo>
                  <a:lnTo>
                    <a:pt x="1064196" y="48069"/>
                  </a:lnTo>
                  <a:lnTo>
                    <a:pt x="1080630" y="87122"/>
                  </a:lnTo>
                  <a:lnTo>
                    <a:pt x="1082802" y="108610"/>
                  </a:lnTo>
                  <a:lnTo>
                    <a:pt x="1082802" y="507847"/>
                  </a:lnTo>
                  <a:lnTo>
                    <a:pt x="1074267" y="549833"/>
                  </a:lnTo>
                  <a:lnTo>
                    <a:pt x="1050874" y="584530"/>
                  </a:lnTo>
                  <a:lnTo>
                    <a:pt x="1016177" y="607923"/>
                  </a:lnTo>
                  <a:lnTo>
                    <a:pt x="974178" y="616458"/>
                  </a:lnTo>
                  <a:lnTo>
                    <a:pt x="108610" y="616458"/>
                  </a:lnTo>
                  <a:lnTo>
                    <a:pt x="66611" y="607923"/>
                  </a:lnTo>
                  <a:lnTo>
                    <a:pt x="31915" y="584530"/>
                  </a:lnTo>
                  <a:lnTo>
                    <a:pt x="8521" y="549833"/>
                  </a:lnTo>
                  <a:lnTo>
                    <a:pt x="0" y="507847"/>
                  </a:lnTo>
                  <a:lnTo>
                    <a:pt x="0" y="108610"/>
                  </a:lnTo>
                  <a:lnTo>
                    <a:pt x="8521" y="66624"/>
                  </a:lnTo>
                  <a:lnTo>
                    <a:pt x="31915" y="31927"/>
                  </a:lnTo>
                  <a:lnTo>
                    <a:pt x="66611" y="8534"/>
                  </a:lnTo>
                  <a:lnTo>
                    <a:pt x="1086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3120396"/>
            <a:ext cx="1380490" cy="1697989"/>
          </a:xfrm>
          <a:custGeom>
            <a:avLst/>
            <a:gdLst/>
            <a:ahLst/>
            <a:cxnLst/>
            <a:rect l="l" t="t" r="r" b="b"/>
            <a:pathLst>
              <a:path w="1380490" h="1697989">
                <a:moveTo>
                  <a:pt x="0" y="0"/>
                </a:moveTo>
                <a:lnTo>
                  <a:pt x="1097026" y="0"/>
                </a:lnTo>
                <a:lnTo>
                  <a:pt x="1142923" y="3703"/>
                </a:lnTo>
                <a:lnTo>
                  <a:pt x="1186462" y="14425"/>
                </a:lnTo>
                <a:lnTo>
                  <a:pt x="1227061" y="31582"/>
                </a:lnTo>
                <a:lnTo>
                  <a:pt x="1264136" y="54593"/>
                </a:lnTo>
                <a:lnTo>
                  <a:pt x="1297106" y="82875"/>
                </a:lnTo>
                <a:lnTo>
                  <a:pt x="1325388" y="115845"/>
                </a:lnTo>
                <a:lnTo>
                  <a:pt x="1348399" y="152920"/>
                </a:lnTo>
                <a:lnTo>
                  <a:pt x="1365556" y="193519"/>
                </a:lnTo>
                <a:lnTo>
                  <a:pt x="1376278" y="237058"/>
                </a:lnTo>
                <a:lnTo>
                  <a:pt x="1379982" y="282955"/>
                </a:lnTo>
                <a:lnTo>
                  <a:pt x="1379982" y="1414767"/>
                </a:lnTo>
                <a:lnTo>
                  <a:pt x="1376278" y="1460664"/>
                </a:lnTo>
                <a:lnTo>
                  <a:pt x="1365556" y="1504205"/>
                </a:lnTo>
                <a:lnTo>
                  <a:pt x="1348399" y="1544805"/>
                </a:lnTo>
                <a:lnTo>
                  <a:pt x="1325388" y="1581882"/>
                </a:lnTo>
                <a:lnTo>
                  <a:pt x="1297106" y="1614854"/>
                </a:lnTo>
                <a:lnTo>
                  <a:pt x="1264136" y="1643137"/>
                </a:lnTo>
                <a:lnTo>
                  <a:pt x="1227061" y="1666150"/>
                </a:lnTo>
                <a:lnTo>
                  <a:pt x="1186462" y="1683309"/>
                </a:lnTo>
                <a:lnTo>
                  <a:pt x="1142923" y="1694032"/>
                </a:lnTo>
                <a:lnTo>
                  <a:pt x="1097026" y="1697735"/>
                </a:lnTo>
                <a:lnTo>
                  <a:pt x="0" y="169773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495044" y="3667879"/>
            <a:ext cx="1863725" cy="171450"/>
            <a:chOff x="1495044" y="3667879"/>
            <a:chExt cx="1863725" cy="171450"/>
          </a:xfrm>
        </p:grpSpPr>
        <p:sp>
          <p:nvSpPr>
            <p:cNvPr id="11" name="object 11"/>
            <p:cNvSpPr/>
            <p:nvPr/>
          </p:nvSpPr>
          <p:spPr>
            <a:xfrm>
              <a:off x="1495044" y="3753611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7235" y="3667879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44753" y="4066881"/>
            <a:ext cx="1943100" cy="171450"/>
            <a:chOff x="1444753" y="4066881"/>
            <a:chExt cx="1943100" cy="171450"/>
          </a:xfrm>
        </p:grpSpPr>
        <p:sp>
          <p:nvSpPr>
            <p:cNvPr id="14" name="object 14"/>
            <p:cNvSpPr/>
            <p:nvPr/>
          </p:nvSpPr>
          <p:spPr>
            <a:xfrm>
              <a:off x="1587624" y="4152398"/>
              <a:ext cx="1771650" cy="12700"/>
            </a:xfrm>
            <a:custGeom>
              <a:avLst/>
              <a:gdLst/>
              <a:ahLst/>
              <a:cxnLst/>
              <a:rect l="l" t="t" r="r" b="b"/>
              <a:pathLst>
                <a:path w="1771650" h="12700">
                  <a:moveTo>
                    <a:pt x="1771434" y="12661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44753" y="4066881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72059" y="0"/>
                  </a:moveTo>
                  <a:lnTo>
                    <a:pt x="0" y="84493"/>
                  </a:lnTo>
                  <a:lnTo>
                    <a:pt x="170827" y="171450"/>
                  </a:lnTo>
                  <a:lnTo>
                    <a:pt x="172059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25741" y="3427058"/>
            <a:ext cx="1486535" cy="688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(uplink)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(downlink)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046589" y="4081649"/>
            <a:ext cx="1092200" cy="1102995"/>
            <a:chOff x="10046589" y="4081649"/>
            <a:chExt cx="1092200" cy="1102995"/>
          </a:xfrm>
        </p:grpSpPr>
        <p:sp>
          <p:nvSpPr>
            <p:cNvPr id="18" name="object 18"/>
            <p:cNvSpPr/>
            <p:nvPr/>
          </p:nvSpPr>
          <p:spPr>
            <a:xfrm>
              <a:off x="10056114" y="4091174"/>
              <a:ext cx="1073150" cy="1083945"/>
            </a:xfrm>
            <a:custGeom>
              <a:avLst/>
              <a:gdLst/>
              <a:ahLst/>
              <a:cxnLst/>
              <a:rect l="l" t="t" r="r" b="b"/>
              <a:pathLst>
                <a:path w="1073150" h="1083945">
                  <a:moveTo>
                    <a:pt x="0" y="131165"/>
                  </a:moveTo>
                  <a:lnTo>
                    <a:pt x="10307" y="80110"/>
                  </a:lnTo>
                  <a:lnTo>
                    <a:pt x="38417" y="38417"/>
                  </a:lnTo>
                  <a:lnTo>
                    <a:pt x="80110" y="10307"/>
                  </a:lnTo>
                  <a:lnTo>
                    <a:pt x="131165" y="0"/>
                  </a:lnTo>
                  <a:lnTo>
                    <a:pt x="941730" y="0"/>
                  </a:lnTo>
                  <a:lnTo>
                    <a:pt x="992785" y="10307"/>
                  </a:lnTo>
                  <a:lnTo>
                    <a:pt x="1034478" y="38417"/>
                  </a:lnTo>
                  <a:lnTo>
                    <a:pt x="1062588" y="80110"/>
                  </a:lnTo>
                  <a:lnTo>
                    <a:pt x="1072896" y="131165"/>
                  </a:lnTo>
                  <a:lnTo>
                    <a:pt x="1072896" y="952411"/>
                  </a:lnTo>
                  <a:lnTo>
                    <a:pt x="1062588" y="1003459"/>
                  </a:lnTo>
                  <a:lnTo>
                    <a:pt x="1034478" y="1045148"/>
                  </a:lnTo>
                  <a:lnTo>
                    <a:pt x="992785" y="1073256"/>
                  </a:lnTo>
                  <a:lnTo>
                    <a:pt x="941730" y="1083564"/>
                  </a:lnTo>
                  <a:lnTo>
                    <a:pt x="131165" y="1083564"/>
                  </a:lnTo>
                  <a:lnTo>
                    <a:pt x="80110" y="1073256"/>
                  </a:lnTo>
                  <a:lnTo>
                    <a:pt x="38417" y="1045148"/>
                  </a:lnTo>
                  <a:lnTo>
                    <a:pt x="10307" y="1003459"/>
                  </a:lnTo>
                  <a:lnTo>
                    <a:pt x="0" y="952411"/>
                  </a:lnTo>
                  <a:lnTo>
                    <a:pt x="0" y="13116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65080" y="4169664"/>
              <a:ext cx="858010" cy="91744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10036308" y="3329178"/>
            <a:ext cx="1100455" cy="658495"/>
            <a:chOff x="10036308" y="3329178"/>
            <a:chExt cx="1100455" cy="65849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5351" y="3348228"/>
              <a:ext cx="1062227" cy="62026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045833" y="3338703"/>
              <a:ext cx="1081405" cy="639445"/>
            </a:xfrm>
            <a:custGeom>
              <a:avLst/>
              <a:gdLst/>
              <a:ahLst/>
              <a:cxnLst/>
              <a:rect l="l" t="t" r="r" b="b"/>
              <a:pathLst>
                <a:path w="1081404" h="639445">
                  <a:moveTo>
                    <a:pt x="112420" y="0"/>
                  </a:moveTo>
                  <a:lnTo>
                    <a:pt x="968844" y="0"/>
                  </a:lnTo>
                  <a:lnTo>
                    <a:pt x="991107" y="2247"/>
                  </a:lnTo>
                  <a:lnTo>
                    <a:pt x="1031519" y="19253"/>
                  </a:lnTo>
                  <a:lnTo>
                    <a:pt x="1062024" y="49745"/>
                  </a:lnTo>
                  <a:lnTo>
                    <a:pt x="1079030" y="90157"/>
                  </a:lnTo>
                  <a:lnTo>
                    <a:pt x="1081277" y="112420"/>
                  </a:lnTo>
                  <a:lnTo>
                    <a:pt x="1081277" y="526897"/>
                  </a:lnTo>
                  <a:lnTo>
                    <a:pt x="1072438" y="570369"/>
                  </a:lnTo>
                  <a:lnTo>
                    <a:pt x="1048232" y="606285"/>
                  </a:lnTo>
                  <a:lnTo>
                    <a:pt x="1012329" y="630491"/>
                  </a:lnTo>
                  <a:lnTo>
                    <a:pt x="968844" y="639318"/>
                  </a:lnTo>
                  <a:lnTo>
                    <a:pt x="112420" y="639318"/>
                  </a:lnTo>
                  <a:lnTo>
                    <a:pt x="68935" y="630491"/>
                  </a:lnTo>
                  <a:lnTo>
                    <a:pt x="33032" y="606285"/>
                  </a:lnTo>
                  <a:lnTo>
                    <a:pt x="8826" y="570369"/>
                  </a:lnTo>
                  <a:lnTo>
                    <a:pt x="0" y="526897"/>
                  </a:lnTo>
                  <a:lnTo>
                    <a:pt x="0" y="112420"/>
                  </a:lnTo>
                  <a:lnTo>
                    <a:pt x="8826" y="68948"/>
                  </a:lnTo>
                  <a:lnTo>
                    <a:pt x="33032" y="33032"/>
                  </a:lnTo>
                  <a:lnTo>
                    <a:pt x="68935" y="8826"/>
                  </a:lnTo>
                  <a:lnTo>
                    <a:pt x="11242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3351254" y="1835071"/>
            <a:ext cx="359410" cy="360680"/>
          </a:xfrm>
          <a:custGeom>
            <a:avLst/>
            <a:gdLst/>
            <a:ahLst/>
            <a:cxnLst/>
            <a:rect l="l" t="t" r="r" b="b"/>
            <a:pathLst>
              <a:path w="359410" h="360680">
                <a:moveTo>
                  <a:pt x="179442" y="360389"/>
                </a:moveTo>
                <a:lnTo>
                  <a:pt x="131718" y="353957"/>
                </a:lnTo>
                <a:lnTo>
                  <a:pt x="88846" y="335801"/>
                </a:lnTo>
                <a:lnTo>
                  <a:pt x="52534" y="307635"/>
                </a:lnTo>
                <a:lnTo>
                  <a:pt x="24485" y="271170"/>
                </a:lnTo>
                <a:lnTo>
                  <a:pt x="6405" y="228119"/>
                </a:lnTo>
                <a:lnTo>
                  <a:pt x="0" y="180194"/>
                </a:lnTo>
                <a:lnTo>
                  <a:pt x="6405" y="132270"/>
                </a:lnTo>
                <a:lnTo>
                  <a:pt x="24485" y="89219"/>
                </a:lnTo>
                <a:lnTo>
                  <a:pt x="52534" y="52754"/>
                </a:lnTo>
                <a:lnTo>
                  <a:pt x="88846" y="24587"/>
                </a:lnTo>
                <a:lnTo>
                  <a:pt x="131718" y="6432"/>
                </a:lnTo>
                <a:lnTo>
                  <a:pt x="179442" y="0"/>
                </a:lnTo>
                <a:lnTo>
                  <a:pt x="227167" y="6432"/>
                </a:lnTo>
                <a:lnTo>
                  <a:pt x="270038" y="24587"/>
                </a:lnTo>
                <a:lnTo>
                  <a:pt x="299473" y="47419"/>
                </a:lnTo>
                <a:lnTo>
                  <a:pt x="169998" y="47419"/>
                </a:lnTo>
                <a:lnTo>
                  <a:pt x="160730" y="49257"/>
                </a:lnTo>
                <a:lnTo>
                  <a:pt x="153234" y="54295"/>
                </a:lnTo>
                <a:lnTo>
                  <a:pt x="148217" y="61823"/>
                </a:lnTo>
                <a:lnTo>
                  <a:pt x="146387" y="71129"/>
                </a:lnTo>
                <a:lnTo>
                  <a:pt x="148217" y="80435"/>
                </a:lnTo>
                <a:lnTo>
                  <a:pt x="153234" y="87963"/>
                </a:lnTo>
                <a:lnTo>
                  <a:pt x="160730" y="93001"/>
                </a:lnTo>
                <a:lnTo>
                  <a:pt x="169998" y="94839"/>
                </a:lnTo>
                <a:lnTo>
                  <a:pt x="336760" y="94839"/>
                </a:lnTo>
                <a:lnTo>
                  <a:pt x="344725" y="113807"/>
                </a:lnTo>
                <a:lnTo>
                  <a:pt x="136943" y="113807"/>
                </a:lnTo>
                <a:lnTo>
                  <a:pt x="136943" y="142259"/>
                </a:lnTo>
                <a:lnTo>
                  <a:pt x="165276" y="142259"/>
                </a:lnTo>
                <a:lnTo>
                  <a:pt x="165276" y="284518"/>
                </a:lnTo>
                <a:lnTo>
                  <a:pt x="132220" y="284518"/>
                </a:lnTo>
                <a:lnTo>
                  <a:pt x="132220" y="312969"/>
                </a:lnTo>
                <a:lnTo>
                  <a:pt x="299473" y="312969"/>
                </a:lnTo>
                <a:lnTo>
                  <a:pt x="270038" y="335801"/>
                </a:lnTo>
                <a:lnTo>
                  <a:pt x="227167" y="353957"/>
                </a:lnTo>
                <a:lnTo>
                  <a:pt x="179442" y="360389"/>
                </a:lnTo>
                <a:close/>
              </a:path>
              <a:path w="359410" h="360680">
                <a:moveTo>
                  <a:pt x="336760" y="94839"/>
                </a:moveTo>
                <a:lnTo>
                  <a:pt x="169998" y="94839"/>
                </a:lnTo>
                <a:lnTo>
                  <a:pt x="179265" y="93001"/>
                </a:lnTo>
                <a:lnTo>
                  <a:pt x="186761" y="87963"/>
                </a:lnTo>
                <a:lnTo>
                  <a:pt x="191779" y="80435"/>
                </a:lnTo>
                <a:lnTo>
                  <a:pt x="193609" y="71129"/>
                </a:lnTo>
                <a:lnTo>
                  <a:pt x="191779" y="61823"/>
                </a:lnTo>
                <a:lnTo>
                  <a:pt x="186761" y="54295"/>
                </a:lnTo>
                <a:lnTo>
                  <a:pt x="179265" y="49257"/>
                </a:lnTo>
                <a:lnTo>
                  <a:pt x="169998" y="47419"/>
                </a:lnTo>
                <a:lnTo>
                  <a:pt x="299473" y="47419"/>
                </a:lnTo>
                <a:lnTo>
                  <a:pt x="306350" y="52754"/>
                </a:lnTo>
                <a:lnTo>
                  <a:pt x="334399" y="89219"/>
                </a:lnTo>
                <a:lnTo>
                  <a:pt x="336760" y="94839"/>
                </a:lnTo>
                <a:close/>
              </a:path>
              <a:path w="359410" h="360680">
                <a:moveTo>
                  <a:pt x="299473" y="312969"/>
                </a:moveTo>
                <a:lnTo>
                  <a:pt x="226664" y="312969"/>
                </a:lnTo>
                <a:lnTo>
                  <a:pt x="226664" y="284518"/>
                </a:lnTo>
                <a:lnTo>
                  <a:pt x="193609" y="284518"/>
                </a:lnTo>
                <a:lnTo>
                  <a:pt x="193609" y="113807"/>
                </a:lnTo>
                <a:lnTo>
                  <a:pt x="344725" y="113807"/>
                </a:lnTo>
                <a:lnTo>
                  <a:pt x="352479" y="132270"/>
                </a:lnTo>
                <a:lnTo>
                  <a:pt x="358885" y="180194"/>
                </a:lnTo>
                <a:lnTo>
                  <a:pt x="352479" y="228119"/>
                </a:lnTo>
                <a:lnTo>
                  <a:pt x="334399" y="271170"/>
                </a:lnTo>
                <a:lnTo>
                  <a:pt x="306350" y="307635"/>
                </a:lnTo>
                <a:lnTo>
                  <a:pt x="299473" y="312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59051" y="1745979"/>
            <a:ext cx="20669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NodeRED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acts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50" dirty="0">
                <a:latin typeface="Calibri"/>
                <a:cs typeface="Calibri"/>
              </a:rPr>
              <a:t>a </a:t>
            </a:r>
            <a:r>
              <a:rPr sz="1600" i="1" dirty="0">
                <a:latin typeface="Calibri"/>
                <a:cs typeface="Calibri"/>
              </a:rPr>
              <a:t>subscriber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get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uplinks,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publisher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to </a:t>
            </a:r>
            <a:r>
              <a:rPr sz="1600" i="1" dirty="0">
                <a:latin typeface="Calibri"/>
                <a:cs typeface="Calibri"/>
              </a:rPr>
              <a:t>send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downlinks.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242928" y="2274985"/>
            <a:ext cx="564515" cy="1077595"/>
            <a:chOff x="3242928" y="2274985"/>
            <a:chExt cx="564515" cy="1077595"/>
          </a:xfrm>
        </p:grpSpPr>
        <p:sp>
          <p:nvSpPr>
            <p:cNvPr id="26" name="object 26"/>
            <p:cNvSpPr/>
            <p:nvPr/>
          </p:nvSpPr>
          <p:spPr>
            <a:xfrm>
              <a:off x="3257215" y="2289272"/>
              <a:ext cx="487045" cy="1049020"/>
            </a:xfrm>
            <a:custGeom>
              <a:avLst/>
              <a:gdLst/>
              <a:ahLst/>
              <a:cxnLst/>
              <a:rect l="l" t="t" r="r" b="b"/>
              <a:pathLst>
                <a:path w="487045" h="1049020">
                  <a:moveTo>
                    <a:pt x="157296" y="0"/>
                  </a:moveTo>
                  <a:lnTo>
                    <a:pt x="125885" y="47633"/>
                  </a:lnTo>
                  <a:lnTo>
                    <a:pt x="95593" y="95115"/>
                  </a:lnTo>
                  <a:lnTo>
                    <a:pt x="67538" y="142293"/>
                  </a:lnTo>
                  <a:lnTo>
                    <a:pt x="42841" y="189015"/>
                  </a:lnTo>
                  <a:lnTo>
                    <a:pt x="22619" y="235130"/>
                  </a:lnTo>
                  <a:lnTo>
                    <a:pt x="7993" y="280485"/>
                  </a:lnTo>
                  <a:lnTo>
                    <a:pt x="80" y="324929"/>
                  </a:lnTo>
                  <a:lnTo>
                    <a:pt x="0" y="368310"/>
                  </a:lnTo>
                  <a:lnTo>
                    <a:pt x="8871" y="410476"/>
                  </a:lnTo>
                  <a:lnTo>
                    <a:pt x="51897" y="476262"/>
                  </a:lnTo>
                  <a:lnTo>
                    <a:pt x="85941" y="507785"/>
                  </a:lnTo>
                  <a:lnTo>
                    <a:pt x="125766" y="538596"/>
                  </a:lnTo>
                  <a:lnTo>
                    <a:pt x="169442" y="568847"/>
                  </a:lnTo>
                  <a:lnTo>
                    <a:pt x="215039" y="598690"/>
                  </a:lnTo>
                  <a:lnTo>
                    <a:pt x="260627" y="628276"/>
                  </a:lnTo>
                  <a:lnTo>
                    <a:pt x="304277" y="657756"/>
                  </a:lnTo>
                  <a:lnTo>
                    <a:pt x="344059" y="687282"/>
                  </a:lnTo>
                  <a:lnTo>
                    <a:pt x="378043" y="717005"/>
                  </a:lnTo>
                  <a:lnTo>
                    <a:pt x="404298" y="747077"/>
                  </a:lnTo>
                  <a:lnTo>
                    <a:pt x="435553" y="797678"/>
                  </a:lnTo>
                  <a:lnTo>
                    <a:pt x="457609" y="848081"/>
                  </a:lnTo>
                  <a:lnTo>
                    <a:pt x="472118" y="898323"/>
                  </a:lnTo>
                  <a:lnTo>
                    <a:pt x="480730" y="948439"/>
                  </a:lnTo>
                  <a:lnTo>
                    <a:pt x="485099" y="998464"/>
                  </a:lnTo>
                  <a:lnTo>
                    <a:pt x="486874" y="104843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92636" y="3251410"/>
              <a:ext cx="100330" cy="86995"/>
            </a:xfrm>
            <a:custGeom>
              <a:avLst/>
              <a:gdLst/>
              <a:ahLst/>
              <a:cxnLst/>
              <a:rect l="l" t="t" r="r" b="b"/>
              <a:pathLst>
                <a:path w="100329" h="86995">
                  <a:moveTo>
                    <a:pt x="0" y="1701"/>
                  </a:moveTo>
                  <a:lnTo>
                    <a:pt x="51447" y="86563"/>
                  </a:lnTo>
                  <a:lnTo>
                    <a:pt x="999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7">
            <a:extLst>
              <a:ext uri="{FF2B5EF4-FFF2-40B4-BE49-F238E27FC236}">
                <a16:creationId xmlns:a16="http://schemas.microsoft.com/office/drawing/2014/main" id="{E52C7BC8-B37A-41B2-6EEB-3B712E923AD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29" name="object 33">
            <a:extLst>
              <a:ext uri="{FF2B5EF4-FFF2-40B4-BE49-F238E27FC236}">
                <a16:creationId xmlns:a16="http://schemas.microsoft.com/office/drawing/2014/main" id="{C804F497-E6DC-ABF3-95A5-8154368EECB5}"/>
              </a:ext>
            </a:extLst>
          </p:cNvPr>
          <p:cNvSpPr txBox="1"/>
          <p:nvPr/>
        </p:nvSpPr>
        <p:spPr>
          <a:xfrm>
            <a:off x="127616" y="3456619"/>
            <a:ext cx="1158894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800" b="1" dirty="0">
                <a:solidFill>
                  <a:srgbClr val="00CC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 </a:t>
            </a:r>
            <a:r>
              <a:rPr kumimoji="0" lang="fr-MA" sz="2800" b="1" strike="noStrike" kern="0" cap="none" spc="-5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800" b="1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device</a:t>
            </a:r>
            <a:endParaRPr kumimoji="0" lang="fr-MA" sz="2800" b="0" strike="noStrike" kern="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6" y="1394289"/>
            <a:ext cx="2025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21207" y="3594353"/>
            <a:ext cx="1102360" cy="635635"/>
            <a:chOff x="3521207" y="3594353"/>
            <a:chExt cx="1102360" cy="635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252" y="3613403"/>
              <a:ext cx="1063751" cy="597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30732" y="3603878"/>
              <a:ext cx="1083310" cy="616585"/>
            </a:xfrm>
            <a:custGeom>
              <a:avLst/>
              <a:gdLst/>
              <a:ahLst/>
              <a:cxnLst/>
              <a:rect l="l" t="t" r="r" b="b"/>
              <a:pathLst>
                <a:path w="1083310" h="616585">
                  <a:moveTo>
                    <a:pt x="108610" y="0"/>
                  </a:moveTo>
                  <a:lnTo>
                    <a:pt x="974178" y="0"/>
                  </a:lnTo>
                  <a:lnTo>
                    <a:pt x="995680" y="2171"/>
                  </a:lnTo>
                  <a:lnTo>
                    <a:pt x="1034719" y="18592"/>
                  </a:lnTo>
                  <a:lnTo>
                    <a:pt x="1064196" y="48069"/>
                  </a:lnTo>
                  <a:lnTo>
                    <a:pt x="1080630" y="87122"/>
                  </a:lnTo>
                  <a:lnTo>
                    <a:pt x="1082802" y="108610"/>
                  </a:lnTo>
                  <a:lnTo>
                    <a:pt x="1082802" y="507847"/>
                  </a:lnTo>
                  <a:lnTo>
                    <a:pt x="1074267" y="549833"/>
                  </a:lnTo>
                  <a:lnTo>
                    <a:pt x="1050874" y="584530"/>
                  </a:lnTo>
                  <a:lnTo>
                    <a:pt x="1016177" y="607923"/>
                  </a:lnTo>
                  <a:lnTo>
                    <a:pt x="974178" y="616458"/>
                  </a:lnTo>
                  <a:lnTo>
                    <a:pt x="108610" y="616458"/>
                  </a:lnTo>
                  <a:lnTo>
                    <a:pt x="66611" y="607923"/>
                  </a:lnTo>
                  <a:lnTo>
                    <a:pt x="31915" y="584530"/>
                  </a:lnTo>
                  <a:lnTo>
                    <a:pt x="8521" y="549833"/>
                  </a:lnTo>
                  <a:lnTo>
                    <a:pt x="0" y="507847"/>
                  </a:lnTo>
                  <a:lnTo>
                    <a:pt x="0" y="108610"/>
                  </a:lnTo>
                  <a:lnTo>
                    <a:pt x="8521" y="66624"/>
                  </a:lnTo>
                  <a:lnTo>
                    <a:pt x="31915" y="31927"/>
                  </a:lnTo>
                  <a:lnTo>
                    <a:pt x="66611" y="8534"/>
                  </a:lnTo>
                  <a:lnTo>
                    <a:pt x="1086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3120396"/>
            <a:ext cx="1380490" cy="1697989"/>
          </a:xfrm>
          <a:custGeom>
            <a:avLst/>
            <a:gdLst/>
            <a:ahLst/>
            <a:cxnLst/>
            <a:rect l="l" t="t" r="r" b="b"/>
            <a:pathLst>
              <a:path w="1380490" h="1697989">
                <a:moveTo>
                  <a:pt x="0" y="0"/>
                </a:moveTo>
                <a:lnTo>
                  <a:pt x="1097026" y="0"/>
                </a:lnTo>
                <a:lnTo>
                  <a:pt x="1142923" y="3703"/>
                </a:lnTo>
                <a:lnTo>
                  <a:pt x="1186462" y="14425"/>
                </a:lnTo>
                <a:lnTo>
                  <a:pt x="1227061" y="31582"/>
                </a:lnTo>
                <a:lnTo>
                  <a:pt x="1264136" y="54593"/>
                </a:lnTo>
                <a:lnTo>
                  <a:pt x="1297106" y="82875"/>
                </a:lnTo>
                <a:lnTo>
                  <a:pt x="1325388" y="115845"/>
                </a:lnTo>
                <a:lnTo>
                  <a:pt x="1348399" y="152920"/>
                </a:lnTo>
                <a:lnTo>
                  <a:pt x="1365556" y="193519"/>
                </a:lnTo>
                <a:lnTo>
                  <a:pt x="1376278" y="237058"/>
                </a:lnTo>
                <a:lnTo>
                  <a:pt x="1379982" y="282955"/>
                </a:lnTo>
                <a:lnTo>
                  <a:pt x="1379982" y="1414767"/>
                </a:lnTo>
                <a:lnTo>
                  <a:pt x="1376278" y="1460664"/>
                </a:lnTo>
                <a:lnTo>
                  <a:pt x="1365556" y="1504205"/>
                </a:lnTo>
                <a:lnTo>
                  <a:pt x="1348399" y="1544805"/>
                </a:lnTo>
                <a:lnTo>
                  <a:pt x="1325388" y="1581882"/>
                </a:lnTo>
                <a:lnTo>
                  <a:pt x="1297106" y="1614854"/>
                </a:lnTo>
                <a:lnTo>
                  <a:pt x="1264136" y="1643137"/>
                </a:lnTo>
                <a:lnTo>
                  <a:pt x="1227061" y="1666150"/>
                </a:lnTo>
                <a:lnTo>
                  <a:pt x="1186462" y="1683309"/>
                </a:lnTo>
                <a:lnTo>
                  <a:pt x="1142923" y="1694032"/>
                </a:lnTo>
                <a:lnTo>
                  <a:pt x="1097026" y="1697735"/>
                </a:lnTo>
                <a:lnTo>
                  <a:pt x="0" y="169773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495044" y="3667879"/>
            <a:ext cx="1863725" cy="171450"/>
            <a:chOff x="1495044" y="3667879"/>
            <a:chExt cx="1863725" cy="171450"/>
          </a:xfrm>
        </p:grpSpPr>
        <p:sp>
          <p:nvSpPr>
            <p:cNvPr id="11" name="object 11"/>
            <p:cNvSpPr/>
            <p:nvPr/>
          </p:nvSpPr>
          <p:spPr>
            <a:xfrm>
              <a:off x="1495044" y="3753611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7235" y="3667879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93306" y="3427058"/>
            <a:ext cx="1230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(uplink)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44753" y="4066881"/>
            <a:ext cx="1943100" cy="171450"/>
            <a:chOff x="1444753" y="4066881"/>
            <a:chExt cx="1943100" cy="171450"/>
          </a:xfrm>
        </p:grpSpPr>
        <p:sp>
          <p:nvSpPr>
            <p:cNvPr id="15" name="object 15"/>
            <p:cNvSpPr/>
            <p:nvPr/>
          </p:nvSpPr>
          <p:spPr>
            <a:xfrm>
              <a:off x="1587624" y="4152398"/>
              <a:ext cx="1771650" cy="12700"/>
            </a:xfrm>
            <a:custGeom>
              <a:avLst/>
              <a:gdLst/>
              <a:ahLst/>
              <a:cxnLst/>
              <a:rect l="l" t="t" r="r" b="b"/>
              <a:pathLst>
                <a:path w="1771650" h="12700">
                  <a:moveTo>
                    <a:pt x="1771434" y="12661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4753" y="4066881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72059" y="0"/>
                  </a:moveTo>
                  <a:lnTo>
                    <a:pt x="0" y="84493"/>
                  </a:lnTo>
                  <a:lnTo>
                    <a:pt x="170827" y="171450"/>
                  </a:lnTo>
                  <a:lnTo>
                    <a:pt x="172059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25741" y="3847315"/>
            <a:ext cx="1486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(downlink)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63696" y="3594353"/>
            <a:ext cx="1100455" cy="658495"/>
            <a:chOff x="6663696" y="3594353"/>
            <a:chExt cx="1100455" cy="65849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2740" y="3613403"/>
              <a:ext cx="1062227" cy="62026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73221" y="3603878"/>
              <a:ext cx="1081405" cy="639445"/>
            </a:xfrm>
            <a:custGeom>
              <a:avLst/>
              <a:gdLst/>
              <a:ahLst/>
              <a:cxnLst/>
              <a:rect l="l" t="t" r="r" b="b"/>
              <a:pathLst>
                <a:path w="1081404" h="639445">
                  <a:moveTo>
                    <a:pt x="112420" y="0"/>
                  </a:moveTo>
                  <a:lnTo>
                    <a:pt x="968844" y="0"/>
                  </a:lnTo>
                  <a:lnTo>
                    <a:pt x="991107" y="2247"/>
                  </a:lnTo>
                  <a:lnTo>
                    <a:pt x="1031519" y="19253"/>
                  </a:lnTo>
                  <a:lnTo>
                    <a:pt x="1062024" y="49745"/>
                  </a:lnTo>
                  <a:lnTo>
                    <a:pt x="1079030" y="90157"/>
                  </a:lnTo>
                  <a:lnTo>
                    <a:pt x="1081277" y="112420"/>
                  </a:lnTo>
                  <a:lnTo>
                    <a:pt x="1081277" y="526897"/>
                  </a:lnTo>
                  <a:lnTo>
                    <a:pt x="1072438" y="570369"/>
                  </a:lnTo>
                  <a:lnTo>
                    <a:pt x="1048232" y="606285"/>
                  </a:lnTo>
                  <a:lnTo>
                    <a:pt x="1012329" y="630491"/>
                  </a:lnTo>
                  <a:lnTo>
                    <a:pt x="968844" y="639318"/>
                  </a:lnTo>
                  <a:lnTo>
                    <a:pt x="112420" y="639318"/>
                  </a:lnTo>
                  <a:lnTo>
                    <a:pt x="68935" y="630491"/>
                  </a:lnTo>
                  <a:lnTo>
                    <a:pt x="33032" y="606285"/>
                  </a:lnTo>
                  <a:lnTo>
                    <a:pt x="8826" y="570369"/>
                  </a:lnTo>
                  <a:lnTo>
                    <a:pt x="0" y="526897"/>
                  </a:lnTo>
                  <a:lnTo>
                    <a:pt x="0" y="112420"/>
                  </a:lnTo>
                  <a:lnTo>
                    <a:pt x="8826" y="68948"/>
                  </a:lnTo>
                  <a:lnTo>
                    <a:pt x="33032" y="33032"/>
                  </a:lnTo>
                  <a:lnTo>
                    <a:pt x="68935" y="8826"/>
                  </a:lnTo>
                  <a:lnTo>
                    <a:pt x="11242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0046589" y="4081649"/>
            <a:ext cx="1092200" cy="1102995"/>
            <a:chOff x="10046589" y="4081649"/>
            <a:chExt cx="1092200" cy="1102995"/>
          </a:xfrm>
        </p:grpSpPr>
        <p:sp>
          <p:nvSpPr>
            <p:cNvPr id="22" name="object 22"/>
            <p:cNvSpPr/>
            <p:nvPr/>
          </p:nvSpPr>
          <p:spPr>
            <a:xfrm>
              <a:off x="10056114" y="4091174"/>
              <a:ext cx="1073150" cy="1083945"/>
            </a:xfrm>
            <a:custGeom>
              <a:avLst/>
              <a:gdLst/>
              <a:ahLst/>
              <a:cxnLst/>
              <a:rect l="l" t="t" r="r" b="b"/>
              <a:pathLst>
                <a:path w="1073150" h="1083945">
                  <a:moveTo>
                    <a:pt x="0" y="131165"/>
                  </a:moveTo>
                  <a:lnTo>
                    <a:pt x="10307" y="80110"/>
                  </a:lnTo>
                  <a:lnTo>
                    <a:pt x="38417" y="38417"/>
                  </a:lnTo>
                  <a:lnTo>
                    <a:pt x="80110" y="10307"/>
                  </a:lnTo>
                  <a:lnTo>
                    <a:pt x="131165" y="0"/>
                  </a:lnTo>
                  <a:lnTo>
                    <a:pt x="941730" y="0"/>
                  </a:lnTo>
                  <a:lnTo>
                    <a:pt x="992785" y="10307"/>
                  </a:lnTo>
                  <a:lnTo>
                    <a:pt x="1034478" y="38417"/>
                  </a:lnTo>
                  <a:lnTo>
                    <a:pt x="1062588" y="80110"/>
                  </a:lnTo>
                  <a:lnTo>
                    <a:pt x="1072896" y="131165"/>
                  </a:lnTo>
                  <a:lnTo>
                    <a:pt x="1072896" y="952411"/>
                  </a:lnTo>
                  <a:lnTo>
                    <a:pt x="1062588" y="1003459"/>
                  </a:lnTo>
                  <a:lnTo>
                    <a:pt x="1034478" y="1045148"/>
                  </a:lnTo>
                  <a:lnTo>
                    <a:pt x="992785" y="1073256"/>
                  </a:lnTo>
                  <a:lnTo>
                    <a:pt x="941730" y="1083564"/>
                  </a:lnTo>
                  <a:lnTo>
                    <a:pt x="131165" y="1083564"/>
                  </a:lnTo>
                  <a:lnTo>
                    <a:pt x="80110" y="1073256"/>
                  </a:lnTo>
                  <a:lnTo>
                    <a:pt x="38417" y="1045148"/>
                  </a:lnTo>
                  <a:lnTo>
                    <a:pt x="10307" y="1003459"/>
                  </a:lnTo>
                  <a:lnTo>
                    <a:pt x="0" y="952411"/>
                  </a:lnTo>
                  <a:lnTo>
                    <a:pt x="0" y="13116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65080" y="4169664"/>
              <a:ext cx="858010" cy="917447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710684" y="3820279"/>
            <a:ext cx="1863725" cy="171450"/>
            <a:chOff x="4710684" y="3820279"/>
            <a:chExt cx="1863725" cy="171450"/>
          </a:xfrm>
        </p:grpSpPr>
        <p:sp>
          <p:nvSpPr>
            <p:cNvPr id="25" name="object 25"/>
            <p:cNvSpPr/>
            <p:nvPr/>
          </p:nvSpPr>
          <p:spPr>
            <a:xfrm>
              <a:off x="4710684" y="3906011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02875" y="3820279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08576" y="3579664"/>
            <a:ext cx="1085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Data</a:t>
            </a: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to</a:t>
            </a:r>
            <a:r>
              <a:rPr sz="1600" b="1" i="1" spc="-4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595958"/>
                </a:solidFill>
                <a:latin typeface="Calibri"/>
                <a:cs typeface="Calibri"/>
              </a:rPr>
              <a:t>save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242928" y="2274985"/>
            <a:ext cx="564515" cy="1077595"/>
            <a:chOff x="3242928" y="2274985"/>
            <a:chExt cx="564515" cy="1077595"/>
          </a:xfrm>
        </p:grpSpPr>
        <p:sp>
          <p:nvSpPr>
            <p:cNvPr id="29" name="object 29"/>
            <p:cNvSpPr/>
            <p:nvPr/>
          </p:nvSpPr>
          <p:spPr>
            <a:xfrm>
              <a:off x="3257215" y="2289272"/>
              <a:ext cx="487045" cy="1049020"/>
            </a:xfrm>
            <a:custGeom>
              <a:avLst/>
              <a:gdLst/>
              <a:ahLst/>
              <a:cxnLst/>
              <a:rect l="l" t="t" r="r" b="b"/>
              <a:pathLst>
                <a:path w="487045" h="1049020">
                  <a:moveTo>
                    <a:pt x="157296" y="0"/>
                  </a:moveTo>
                  <a:lnTo>
                    <a:pt x="125885" y="47633"/>
                  </a:lnTo>
                  <a:lnTo>
                    <a:pt x="95593" y="95115"/>
                  </a:lnTo>
                  <a:lnTo>
                    <a:pt x="67538" y="142293"/>
                  </a:lnTo>
                  <a:lnTo>
                    <a:pt x="42841" y="189015"/>
                  </a:lnTo>
                  <a:lnTo>
                    <a:pt x="22619" y="235130"/>
                  </a:lnTo>
                  <a:lnTo>
                    <a:pt x="7993" y="280485"/>
                  </a:lnTo>
                  <a:lnTo>
                    <a:pt x="80" y="324929"/>
                  </a:lnTo>
                  <a:lnTo>
                    <a:pt x="0" y="368310"/>
                  </a:lnTo>
                  <a:lnTo>
                    <a:pt x="8871" y="410476"/>
                  </a:lnTo>
                  <a:lnTo>
                    <a:pt x="51897" y="476262"/>
                  </a:lnTo>
                  <a:lnTo>
                    <a:pt x="85941" y="507785"/>
                  </a:lnTo>
                  <a:lnTo>
                    <a:pt x="125766" y="538596"/>
                  </a:lnTo>
                  <a:lnTo>
                    <a:pt x="169442" y="568847"/>
                  </a:lnTo>
                  <a:lnTo>
                    <a:pt x="215039" y="598690"/>
                  </a:lnTo>
                  <a:lnTo>
                    <a:pt x="260627" y="628276"/>
                  </a:lnTo>
                  <a:lnTo>
                    <a:pt x="304277" y="657756"/>
                  </a:lnTo>
                  <a:lnTo>
                    <a:pt x="344059" y="687282"/>
                  </a:lnTo>
                  <a:lnTo>
                    <a:pt x="378043" y="717005"/>
                  </a:lnTo>
                  <a:lnTo>
                    <a:pt x="404298" y="747077"/>
                  </a:lnTo>
                  <a:lnTo>
                    <a:pt x="435553" y="797678"/>
                  </a:lnTo>
                  <a:lnTo>
                    <a:pt x="457609" y="848081"/>
                  </a:lnTo>
                  <a:lnTo>
                    <a:pt x="472118" y="898323"/>
                  </a:lnTo>
                  <a:lnTo>
                    <a:pt x="480730" y="948439"/>
                  </a:lnTo>
                  <a:lnTo>
                    <a:pt x="485099" y="998464"/>
                  </a:lnTo>
                  <a:lnTo>
                    <a:pt x="486874" y="104843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92636" y="3251410"/>
              <a:ext cx="100330" cy="86995"/>
            </a:xfrm>
            <a:custGeom>
              <a:avLst/>
              <a:gdLst/>
              <a:ahLst/>
              <a:cxnLst/>
              <a:rect l="l" t="t" r="r" b="b"/>
              <a:pathLst>
                <a:path w="100329" h="86995">
                  <a:moveTo>
                    <a:pt x="0" y="1701"/>
                  </a:moveTo>
                  <a:lnTo>
                    <a:pt x="51447" y="86563"/>
                  </a:lnTo>
                  <a:lnTo>
                    <a:pt x="999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6353534" y="1848629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442" y="359196"/>
                </a:moveTo>
                <a:lnTo>
                  <a:pt x="131718" y="352785"/>
                </a:lnTo>
                <a:lnTo>
                  <a:pt x="88846" y="334689"/>
                </a:lnTo>
                <a:lnTo>
                  <a:pt x="52534" y="306616"/>
                </a:lnTo>
                <a:lnTo>
                  <a:pt x="24485" y="270272"/>
                </a:lnTo>
                <a:lnTo>
                  <a:pt x="6405" y="227363"/>
                </a:lnTo>
                <a:lnTo>
                  <a:pt x="0" y="179598"/>
                </a:lnTo>
                <a:lnTo>
                  <a:pt x="6405" y="131832"/>
                </a:lnTo>
                <a:lnTo>
                  <a:pt x="24485" y="88923"/>
                </a:lnTo>
                <a:lnTo>
                  <a:pt x="52534" y="52579"/>
                </a:lnTo>
                <a:lnTo>
                  <a:pt x="88846" y="24506"/>
                </a:lnTo>
                <a:lnTo>
                  <a:pt x="131718" y="6411"/>
                </a:lnTo>
                <a:lnTo>
                  <a:pt x="179442" y="0"/>
                </a:lnTo>
                <a:lnTo>
                  <a:pt x="227167" y="6411"/>
                </a:lnTo>
                <a:lnTo>
                  <a:pt x="270038" y="24506"/>
                </a:lnTo>
                <a:lnTo>
                  <a:pt x="299473" y="47262"/>
                </a:lnTo>
                <a:lnTo>
                  <a:pt x="169998" y="47262"/>
                </a:lnTo>
                <a:lnTo>
                  <a:pt x="160730" y="49094"/>
                </a:lnTo>
                <a:lnTo>
                  <a:pt x="153234" y="54115"/>
                </a:lnTo>
                <a:lnTo>
                  <a:pt x="148217" y="61618"/>
                </a:lnTo>
                <a:lnTo>
                  <a:pt x="146387" y="70893"/>
                </a:lnTo>
                <a:lnTo>
                  <a:pt x="148217" y="80169"/>
                </a:lnTo>
                <a:lnTo>
                  <a:pt x="153234" y="87672"/>
                </a:lnTo>
                <a:lnTo>
                  <a:pt x="160730" y="92693"/>
                </a:lnTo>
                <a:lnTo>
                  <a:pt x="169998" y="94525"/>
                </a:lnTo>
                <a:lnTo>
                  <a:pt x="336760" y="94525"/>
                </a:lnTo>
                <a:lnTo>
                  <a:pt x="344725" y="113430"/>
                </a:lnTo>
                <a:lnTo>
                  <a:pt x="136943" y="113430"/>
                </a:lnTo>
                <a:lnTo>
                  <a:pt x="136943" y="141787"/>
                </a:lnTo>
                <a:lnTo>
                  <a:pt x="165276" y="141787"/>
                </a:lnTo>
                <a:lnTo>
                  <a:pt x="165276" y="283575"/>
                </a:lnTo>
                <a:lnTo>
                  <a:pt x="132220" y="283575"/>
                </a:lnTo>
                <a:lnTo>
                  <a:pt x="132220" y="311933"/>
                </a:lnTo>
                <a:lnTo>
                  <a:pt x="299473" y="311933"/>
                </a:lnTo>
                <a:lnTo>
                  <a:pt x="270038" y="334689"/>
                </a:lnTo>
                <a:lnTo>
                  <a:pt x="227167" y="352785"/>
                </a:lnTo>
                <a:lnTo>
                  <a:pt x="179442" y="359196"/>
                </a:lnTo>
                <a:close/>
              </a:path>
              <a:path w="359409" h="359410">
                <a:moveTo>
                  <a:pt x="336760" y="94525"/>
                </a:moveTo>
                <a:lnTo>
                  <a:pt x="169998" y="94525"/>
                </a:lnTo>
                <a:lnTo>
                  <a:pt x="179265" y="92693"/>
                </a:lnTo>
                <a:lnTo>
                  <a:pt x="186761" y="87672"/>
                </a:lnTo>
                <a:lnTo>
                  <a:pt x="191779" y="80169"/>
                </a:lnTo>
                <a:lnTo>
                  <a:pt x="193609" y="70893"/>
                </a:lnTo>
                <a:lnTo>
                  <a:pt x="191779" y="61618"/>
                </a:lnTo>
                <a:lnTo>
                  <a:pt x="186761" y="54115"/>
                </a:lnTo>
                <a:lnTo>
                  <a:pt x="179265" y="49094"/>
                </a:lnTo>
                <a:lnTo>
                  <a:pt x="169998" y="47262"/>
                </a:lnTo>
                <a:lnTo>
                  <a:pt x="299473" y="47262"/>
                </a:lnTo>
                <a:lnTo>
                  <a:pt x="306350" y="52579"/>
                </a:lnTo>
                <a:lnTo>
                  <a:pt x="334399" y="88923"/>
                </a:lnTo>
                <a:lnTo>
                  <a:pt x="336760" y="94525"/>
                </a:lnTo>
                <a:close/>
              </a:path>
              <a:path w="359409" h="359410">
                <a:moveTo>
                  <a:pt x="299473" y="311933"/>
                </a:moveTo>
                <a:lnTo>
                  <a:pt x="226664" y="311933"/>
                </a:lnTo>
                <a:lnTo>
                  <a:pt x="226664" y="283575"/>
                </a:lnTo>
                <a:lnTo>
                  <a:pt x="193609" y="283575"/>
                </a:lnTo>
                <a:lnTo>
                  <a:pt x="193609" y="113430"/>
                </a:lnTo>
                <a:lnTo>
                  <a:pt x="344725" y="113430"/>
                </a:lnTo>
                <a:lnTo>
                  <a:pt x="352479" y="131832"/>
                </a:lnTo>
                <a:lnTo>
                  <a:pt x="358885" y="179598"/>
                </a:lnTo>
                <a:lnTo>
                  <a:pt x="352479" y="227363"/>
                </a:lnTo>
                <a:lnTo>
                  <a:pt x="334399" y="270272"/>
                </a:lnTo>
                <a:lnTo>
                  <a:pt x="306350" y="306616"/>
                </a:lnTo>
                <a:lnTo>
                  <a:pt x="299473" y="311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86335" y="1745979"/>
            <a:ext cx="17830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Influxdb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software </a:t>
            </a:r>
            <a:r>
              <a:rPr sz="1600" i="1" dirty="0">
                <a:latin typeface="Calibri"/>
                <a:cs typeface="Calibri"/>
              </a:rPr>
              <a:t>installed</a:t>
            </a:r>
            <a:r>
              <a:rPr sz="1600" i="1" spc="-8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separately.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613906" y="2350776"/>
            <a:ext cx="445134" cy="1061720"/>
            <a:chOff x="6613906" y="2350776"/>
            <a:chExt cx="445134" cy="1061720"/>
          </a:xfrm>
        </p:grpSpPr>
        <p:sp>
          <p:nvSpPr>
            <p:cNvPr id="34" name="object 34"/>
            <p:cNvSpPr/>
            <p:nvPr/>
          </p:nvSpPr>
          <p:spPr>
            <a:xfrm>
              <a:off x="6628193" y="2365063"/>
              <a:ext cx="416559" cy="1033144"/>
            </a:xfrm>
            <a:custGeom>
              <a:avLst/>
              <a:gdLst/>
              <a:ahLst/>
              <a:cxnLst/>
              <a:rect l="l" t="t" r="r" b="b"/>
              <a:pathLst>
                <a:path w="416559" h="1033145">
                  <a:moveTo>
                    <a:pt x="0" y="0"/>
                  </a:moveTo>
                  <a:lnTo>
                    <a:pt x="51285" y="22689"/>
                  </a:lnTo>
                  <a:lnTo>
                    <a:pt x="101879" y="45559"/>
                  </a:lnTo>
                  <a:lnTo>
                    <a:pt x="151093" y="68791"/>
                  </a:lnTo>
                  <a:lnTo>
                    <a:pt x="198237" y="92568"/>
                  </a:lnTo>
                  <a:lnTo>
                    <a:pt x="242620" y="117070"/>
                  </a:lnTo>
                  <a:lnTo>
                    <a:pt x="283553" y="142480"/>
                  </a:lnTo>
                  <a:lnTo>
                    <a:pt x="320346" y="168979"/>
                  </a:lnTo>
                  <a:lnTo>
                    <a:pt x="352309" y="196749"/>
                  </a:lnTo>
                  <a:lnTo>
                    <a:pt x="378752" y="225970"/>
                  </a:lnTo>
                  <a:lnTo>
                    <a:pt x="412318" y="289496"/>
                  </a:lnTo>
                  <a:lnTo>
                    <a:pt x="415932" y="324910"/>
                  </a:lnTo>
                  <a:lnTo>
                    <a:pt x="408877" y="363431"/>
                  </a:lnTo>
                  <a:lnTo>
                    <a:pt x="393257" y="404393"/>
                  </a:lnTo>
                  <a:lnTo>
                    <a:pt x="371175" y="447130"/>
                  </a:lnTo>
                  <a:lnTo>
                    <a:pt x="344734" y="490975"/>
                  </a:lnTo>
                  <a:lnTo>
                    <a:pt x="316037" y="535262"/>
                  </a:lnTo>
                  <a:lnTo>
                    <a:pt x="287188" y="579327"/>
                  </a:lnTo>
                  <a:lnTo>
                    <a:pt x="260289" y="622502"/>
                  </a:lnTo>
                  <a:lnTo>
                    <a:pt x="237445" y="664121"/>
                  </a:lnTo>
                  <a:lnTo>
                    <a:pt x="220757" y="703518"/>
                  </a:lnTo>
                  <a:lnTo>
                    <a:pt x="212331" y="740029"/>
                  </a:lnTo>
                  <a:lnTo>
                    <a:pt x="211624" y="796436"/>
                  </a:lnTo>
                  <a:lnTo>
                    <a:pt x="220456" y="848844"/>
                  </a:lnTo>
                  <a:lnTo>
                    <a:pt x="237107" y="897975"/>
                  </a:lnTo>
                  <a:lnTo>
                    <a:pt x="259852" y="944551"/>
                  </a:lnTo>
                  <a:lnTo>
                    <a:pt x="286970" y="989295"/>
                  </a:lnTo>
                  <a:lnTo>
                    <a:pt x="316738" y="103292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54629" y="3299249"/>
              <a:ext cx="90805" cy="99060"/>
            </a:xfrm>
            <a:custGeom>
              <a:avLst/>
              <a:gdLst/>
              <a:ahLst/>
              <a:cxnLst/>
              <a:rect l="l" t="t" r="r" b="b"/>
              <a:pathLst>
                <a:path w="90804" h="99060">
                  <a:moveTo>
                    <a:pt x="81572" y="0"/>
                  </a:moveTo>
                  <a:lnTo>
                    <a:pt x="90373" y="98856"/>
                  </a:lnTo>
                  <a:lnTo>
                    <a:pt x="0" y="5786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3351254" y="1835071"/>
            <a:ext cx="359410" cy="360680"/>
          </a:xfrm>
          <a:custGeom>
            <a:avLst/>
            <a:gdLst/>
            <a:ahLst/>
            <a:cxnLst/>
            <a:rect l="l" t="t" r="r" b="b"/>
            <a:pathLst>
              <a:path w="359410" h="360680">
                <a:moveTo>
                  <a:pt x="179442" y="360389"/>
                </a:moveTo>
                <a:lnTo>
                  <a:pt x="131718" y="353957"/>
                </a:lnTo>
                <a:lnTo>
                  <a:pt x="88846" y="335801"/>
                </a:lnTo>
                <a:lnTo>
                  <a:pt x="52534" y="307635"/>
                </a:lnTo>
                <a:lnTo>
                  <a:pt x="24485" y="271170"/>
                </a:lnTo>
                <a:lnTo>
                  <a:pt x="6405" y="228119"/>
                </a:lnTo>
                <a:lnTo>
                  <a:pt x="0" y="180194"/>
                </a:lnTo>
                <a:lnTo>
                  <a:pt x="6405" y="132270"/>
                </a:lnTo>
                <a:lnTo>
                  <a:pt x="24485" y="89219"/>
                </a:lnTo>
                <a:lnTo>
                  <a:pt x="52534" y="52754"/>
                </a:lnTo>
                <a:lnTo>
                  <a:pt x="88846" y="24587"/>
                </a:lnTo>
                <a:lnTo>
                  <a:pt x="131718" y="6432"/>
                </a:lnTo>
                <a:lnTo>
                  <a:pt x="179442" y="0"/>
                </a:lnTo>
                <a:lnTo>
                  <a:pt x="227167" y="6432"/>
                </a:lnTo>
                <a:lnTo>
                  <a:pt x="270038" y="24587"/>
                </a:lnTo>
                <a:lnTo>
                  <a:pt x="299473" y="47419"/>
                </a:lnTo>
                <a:lnTo>
                  <a:pt x="169998" y="47419"/>
                </a:lnTo>
                <a:lnTo>
                  <a:pt x="160730" y="49257"/>
                </a:lnTo>
                <a:lnTo>
                  <a:pt x="153234" y="54295"/>
                </a:lnTo>
                <a:lnTo>
                  <a:pt x="148217" y="61823"/>
                </a:lnTo>
                <a:lnTo>
                  <a:pt x="146387" y="71129"/>
                </a:lnTo>
                <a:lnTo>
                  <a:pt x="148217" y="80435"/>
                </a:lnTo>
                <a:lnTo>
                  <a:pt x="153234" y="87963"/>
                </a:lnTo>
                <a:lnTo>
                  <a:pt x="160730" y="93001"/>
                </a:lnTo>
                <a:lnTo>
                  <a:pt x="169998" y="94839"/>
                </a:lnTo>
                <a:lnTo>
                  <a:pt x="336760" y="94839"/>
                </a:lnTo>
                <a:lnTo>
                  <a:pt x="344725" y="113807"/>
                </a:lnTo>
                <a:lnTo>
                  <a:pt x="136943" y="113807"/>
                </a:lnTo>
                <a:lnTo>
                  <a:pt x="136943" y="142259"/>
                </a:lnTo>
                <a:lnTo>
                  <a:pt x="165276" y="142259"/>
                </a:lnTo>
                <a:lnTo>
                  <a:pt x="165276" y="284518"/>
                </a:lnTo>
                <a:lnTo>
                  <a:pt x="132220" y="284518"/>
                </a:lnTo>
                <a:lnTo>
                  <a:pt x="132220" y="312969"/>
                </a:lnTo>
                <a:lnTo>
                  <a:pt x="299473" y="312969"/>
                </a:lnTo>
                <a:lnTo>
                  <a:pt x="270038" y="335801"/>
                </a:lnTo>
                <a:lnTo>
                  <a:pt x="227167" y="353957"/>
                </a:lnTo>
                <a:lnTo>
                  <a:pt x="179442" y="360389"/>
                </a:lnTo>
                <a:close/>
              </a:path>
              <a:path w="359410" h="360680">
                <a:moveTo>
                  <a:pt x="336760" y="94839"/>
                </a:moveTo>
                <a:lnTo>
                  <a:pt x="169998" y="94839"/>
                </a:lnTo>
                <a:lnTo>
                  <a:pt x="179265" y="93001"/>
                </a:lnTo>
                <a:lnTo>
                  <a:pt x="186761" y="87963"/>
                </a:lnTo>
                <a:lnTo>
                  <a:pt x="191779" y="80435"/>
                </a:lnTo>
                <a:lnTo>
                  <a:pt x="193609" y="71129"/>
                </a:lnTo>
                <a:lnTo>
                  <a:pt x="191779" y="61823"/>
                </a:lnTo>
                <a:lnTo>
                  <a:pt x="186761" y="54295"/>
                </a:lnTo>
                <a:lnTo>
                  <a:pt x="179265" y="49257"/>
                </a:lnTo>
                <a:lnTo>
                  <a:pt x="169998" y="47419"/>
                </a:lnTo>
                <a:lnTo>
                  <a:pt x="299473" y="47419"/>
                </a:lnTo>
                <a:lnTo>
                  <a:pt x="306350" y="52754"/>
                </a:lnTo>
                <a:lnTo>
                  <a:pt x="334399" y="89219"/>
                </a:lnTo>
                <a:lnTo>
                  <a:pt x="336760" y="94839"/>
                </a:lnTo>
                <a:close/>
              </a:path>
              <a:path w="359410" h="360680">
                <a:moveTo>
                  <a:pt x="299473" y="312969"/>
                </a:moveTo>
                <a:lnTo>
                  <a:pt x="226664" y="312969"/>
                </a:lnTo>
                <a:lnTo>
                  <a:pt x="226664" y="284518"/>
                </a:lnTo>
                <a:lnTo>
                  <a:pt x="193609" y="284518"/>
                </a:lnTo>
                <a:lnTo>
                  <a:pt x="193609" y="113807"/>
                </a:lnTo>
                <a:lnTo>
                  <a:pt x="344725" y="113807"/>
                </a:lnTo>
                <a:lnTo>
                  <a:pt x="352479" y="132270"/>
                </a:lnTo>
                <a:lnTo>
                  <a:pt x="358885" y="180194"/>
                </a:lnTo>
                <a:lnTo>
                  <a:pt x="352479" y="228119"/>
                </a:lnTo>
                <a:lnTo>
                  <a:pt x="334399" y="271170"/>
                </a:lnTo>
                <a:lnTo>
                  <a:pt x="306350" y="307635"/>
                </a:lnTo>
                <a:lnTo>
                  <a:pt x="299473" y="312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759051" y="1745979"/>
            <a:ext cx="20669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NodeRED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acts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50" dirty="0">
                <a:latin typeface="Calibri"/>
                <a:cs typeface="Calibri"/>
              </a:rPr>
              <a:t>a </a:t>
            </a:r>
            <a:r>
              <a:rPr sz="1600" i="1" dirty="0">
                <a:latin typeface="Calibri"/>
                <a:cs typeface="Calibri"/>
              </a:rPr>
              <a:t>subscriber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get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uplinks,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publisher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to </a:t>
            </a:r>
            <a:r>
              <a:rPr sz="1600" i="1" dirty="0">
                <a:latin typeface="Calibri"/>
                <a:cs typeface="Calibri"/>
              </a:rPr>
              <a:t>send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downlinks.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8" name="object 7">
            <a:extLst>
              <a:ext uri="{FF2B5EF4-FFF2-40B4-BE49-F238E27FC236}">
                <a16:creationId xmlns:a16="http://schemas.microsoft.com/office/drawing/2014/main" id="{A56F56D0-E1B6-2961-8E76-A4F06D37DAA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39" name="object 33">
            <a:extLst>
              <a:ext uri="{FF2B5EF4-FFF2-40B4-BE49-F238E27FC236}">
                <a16:creationId xmlns:a16="http://schemas.microsoft.com/office/drawing/2014/main" id="{950B4003-D0E1-54B0-1489-B6B422B4818B}"/>
              </a:ext>
            </a:extLst>
          </p:cNvPr>
          <p:cNvSpPr txBox="1"/>
          <p:nvPr/>
        </p:nvSpPr>
        <p:spPr>
          <a:xfrm>
            <a:off x="127616" y="3456619"/>
            <a:ext cx="1158894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800" b="1" dirty="0">
                <a:solidFill>
                  <a:srgbClr val="00CC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 </a:t>
            </a:r>
            <a:r>
              <a:rPr kumimoji="0" lang="fr-MA" sz="2800" b="1" strike="noStrike" kern="0" cap="none" spc="-5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800" b="1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device</a:t>
            </a:r>
            <a:endParaRPr kumimoji="0" lang="fr-MA" sz="2800" b="0" strike="noStrike" kern="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6" y="1394289"/>
            <a:ext cx="2025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21207" y="3594353"/>
            <a:ext cx="1102360" cy="635635"/>
            <a:chOff x="3521207" y="3594353"/>
            <a:chExt cx="1102360" cy="635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252" y="3613403"/>
              <a:ext cx="1063751" cy="597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30732" y="3603878"/>
              <a:ext cx="1083310" cy="616585"/>
            </a:xfrm>
            <a:custGeom>
              <a:avLst/>
              <a:gdLst/>
              <a:ahLst/>
              <a:cxnLst/>
              <a:rect l="l" t="t" r="r" b="b"/>
              <a:pathLst>
                <a:path w="1083310" h="616585">
                  <a:moveTo>
                    <a:pt x="108610" y="0"/>
                  </a:moveTo>
                  <a:lnTo>
                    <a:pt x="974178" y="0"/>
                  </a:lnTo>
                  <a:lnTo>
                    <a:pt x="995680" y="2171"/>
                  </a:lnTo>
                  <a:lnTo>
                    <a:pt x="1034719" y="18592"/>
                  </a:lnTo>
                  <a:lnTo>
                    <a:pt x="1064196" y="48069"/>
                  </a:lnTo>
                  <a:lnTo>
                    <a:pt x="1080630" y="87122"/>
                  </a:lnTo>
                  <a:lnTo>
                    <a:pt x="1082802" y="108610"/>
                  </a:lnTo>
                  <a:lnTo>
                    <a:pt x="1082802" y="507847"/>
                  </a:lnTo>
                  <a:lnTo>
                    <a:pt x="1074267" y="549833"/>
                  </a:lnTo>
                  <a:lnTo>
                    <a:pt x="1050874" y="584530"/>
                  </a:lnTo>
                  <a:lnTo>
                    <a:pt x="1016177" y="607923"/>
                  </a:lnTo>
                  <a:lnTo>
                    <a:pt x="974178" y="616458"/>
                  </a:lnTo>
                  <a:lnTo>
                    <a:pt x="108610" y="616458"/>
                  </a:lnTo>
                  <a:lnTo>
                    <a:pt x="66611" y="607923"/>
                  </a:lnTo>
                  <a:lnTo>
                    <a:pt x="31915" y="584530"/>
                  </a:lnTo>
                  <a:lnTo>
                    <a:pt x="8521" y="549833"/>
                  </a:lnTo>
                  <a:lnTo>
                    <a:pt x="0" y="507847"/>
                  </a:lnTo>
                  <a:lnTo>
                    <a:pt x="0" y="108610"/>
                  </a:lnTo>
                  <a:lnTo>
                    <a:pt x="8521" y="66624"/>
                  </a:lnTo>
                  <a:lnTo>
                    <a:pt x="31915" y="31927"/>
                  </a:lnTo>
                  <a:lnTo>
                    <a:pt x="66611" y="8534"/>
                  </a:lnTo>
                  <a:lnTo>
                    <a:pt x="1086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3120396"/>
            <a:ext cx="1380490" cy="1697989"/>
          </a:xfrm>
          <a:custGeom>
            <a:avLst/>
            <a:gdLst/>
            <a:ahLst/>
            <a:cxnLst/>
            <a:rect l="l" t="t" r="r" b="b"/>
            <a:pathLst>
              <a:path w="1380490" h="1697989">
                <a:moveTo>
                  <a:pt x="0" y="0"/>
                </a:moveTo>
                <a:lnTo>
                  <a:pt x="1097026" y="0"/>
                </a:lnTo>
                <a:lnTo>
                  <a:pt x="1142923" y="3703"/>
                </a:lnTo>
                <a:lnTo>
                  <a:pt x="1186462" y="14425"/>
                </a:lnTo>
                <a:lnTo>
                  <a:pt x="1227061" y="31582"/>
                </a:lnTo>
                <a:lnTo>
                  <a:pt x="1264136" y="54593"/>
                </a:lnTo>
                <a:lnTo>
                  <a:pt x="1297106" y="82875"/>
                </a:lnTo>
                <a:lnTo>
                  <a:pt x="1325388" y="115845"/>
                </a:lnTo>
                <a:lnTo>
                  <a:pt x="1348399" y="152920"/>
                </a:lnTo>
                <a:lnTo>
                  <a:pt x="1365556" y="193519"/>
                </a:lnTo>
                <a:lnTo>
                  <a:pt x="1376278" y="237058"/>
                </a:lnTo>
                <a:lnTo>
                  <a:pt x="1379982" y="282955"/>
                </a:lnTo>
                <a:lnTo>
                  <a:pt x="1379982" y="1414767"/>
                </a:lnTo>
                <a:lnTo>
                  <a:pt x="1376278" y="1460664"/>
                </a:lnTo>
                <a:lnTo>
                  <a:pt x="1365556" y="1504205"/>
                </a:lnTo>
                <a:lnTo>
                  <a:pt x="1348399" y="1544805"/>
                </a:lnTo>
                <a:lnTo>
                  <a:pt x="1325388" y="1581882"/>
                </a:lnTo>
                <a:lnTo>
                  <a:pt x="1297106" y="1614854"/>
                </a:lnTo>
                <a:lnTo>
                  <a:pt x="1264136" y="1643137"/>
                </a:lnTo>
                <a:lnTo>
                  <a:pt x="1227061" y="1666150"/>
                </a:lnTo>
                <a:lnTo>
                  <a:pt x="1186462" y="1683309"/>
                </a:lnTo>
                <a:lnTo>
                  <a:pt x="1142923" y="1694032"/>
                </a:lnTo>
                <a:lnTo>
                  <a:pt x="1097026" y="1697735"/>
                </a:lnTo>
                <a:lnTo>
                  <a:pt x="0" y="169773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495044" y="3667879"/>
            <a:ext cx="1863725" cy="171450"/>
            <a:chOff x="1495044" y="3667879"/>
            <a:chExt cx="1863725" cy="171450"/>
          </a:xfrm>
        </p:grpSpPr>
        <p:sp>
          <p:nvSpPr>
            <p:cNvPr id="11" name="object 11"/>
            <p:cNvSpPr/>
            <p:nvPr/>
          </p:nvSpPr>
          <p:spPr>
            <a:xfrm>
              <a:off x="1495044" y="3753611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7235" y="3667879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93306" y="3427058"/>
            <a:ext cx="1230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(uplink)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44753" y="4066881"/>
            <a:ext cx="1943100" cy="171450"/>
            <a:chOff x="1444753" y="4066881"/>
            <a:chExt cx="1943100" cy="171450"/>
          </a:xfrm>
        </p:grpSpPr>
        <p:sp>
          <p:nvSpPr>
            <p:cNvPr id="15" name="object 15"/>
            <p:cNvSpPr/>
            <p:nvPr/>
          </p:nvSpPr>
          <p:spPr>
            <a:xfrm>
              <a:off x="1587624" y="4152398"/>
              <a:ext cx="1771650" cy="12700"/>
            </a:xfrm>
            <a:custGeom>
              <a:avLst/>
              <a:gdLst/>
              <a:ahLst/>
              <a:cxnLst/>
              <a:rect l="l" t="t" r="r" b="b"/>
              <a:pathLst>
                <a:path w="1771650" h="12700">
                  <a:moveTo>
                    <a:pt x="1771434" y="12661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4753" y="4066881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72059" y="0"/>
                  </a:moveTo>
                  <a:lnTo>
                    <a:pt x="0" y="84493"/>
                  </a:lnTo>
                  <a:lnTo>
                    <a:pt x="170827" y="171450"/>
                  </a:lnTo>
                  <a:lnTo>
                    <a:pt x="172059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25741" y="3847315"/>
            <a:ext cx="1486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(downlink)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63696" y="3594353"/>
            <a:ext cx="1100455" cy="658495"/>
            <a:chOff x="6663696" y="3594353"/>
            <a:chExt cx="1100455" cy="65849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2740" y="3613403"/>
              <a:ext cx="1062227" cy="62026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73221" y="3603878"/>
              <a:ext cx="1081405" cy="639445"/>
            </a:xfrm>
            <a:custGeom>
              <a:avLst/>
              <a:gdLst/>
              <a:ahLst/>
              <a:cxnLst/>
              <a:rect l="l" t="t" r="r" b="b"/>
              <a:pathLst>
                <a:path w="1081404" h="639445">
                  <a:moveTo>
                    <a:pt x="112420" y="0"/>
                  </a:moveTo>
                  <a:lnTo>
                    <a:pt x="968844" y="0"/>
                  </a:lnTo>
                  <a:lnTo>
                    <a:pt x="991107" y="2247"/>
                  </a:lnTo>
                  <a:lnTo>
                    <a:pt x="1031519" y="19253"/>
                  </a:lnTo>
                  <a:lnTo>
                    <a:pt x="1062024" y="49745"/>
                  </a:lnTo>
                  <a:lnTo>
                    <a:pt x="1079030" y="90157"/>
                  </a:lnTo>
                  <a:lnTo>
                    <a:pt x="1081277" y="112420"/>
                  </a:lnTo>
                  <a:lnTo>
                    <a:pt x="1081277" y="526897"/>
                  </a:lnTo>
                  <a:lnTo>
                    <a:pt x="1072438" y="570369"/>
                  </a:lnTo>
                  <a:lnTo>
                    <a:pt x="1048232" y="606285"/>
                  </a:lnTo>
                  <a:lnTo>
                    <a:pt x="1012329" y="630491"/>
                  </a:lnTo>
                  <a:lnTo>
                    <a:pt x="968844" y="639318"/>
                  </a:lnTo>
                  <a:lnTo>
                    <a:pt x="112420" y="639318"/>
                  </a:lnTo>
                  <a:lnTo>
                    <a:pt x="68935" y="630491"/>
                  </a:lnTo>
                  <a:lnTo>
                    <a:pt x="33032" y="606285"/>
                  </a:lnTo>
                  <a:lnTo>
                    <a:pt x="8826" y="570369"/>
                  </a:lnTo>
                  <a:lnTo>
                    <a:pt x="0" y="526897"/>
                  </a:lnTo>
                  <a:lnTo>
                    <a:pt x="0" y="112420"/>
                  </a:lnTo>
                  <a:lnTo>
                    <a:pt x="8826" y="68948"/>
                  </a:lnTo>
                  <a:lnTo>
                    <a:pt x="33032" y="33032"/>
                  </a:lnTo>
                  <a:lnTo>
                    <a:pt x="68935" y="8826"/>
                  </a:lnTo>
                  <a:lnTo>
                    <a:pt x="11242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93605" y="3356225"/>
            <a:ext cx="1092200" cy="1102995"/>
            <a:chOff x="9793605" y="3356225"/>
            <a:chExt cx="1092200" cy="1102995"/>
          </a:xfrm>
        </p:grpSpPr>
        <p:sp>
          <p:nvSpPr>
            <p:cNvPr id="22" name="object 22"/>
            <p:cNvSpPr/>
            <p:nvPr/>
          </p:nvSpPr>
          <p:spPr>
            <a:xfrm>
              <a:off x="9803130" y="3365750"/>
              <a:ext cx="1073150" cy="1083945"/>
            </a:xfrm>
            <a:custGeom>
              <a:avLst/>
              <a:gdLst/>
              <a:ahLst/>
              <a:cxnLst/>
              <a:rect l="l" t="t" r="r" b="b"/>
              <a:pathLst>
                <a:path w="1073150" h="1083945">
                  <a:moveTo>
                    <a:pt x="0" y="131165"/>
                  </a:moveTo>
                  <a:lnTo>
                    <a:pt x="10307" y="80110"/>
                  </a:lnTo>
                  <a:lnTo>
                    <a:pt x="38417" y="38417"/>
                  </a:lnTo>
                  <a:lnTo>
                    <a:pt x="80110" y="10307"/>
                  </a:lnTo>
                  <a:lnTo>
                    <a:pt x="131165" y="0"/>
                  </a:lnTo>
                  <a:lnTo>
                    <a:pt x="941730" y="0"/>
                  </a:lnTo>
                  <a:lnTo>
                    <a:pt x="992785" y="10307"/>
                  </a:lnTo>
                  <a:lnTo>
                    <a:pt x="1034478" y="38417"/>
                  </a:lnTo>
                  <a:lnTo>
                    <a:pt x="1062588" y="80110"/>
                  </a:lnTo>
                  <a:lnTo>
                    <a:pt x="1072896" y="131165"/>
                  </a:lnTo>
                  <a:lnTo>
                    <a:pt x="1072896" y="952411"/>
                  </a:lnTo>
                  <a:lnTo>
                    <a:pt x="1062588" y="1003459"/>
                  </a:lnTo>
                  <a:lnTo>
                    <a:pt x="1034478" y="1045148"/>
                  </a:lnTo>
                  <a:lnTo>
                    <a:pt x="992785" y="1073256"/>
                  </a:lnTo>
                  <a:lnTo>
                    <a:pt x="941730" y="1083563"/>
                  </a:lnTo>
                  <a:lnTo>
                    <a:pt x="131165" y="1083563"/>
                  </a:lnTo>
                  <a:lnTo>
                    <a:pt x="80110" y="1073256"/>
                  </a:lnTo>
                  <a:lnTo>
                    <a:pt x="38417" y="1045148"/>
                  </a:lnTo>
                  <a:lnTo>
                    <a:pt x="10307" y="1003459"/>
                  </a:lnTo>
                  <a:lnTo>
                    <a:pt x="0" y="952411"/>
                  </a:lnTo>
                  <a:lnTo>
                    <a:pt x="0" y="13116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2096" y="3444240"/>
              <a:ext cx="859534" cy="917447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710684" y="3820279"/>
            <a:ext cx="1863725" cy="171450"/>
            <a:chOff x="4710684" y="3820279"/>
            <a:chExt cx="1863725" cy="171450"/>
          </a:xfrm>
        </p:grpSpPr>
        <p:sp>
          <p:nvSpPr>
            <p:cNvPr id="25" name="object 25"/>
            <p:cNvSpPr/>
            <p:nvPr/>
          </p:nvSpPr>
          <p:spPr>
            <a:xfrm>
              <a:off x="4710684" y="3906011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02875" y="3820279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08576" y="3579664"/>
            <a:ext cx="1085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Data</a:t>
            </a: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to</a:t>
            </a:r>
            <a:r>
              <a:rPr sz="1600" b="1" i="1" spc="-4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595958"/>
                </a:solidFill>
                <a:latin typeface="Calibri"/>
                <a:cs typeface="Calibri"/>
              </a:rPr>
              <a:t>save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53534" y="1848629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10">
                <a:moveTo>
                  <a:pt x="179442" y="359196"/>
                </a:moveTo>
                <a:lnTo>
                  <a:pt x="131718" y="352785"/>
                </a:lnTo>
                <a:lnTo>
                  <a:pt x="88846" y="334689"/>
                </a:lnTo>
                <a:lnTo>
                  <a:pt x="52534" y="306616"/>
                </a:lnTo>
                <a:lnTo>
                  <a:pt x="24485" y="270272"/>
                </a:lnTo>
                <a:lnTo>
                  <a:pt x="6405" y="227363"/>
                </a:lnTo>
                <a:lnTo>
                  <a:pt x="0" y="179598"/>
                </a:lnTo>
                <a:lnTo>
                  <a:pt x="6405" y="131832"/>
                </a:lnTo>
                <a:lnTo>
                  <a:pt x="24485" y="88923"/>
                </a:lnTo>
                <a:lnTo>
                  <a:pt x="52534" y="52579"/>
                </a:lnTo>
                <a:lnTo>
                  <a:pt x="88846" y="24506"/>
                </a:lnTo>
                <a:lnTo>
                  <a:pt x="131718" y="6411"/>
                </a:lnTo>
                <a:lnTo>
                  <a:pt x="179442" y="0"/>
                </a:lnTo>
                <a:lnTo>
                  <a:pt x="227167" y="6411"/>
                </a:lnTo>
                <a:lnTo>
                  <a:pt x="270038" y="24506"/>
                </a:lnTo>
                <a:lnTo>
                  <a:pt x="299473" y="47262"/>
                </a:lnTo>
                <a:lnTo>
                  <a:pt x="169998" y="47262"/>
                </a:lnTo>
                <a:lnTo>
                  <a:pt x="160730" y="49094"/>
                </a:lnTo>
                <a:lnTo>
                  <a:pt x="153234" y="54115"/>
                </a:lnTo>
                <a:lnTo>
                  <a:pt x="148217" y="61618"/>
                </a:lnTo>
                <a:lnTo>
                  <a:pt x="146387" y="70893"/>
                </a:lnTo>
                <a:lnTo>
                  <a:pt x="148217" y="80169"/>
                </a:lnTo>
                <a:lnTo>
                  <a:pt x="153234" y="87672"/>
                </a:lnTo>
                <a:lnTo>
                  <a:pt x="160730" y="92693"/>
                </a:lnTo>
                <a:lnTo>
                  <a:pt x="169998" y="94525"/>
                </a:lnTo>
                <a:lnTo>
                  <a:pt x="336760" y="94525"/>
                </a:lnTo>
                <a:lnTo>
                  <a:pt x="344725" y="113430"/>
                </a:lnTo>
                <a:lnTo>
                  <a:pt x="136943" y="113430"/>
                </a:lnTo>
                <a:lnTo>
                  <a:pt x="136943" y="141787"/>
                </a:lnTo>
                <a:lnTo>
                  <a:pt x="165276" y="141787"/>
                </a:lnTo>
                <a:lnTo>
                  <a:pt x="165276" y="283575"/>
                </a:lnTo>
                <a:lnTo>
                  <a:pt x="132220" y="283575"/>
                </a:lnTo>
                <a:lnTo>
                  <a:pt x="132220" y="311933"/>
                </a:lnTo>
                <a:lnTo>
                  <a:pt x="299473" y="311933"/>
                </a:lnTo>
                <a:lnTo>
                  <a:pt x="270038" y="334689"/>
                </a:lnTo>
                <a:lnTo>
                  <a:pt x="227167" y="352785"/>
                </a:lnTo>
                <a:lnTo>
                  <a:pt x="179442" y="359196"/>
                </a:lnTo>
                <a:close/>
              </a:path>
              <a:path w="359409" h="359410">
                <a:moveTo>
                  <a:pt x="336760" y="94525"/>
                </a:moveTo>
                <a:lnTo>
                  <a:pt x="169998" y="94525"/>
                </a:lnTo>
                <a:lnTo>
                  <a:pt x="179265" y="92693"/>
                </a:lnTo>
                <a:lnTo>
                  <a:pt x="186761" y="87672"/>
                </a:lnTo>
                <a:lnTo>
                  <a:pt x="191779" y="80169"/>
                </a:lnTo>
                <a:lnTo>
                  <a:pt x="193609" y="70893"/>
                </a:lnTo>
                <a:lnTo>
                  <a:pt x="191779" y="61618"/>
                </a:lnTo>
                <a:lnTo>
                  <a:pt x="186761" y="54115"/>
                </a:lnTo>
                <a:lnTo>
                  <a:pt x="179265" y="49094"/>
                </a:lnTo>
                <a:lnTo>
                  <a:pt x="169998" y="47262"/>
                </a:lnTo>
                <a:lnTo>
                  <a:pt x="299473" y="47262"/>
                </a:lnTo>
                <a:lnTo>
                  <a:pt x="306350" y="52579"/>
                </a:lnTo>
                <a:lnTo>
                  <a:pt x="334399" y="88923"/>
                </a:lnTo>
                <a:lnTo>
                  <a:pt x="336760" y="94525"/>
                </a:lnTo>
                <a:close/>
              </a:path>
              <a:path w="359409" h="359410">
                <a:moveTo>
                  <a:pt x="299473" y="311933"/>
                </a:moveTo>
                <a:lnTo>
                  <a:pt x="226664" y="311933"/>
                </a:lnTo>
                <a:lnTo>
                  <a:pt x="226664" y="283575"/>
                </a:lnTo>
                <a:lnTo>
                  <a:pt x="193609" y="283575"/>
                </a:lnTo>
                <a:lnTo>
                  <a:pt x="193609" y="113430"/>
                </a:lnTo>
                <a:lnTo>
                  <a:pt x="344725" y="113430"/>
                </a:lnTo>
                <a:lnTo>
                  <a:pt x="352479" y="131832"/>
                </a:lnTo>
                <a:lnTo>
                  <a:pt x="358885" y="179598"/>
                </a:lnTo>
                <a:lnTo>
                  <a:pt x="352479" y="227363"/>
                </a:lnTo>
                <a:lnTo>
                  <a:pt x="334399" y="270272"/>
                </a:lnTo>
                <a:lnTo>
                  <a:pt x="306350" y="306616"/>
                </a:lnTo>
                <a:lnTo>
                  <a:pt x="299473" y="311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786335" y="1745979"/>
            <a:ext cx="17830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Influxdb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is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software </a:t>
            </a:r>
            <a:r>
              <a:rPr sz="1600" i="1" dirty="0">
                <a:latin typeface="Calibri"/>
                <a:cs typeface="Calibri"/>
              </a:rPr>
              <a:t>installed</a:t>
            </a:r>
            <a:r>
              <a:rPr sz="1600" i="1" spc="-8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separately.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851647" y="3837044"/>
            <a:ext cx="1863725" cy="171450"/>
            <a:chOff x="7851647" y="3837044"/>
            <a:chExt cx="1863725" cy="171450"/>
          </a:xfrm>
        </p:grpSpPr>
        <p:sp>
          <p:nvSpPr>
            <p:cNvPr id="31" name="object 31"/>
            <p:cNvSpPr/>
            <p:nvPr/>
          </p:nvSpPr>
          <p:spPr>
            <a:xfrm>
              <a:off x="7851647" y="3922775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43838" y="3837044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150019" y="3596335"/>
            <a:ext cx="1300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Data</a:t>
            </a: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to</a:t>
            </a:r>
            <a:r>
              <a:rPr sz="1600" b="1" i="1" spc="-4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display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355813" y="1835071"/>
            <a:ext cx="359410" cy="360680"/>
          </a:xfrm>
          <a:custGeom>
            <a:avLst/>
            <a:gdLst/>
            <a:ahLst/>
            <a:cxnLst/>
            <a:rect l="l" t="t" r="r" b="b"/>
            <a:pathLst>
              <a:path w="359409" h="360680">
                <a:moveTo>
                  <a:pt x="179442" y="360389"/>
                </a:moveTo>
                <a:lnTo>
                  <a:pt x="131718" y="353957"/>
                </a:lnTo>
                <a:lnTo>
                  <a:pt x="88846" y="335801"/>
                </a:lnTo>
                <a:lnTo>
                  <a:pt x="52534" y="307635"/>
                </a:lnTo>
                <a:lnTo>
                  <a:pt x="24485" y="271170"/>
                </a:lnTo>
                <a:lnTo>
                  <a:pt x="6405" y="228119"/>
                </a:lnTo>
                <a:lnTo>
                  <a:pt x="0" y="180194"/>
                </a:lnTo>
                <a:lnTo>
                  <a:pt x="6405" y="132270"/>
                </a:lnTo>
                <a:lnTo>
                  <a:pt x="24485" y="89219"/>
                </a:lnTo>
                <a:lnTo>
                  <a:pt x="52534" y="52754"/>
                </a:lnTo>
                <a:lnTo>
                  <a:pt x="88846" y="24587"/>
                </a:lnTo>
                <a:lnTo>
                  <a:pt x="131718" y="6432"/>
                </a:lnTo>
                <a:lnTo>
                  <a:pt x="179442" y="0"/>
                </a:lnTo>
                <a:lnTo>
                  <a:pt x="227167" y="6432"/>
                </a:lnTo>
                <a:lnTo>
                  <a:pt x="270038" y="24587"/>
                </a:lnTo>
                <a:lnTo>
                  <a:pt x="299473" y="47419"/>
                </a:lnTo>
                <a:lnTo>
                  <a:pt x="169998" y="47419"/>
                </a:lnTo>
                <a:lnTo>
                  <a:pt x="160730" y="49257"/>
                </a:lnTo>
                <a:lnTo>
                  <a:pt x="153234" y="54295"/>
                </a:lnTo>
                <a:lnTo>
                  <a:pt x="148217" y="61823"/>
                </a:lnTo>
                <a:lnTo>
                  <a:pt x="146387" y="71129"/>
                </a:lnTo>
                <a:lnTo>
                  <a:pt x="148217" y="80435"/>
                </a:lnTo>
                <a:lnTo>
                  <a:pt x="153234" y="87963"/>
                </a:lnTo>
                <a:lnTo>
                  <a:pt x="160730" y="93001"/>
                </a:lnTo>
                <a:lnTo>
                  <a:pt x="169998" y="94839"/>
                </a:lnTo>
                <a:lnTo>
                  <a:pt x="336760" y="94839"/>
                </a:lnTo>
                <a:lnTo>
                  <a:pt x="344725" y="113807"/>
                </a:lnTo>
                <a:lnTo>
                  <a:pt x="136943" y="113807"/>
                </a:lnTo>
                <a:lnTo>
                  <a:pt x="136943" y="142259"/>
                </a:lnTo>
                <a:lnTo>
                  <a:pt x="165276" y="142259"/>
                </a:lnTo>
                <a:lnTo>
                  <a:pt x="165276" y="284518"/>
                </a:lnTo>
                <a:lnTo>
                  <a:pt x="132220" y="284518"/>
                </a:lnTo>
                <a:lnTo>
                  <a:pt x="132220" y="312969"/>
                </a:lnTo>
                <a:lnTo>
                  <a:pt x="299473" y="312969"/>
                </a:lnTo>
                <a:lnTo>
                  <a:pt x="270038" y="335801"/>
                </a:lnTo>
                <a:lnTo>
                  <a:pt x="227167" y="353957"/>
                </a:lnTo>
                <a:lnTo>
                  <a:pt x="179442" y="360389"/>
                </a:lnTo>
                <a:close/>
              </a:path>
              <a:path w="359409" h="360680">
                <a:moveTo>
                  <a:pt x="336760" y="94839"/>
                </a:moveTo>
                <a:lnTo>
                  <a:pt x="169998" y="94839"/>
                </a:lnTo>
                <a:lnTo>
                  <a:pt x="179265" y="93001"/>
                </a:lnTo>
                <a:lnTo>
                  <a:pt x="186761" y="87963"/>
                </a:lnTo>
                <a:lnTo>
                  <a:pt x="191779" y="80435"/>
                </a:lnTo>
                <a:lnTo>
                  <a:pt x="193609" y="71129"/>
                </a:lnTo>
                <a:lnTo>
                  <a:pt x="191779" y="61823"/>
                </a:lnTo>
                <a:lnTo>
                  <a:pt x="186761" y="54295"/>
                </a:lnTo>
                <a:lnTo>
                  <a:pt x="179265" y="49257"/>
                </a:lnTo>
                <a:lnTo>
                  <a:pt x="169998" y="47419"/>
                </a:lnTo>
                <a:lnTo>
                  <a:pt x="299473" y="47419"/>
                </a:lnTo>
                <a:lnTo>
                  <a:pt x="306350" y="52754"/>
                </a:lnTo>
                <a:lnTo>
                  <a:pt x="334399" y="89219"/>
                </a:lnTo>
                <a:lnTo>
                  <a:pt x="336760" y="94839"/>
                </a:lnTo>
                <a:close/>
              </a:path>
              <a:path w="359409" h="360680">
                <a:moveTo>
                  <a:pt x="299473" y="312969"/>
                </a:moveTo>
                <a:lnTo>
                  <a:pt x="226664" y="312969"/>
                </a:lnTo>
                <a:lnTo>
                  <a:pt x="226664" y="284518"/>
                </a:lnTo>
                <a:lnTo>
                  <a:pt x="193609" y="284518"/>
                </a:lnTo>
                <a:lnTo>
                  <a:pt x="193609" y="113807"/>
                </a:lnTo>
                <a:lnTo>
                  <a:pt x="344725" y="113807"/>
                </a:lnTo>
                <a:lnTo>
                  <a:pt x="352479" y="132270"/>
                </a:lnTo>
                <a:lnTo>
                  <a:pt x="358885" y="180194"/>
                </a:lnTo>
                <a:lnTo>
                  <a:pt x="352479" y="228119"/>
                </a:lnTo>
                <a:lnTo>
                  <a:pt x="334399" y="271170"/>
                </a:lnTo>
                <a:lnTo>
                  <a:pt x="306350" y="307635"/>
                </a:lnTo>
                <a:lnTo>
                  <a:pt x="299473" y="312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824350" y="1636426"/>
            <a:ext cx="192658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Grafana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requests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the </a:t>
            </a:r>
            <a:r>
              <a:rPr sz="1600" i="1" dirty="0">
                <a:latin typeface="Calibri"/>
                <a:cs typeface="Calibri"/>
              </a:rPr>
              <a:t>data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needs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the </a:t>
            </a:r>
            <a:r>
              <a:rPr sz="1600" i="1" dirty="0">
                <a:latin typeface="Calibri"/>
                <a:cs typeface="Calibri"/>
              </a:rPr>
              <a:t>creation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of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graphs,</a:t>
            </a:r>
            <a:r>
              <a:rPr sz="1600" i="1" spc="-10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613906" y="2350776"/>
            <a:ext cx="445134" cy="1061720"/>
            <a:chOff x="6613906" y="2350776"/>
            <a:chExt cx="445134" cy="1061720"/>
          </a:xfrm>
        </p:grpSpPr>
        <p:sp>
          <p:nvSpPr>
            <p:cNvPr id="37" name="object 37"/>
            <p:cNvSpPr/>
            <p:nvPr/>
          </p:nvSpPr>
          <p:spPr>
            <a:xfrm>
              <a:off x="6628193" y="2365063"/>
              <a:ext cx="416559" cy="1033144"/>
            </a:xfrm>
            <a:custGeom>
              <a:avLst/>
              <a:gdLst/>
              <a:ahLst/>
              <a:cxnLst/>
              <a:rect l="l" t="t" r="r" b="b"/>
              <a:pathLst>
                <a:path w="416559" h="1033145">
                  <a:moveTo>
                    <a:pt x="0" y="0"/>
                  </a:moveTo>
                  <a:lnTo>
                    <a:pt x="51285" y="22689"/>
                  </a:lnTo>
                  <a:lnTo>
                    <a:pt x="101879" y="45559"/>
                  </a:lnTo>
                  <a:lnTo>
                    <a:pt x="151093" y="68791"/>
                  </a:lnTo>
                  <a:lnTo>
                    <a:pt x="198237" y="92568"/>
                  </a:lnTo>
                  <a:lnTo>
                    <a:pt x="242620" y="117070"/>
                  </a:lnTo>
                  <a:lnTo>
                    <a:pt x="283553" y="142480"/>
                  </a:lnTo>
                  <a:lnTo>
                    <a:pt x="320346" y="168979"/>
                  </a:lnTo>
                  <a:lnTo>
                    <a:pt x="352309" y="196749"/>
                  </a:lnTo>
                  <a:lnTo>
                    <a:pt x="378752" y="225970"/>
                  </a:lnTo>
                  <a:lnTo>
                    <a:pt x="412318" y="289496"/>
                  </a:lnTo>
                  <a:lnTo>
                    <a:pt x="415932" y="324910"/>
                  </a:lnTo>
                  <a:lnTo>
                    <a:pt x="408877" y="363431"/>
                  </a:lnTo>
                  <a:lnTo>
                    <a:pt x="393257" y="404393"/>
                  </a:lnTo>
                  <a:lnTo>
                    <a:pt x="371175" y="447130"/>
                  </a:lnTo>
                  <a:lnTo>
                    <a:pt x="344734" y="490975"/>
                  </a:lnTo>
                  <a:lnTo>
                    <a:pt x="316037" y="535262"/>
                  </a:lnTo>
                  <a:lnTo>
                    <a:pt x="287188" y="579327"/>
                  </a:lnTo>
                  <a:lnTo>
                    <a:pt x="260289" y="622502"/>
                  </a:lnTo>
                  <a:lnTo>
                    <a:pt x="237445" y="664121"/>
                  </a:lnTo>
                  <a:lnTo>
                    <a:pt x="220757" y="703518"/>
                  </a:lnTo>
                  <a:lnTo>
                    <a:pt x="212331" y="740029"/>
                  </a:lnTo>
                  <a:lnTo>
                    <a:pt x="211624" y="796436"/>
                  </a:lnTo>
                  <a:lnTo>
                    <a:pt x="220456" y="848844"/>
                  </a:lnTo>
                  <a:lnTo>
                    <a:pt x="237107" y="897975"/>
                  </a:lnTo>
                  <a:lnTo>
                    <a:pt x="259852" y="944551"/>
                  </a:lnTo>
                  <a:lnTo>
                    <a:pt x="286970" y="989295"/>
                  </a:lnTo>
                  <a:lnTo>
                    <a:pt x="316738" y="1032929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54629" y="3299249"/>
              <a:ext cx="90805" cy="99060"/>
            </a:xfrm>
            <a:custGeom>
              <a:avLst/>
              <a:gdLst/>
              <a:ahLst/>
              <a:cxnLst/>
              <a:rect l="l" t="t" r="r" b="b"/>
              <a:pathLst>
                <a:path w="90804" h="99060">
                  <a:moveTo>
                    <a:pt x="81572" y="0"/>
                  </a:moveTo>
                  <a:lnTo>
                    <a:pt x="90373" y="98856"/>
                  </a:lnTo>
                  <a:lnTo>
                    <a:pt x="0" y="5786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9365181" y="2277046"/>
            <a:ext cx="951865" cy="998855"/>
            <a:chOff x="9365181" y="2277046"/>
            <a:chExt cx="951865" cy="998855"/>
          </a:xfrm>
        </p:grpSpPr>
        <p:sp>
          <p:nvSpPr>
            <p:cNvPr id="40" name="object 40"/>
            <p:cNvSpPr/>
            <p:nvPr/>
          </p:nvSpPr>
          <p:spPr>
            <a:xfrm>
              <a:off x="9379469" y="2291333"/>
              <a:ext cx="871855" cy="969644"/>
            </a:xfrm>
            <a:custGeom>
              <a:avLst/>
              <a:gdLst/>
              <a:ahLst/>
              <a:cxnLst/>
              <a:rect l="l" t="t" r="r" b="b"/>
              <a:pathLst>
                <a:path w="871854" h="969645">
                  <a:moveTo>
                    <a:pt x="92430" y="0"/>
                  </a:moveTo>
                  <a:lnTo>
                    <a:pt x="65328" y="38466"/>
                  </a:lnTo>
                  <a:lnTo>
                    <a:pt x="40379" y="76819"/>
                  </a:lnTo>
                  <a:lnTo>
                    <a:pt x="19739" y="114944"/>
                  </a:lnTo>
                  <a:lnTo>
                    <a:pt x="5560" y="152728"/>
                  </a:lnTo>
                  <a:lnTo>
                    <a:pt x="0" y="190056"/>
                  </a:lnTo>
                  <a:lnTo>
                    <a:pt x="5210" y="226815"/>
                  </a:lnTo>
                  <a:lnTo>
                    <a:pt x="23347" y="262891"/>
                  </a:lnTo>
                  <a:lnTo>
                    <a:pt x="56565" y="298170"/>
                  </a:lnTo>
                  <a:lnTo>
                    <a:pt x="117562" y="333291"/>
                  </a:lnTo>
                  <a:lnTo>
                    <a:pt x="158862" y="349612"/>
                  </a:lnTo>
                  <a:lnTo>
                    <a:pt x="205788" y="365368"/>
                  </a:lnTo>
                  <a:lnTo>
                    <a:pt x="257163" y="380756"/>
                  </a:lnTo>
                  <a:lnTo>
                    <a:pt x="311806" y="395970"/>
                  </a:lnTo>
                  <a:lnTo>
                    <a:pt x="368537" y="411208"/>
                  </a:lnTo>
                  <a:lnTo>
                    <a:pt x="426177" y="426664"/>
                  </a:lnTo>
                  <a:lnTo>
                    <a:pt x="483546" y="442536"/>
                  </a:lnTo>
                  <a:lnTo>
                    <a:pt x="539464" y="459018"/>
                  </a:lnTo>
                  <a:lnTo>
                    <a:pt x="592752" y="476307"/>
                  </a:lnTo>
                  <a:lnTo>
                    <a:pt x="642230" y="494599"/>
                  </a:lnTo>
                  <a:lnTo>
                    <a:pt x="686718" y="514091"/>
                  </a:lnTo>
                  <a:lnTo>
                    <a:pt x="725036" y="534977"/>
                  </a:lnTo>
                  <a:lnTo>
                    <a:pt x="756005" y="557453"/>
                  </a:lnTo>
                  <a:lnTo>
                    <a:pt x="793511" y="595486"/>
                  </a:lnTo>
                  <a:lnTo>
                    <a:pt x="822328" y="636184"/>
                  </a:lnTo>
                  <a:lnTo>
                    <a:pt x="843469" y="679235"/>
                  </a:lnTo>
                  <a:lnTo>
                    <a:pt x="857949" y="724328"/>
                  </a:lnTo>
                  <a:lnTo>
                    <a:pt x="866784" y="771153"/>
                  </a:lnTo>
                  <a:lnTo>
                    <a:pt x="870988" y="819398"/>
                  </a:lnTo>
                  <a:lnTo>
                    <a:pt x="871576" y="868752"/>
                  </a:lnTo>
                  <a:lnTo>
                    <a:pt x="869562" y="918904"/>
                  </a:lnTo>
                  <a:lnTo>
                    <a:pt x="865962" y="96954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202539" y="3171836"/>
              <a:ext cx="99695" cy="89535"/>
            </a:xfrm>
            <a:custGeom>
              <a:avLst/>
              <a:gdLst/>
              <a:ahLst/>
              <a:cxnLst/>
              <a:rect l="l" t="t" r="r" b="b"/>
              <a:pathLst>
                <a:path w="99695" h="89535">
                  <a:moveTo>
                    <a:pt x="99682" y="8166"/>
                  </a:moveTo>
                  <a:lnTo>
                    <a:pt x="42849" y="89522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3242928" y="2274985"/>
            <a:ext cx="564515" cy="1077595"/>
            <a:chOff x="3242928" y="2274985"/>
            <a:chExt cx="564515" cy="1077595"/>
          </a:xfrm>
        </p:grpSpPr>
        <p:sp>
          <p:nvSpPr>
            <p:cNvPr id="43" name="object 43"/>
            <p:cNvSpPr/>
            <p:nvPr/>
          </p:nvSpPr>
          <p:spPr>
            <a:xfrm>
              <a:off x="3257215" y="2289272"/>
              <a:ext cx="487045" cy="1049020"/>
            </a:xfrm>
            <a:custGeom>
              <a:avLst/>
              <a:gdLst/>
              <a:ahLst/>
              <a:cxnLst/>
              <a:rect l="l" t="t" r="r" b="b"/>
              <a:pathLst>
                <a:path w="487045" h="1049020">
                  <a:moveTo>
                    <a:pt x="157296" y="0"/>
                  </a:moveTo>
                  <a:lnTo>
                    <a:pt x="125885" y="47633"/>
                  </a:lnTo>
                  <a:lnTo>
                    <a:pt x="95593" y="95115"/>
                  </a:lnTo>
                  <a:lnTo>
                    <a:pt x="67538" y="142293"/>
                  </a:lnTo>
                  <a:lnTo>
                    <a:pt x="42841" y="189015"/>
                  </a:lnTo>
                  <a:lnTo>
                    <a:pt x="22619" y="235130"/>
                  </a:lnTo>
                  <a:lnTo>
                    <a:pt x="7993" y="280485"/>
                  </a:lnTo>
                  <a:lnTo>
                    <a:pt x="80" y="324929"/>
                  </a:lnTo>
                  <a:lnTo>
                    <a:pt x="0" y="368310"/>
                  </a:lnTo>
                  <a:lnTo>
                    <a:pt x="8871" y="410476"/>
                  </a:lnTo>
                  <a:lnTo>
                    <a:pt x="51897" y="476262"/>
                  </a:lnTo>
                  <a:lnTo>
                    <a:pt x="85941" y="507785"/>
                  </a:lnTo>
                  <a:lnTo>
                    <a:pt x="125766" y="538596"/>
                  </a:lnTo>
                  <a:lnTo>
                    <a:pt x="169442" y="568847"/>
                  </a:lnTo>
                  <a:lnTo>
                    <a:pt x="215039" y="598690"/>
                  </a:lnTo>
                  <a:lnTo>
                    <a:pt x="260627" y="628276"/>
                  </a:lnTo>
                  <a:lnTo>
                    <a:pt x="304277" y="657756"/>
                  </a:lnTo>
                  <a:lnTo>
                    <a:pt x="344059" y="687282"/>
                  </a:lnTo>
                  <a:lnTo>
                    <a:pt x="378043" y="717005"/>
                  </a:lnTo>
                  <a:lnTo>
                    <a:pt x="404298" y="747077"/>
                  </a:lnTo>
                  <a:lnTo>
                    <a:pt x="435553" y="797678"/>
                  </a:lnTo>
                  <a:lnTo>
                    <a:pt x="457609" y="848081"/>
                  </a:lnTo>
                  <a:lnTo>
                    <a:pt x="472118" y="898323"/>
                  </a:lnTo>
                  <a:lnTo>
                    <a:pt x="480730" y="948439"/>
                  </a:lnTo>
                  <a:lnTo>
                    <a:pt x="485099" y="998464"/>
                  </a:lnTo>
                  <a:lnTo>
                    <a:pt x="486874" y="104843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92636" y="3251410"/>
              <a:ext cx="100330" cy="86995"/>
            </a:xfrm>
            <a:custGeom>
              <a:avLst/>
              <a:gdLst/>
              <a:ahLst/>
              <a:cxnLst/>
              <a:rect l="l" t="t" r="r" b="b"/>
              <a:pathLst>
                <a:path w="100329" h="86995">
                  <a:moveTo>
                    <a:pt x="0" y="1701"/>
                  </a:moveTo>
                  <a:lnTo>
                    <a:pt x="51447" y="86563"/>
                  </a:lnTo>
                  <a:lnTo>
                    <a:pt x="99999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3351254" y="1835071"/>
            <a:ext cx="359410" cy="360680"/>
          </a:xfrm>
          <a:custGeom>
            <a:avLst/>
            <a:gdLst/>
            <a:ahLst/>
            <a:cxnLst/>
            <a:rect l="l" t="t" r="r" b="b"/>
            <a:pathLst>
              <a:path w="359410" h="360680">
                <a:moveTo>
                  <a:pt x="179442" y="360389"/>
                </a:moveTo>
                <a:lnTo>
                  <a:pt x="131718" y="353957"/>
                </a:lnTo>
                <a:lnTo>
                  <a:pt x="88846" y="335801"/>
                </a:lnTo>
                <a:lnTo>
                  <a:pt x="52534" y="307635"/>
                </a:lnTo>
                <a:lnTo>
                  <a:pt x="24485" y="271170"/>
                </a:lnTo>
                <a:lnTo>
                  <a:pt x="6405" y="228119"/>
                </a:lnTo>
                <a:lnTo>
                  <a:pt x="0" y="180194"/>
                </a:lnTo>
                <a:lnTo>
                  <a:pt x="6405" y="132270"/>
                </a:lnTo>
                <a:lnTo>
                  <a:pt x="24485" y="89219"/>
                </a:lnTo>
                <a:lnTo>
                  <a:pt x="52534" y="52754"/>
                </a:lnTo>
                <a:lnTo>
                  <a:pt x="88846" y="24587"/>
                </a:lnTo>
                <a:lnTo>
                  <a:pt x="131718" y="6432"/>
                </a:lnTo>
                <a:lnTo>
                  <a:pt x="179442" y="0"/>
                </a:lnTo>
                <a:lnTo>
                  <a:pt x="227167" y="6432"/>
                </a:lnTo>
                <a:lnTo>
                  <a:pt x="270038" y="24587"/>
                </a:lnTo>
                <a:lnTo>
                  <a:pt x="299473" y="47419"/>
                </a:lnTo>
                <a:lnTo>
                  <a:pt x="169998" y="47419"/>
                </a:lnTo>
                <a:lnTo>
                  <a:pt x="160730" y="49257"/>
                </a:lnTo>
                <a:lnTo>
                  <a:pt x="153234" y="54295"/>
                </a:lnTo>
                <a:lnTo>
                  <a:pt x="148217" y="61823"/>
                </a:lnTo>
                <a:lnTo>
                  <a:pt x="146387" y="71129"/>
                </a:lnTo>
                <a:lnTo>
                  <a:pt x="148217" y="80435"/>
                </a:lnTo>
                <a:lnTo>
                  <a:pt x="153234" y="87963"/>
                </a:lnTo>
                <a:lnTo>
                  <a:pt x="160730" y="93001"/>
                </a:lnTo>
                <a:lnTo>
                  <a:pt x="169998" y="94839"/>
                </a:lnTo>
                <a:lnTo>
                  <a:pt x="336760" y="94839"/>
                </a:lnTo>
                <a:lnTo>
                  <a:pt x="344725" y="113807"/>
                </a:lnTo>
                <a:lnTo>
                  <a:pt x="136943" y="113807"/>
                </a:lnTo>
                <a:lnTo>
                  <a:pt x="136943" y="142259"/>
                </a:lnTo>
                <a:lnTo>
                  <a:pt x="165276" y="142259"/>
                </a:lnTo>
                <a:lnTo>
                  <a:pt x="165276" y="284518"/>
                </a:lnTo>
                <a:lnTo>
                  <a:pt x="132220" y="284518"/>
                </a:lnTo>
                <a:lnTo>
                  <a:pt x="132220" y="312969"/>
                </a:lnTo>
                <a:lnTo>
                  <a:pt x="299473" y="312969"/>
                </a:lnTo>
                <a:lnTo>
                  <a:pt x="270038" y="335801"/>
                </a:lnTo>
                <a:lnTo>
                  <a:pt x="227167" y="353957"/>
                </a:lnTo>
                <a:lnTo>
                  <a:pt x="179442" y="360389"/>
                </a:lnTo>
                <a:close/>
              </a:path>
              <a:path w="359410" h="360680">
                <a:moveTo>
                  <a:pt x="336760" y="94839"/>
                </a:moveTo>
                <a:lnTo>
                  <a:pt x="169998" y="94839"/>
                </a:lnTo>
                <a:lnTo>
                  <a:pt x="179265" y="93001"/>
                </a:lnTo>
                <a:lnTo>
                  <a:pt x="186761" y="87963"/>
                </a:lnTo>
                <a:lnTo>
                  <a:pt x="191779" y="80435"/>
                </a:lnTo>
                <a:lnTo>
                  <a:pt x="193609" y="71129"/>
                </a:lnTo>
                <a:lnTo>
                  <a:pt x="191779" y="61823"/>
                </a:lnTo>
                <a:lnTo>
                  <a:pt x="186761" y="54295"/>
                </a:lnTo>
                <a:lnTo>
                  <a:pt x="179265" y="49257"/>
                </a:lnTo>
                <a:lnTo>
                  <a:pt x="169998" y="47419"/>
                </a:lnTo>
                <a:lnTo>
                  <a:pt x="299473" y="47419"/>
                </a:lnTo>
                <a:lnTo>
                  <a:pt x="306350" y="52754"/>
                </a:lnTo>
                <a:lnTo>
                  <a:pt x="334399" y="89219"/>
                </a:lnTo>
                <a:lnTo>
                  <a:pt x="336760" y="94839"/>
                </a:lnTo>
                <a:close/>
              </a:path>
              <a:path w="359410" h="360680">
                <a:moveTo>
                  <a:pt x="299473" y="312969"/>
                </a:moveTo>
                <a:lnTo>
                  <a:pt x="226664" y="312969"/>
                </a:lnTo>
                <a:lnTo>
                  <a:pt x="226664" y="284518"/>
                </a:lnTo>
                <a:lnTo>
                  <a:pt x="193609" y="284518"/>
                </a:lnTo>
                <a:lnTo>
                  <a:pt x="193609" y="113807"/>
                </a:lnTo>
                <a:lnTo>
                  <a:pt x="344725" y="113807"/>
                </a:lnTo>
                <a:lnTo>
                  <a:pt x="352479" y="132270"/>
                </a:lnTo>
                <a:lnTo>
                  <a:pt x="358885" y="180194"/>
                </a:lnTo>
                <a:lnTo>
                  <a:pt x="352479" y="228119"/>
                </a:lnTo>
                <a:lnTo>
                  <a:pt x="334399" y="271170"/>
                </a:lnTo>
                <a:lnTo>
                  <a:pt x="306350" y="307635"/>
                </a:lnTo>
                <a:lnTo>
                  <a:pt x="299473" y="3129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759051" y="1745979"/>
            <a:ext cx="20669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NodeRED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acts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50" dirty="0">
                <a:latin typeface="Calibri"/>
                <a:cs typeface="Calibri"/>
              </a:rPr>
              <a:t>a </a:t>
            </a:r>
            <a:r>
              <a:rPr sz="1600" i="1" dirty="0">
                <a:latin typeface="Calibri"/>
                <a:cs typeface="Calibri"/>
              </a:rPr>
              <a:t>subscriber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to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get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uplinks,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publisher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to </a:t>
            </a:r>
            <a:r>
              <a:rPr sz="1600" i="1" dirty="0">
                <a:latin typeface="Calibri"/>
                <a:cs typeface="Calibri"/>
              </a:rPr>
              <a:t>send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downlinks.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7" name="object 7">
            <a:extLst>
              <a:ext uri="{FF2B5EF4-FFF2-40B4-BE49-F238E27FC236}">
                <a16:creationId xmlns:a16="http://schemas.microsoft.com/office/drawing/2014/main" id="{DAFBA8F8-A45A-BB86-B0D4-B4CDA9F88F0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48" name="object 33">
            <a:extLst>
              <a:ext uri="{FF2B5EF4-FFF2-40B4-BE49-F238E27FC236}">
                <a16:creationId xmlns:a16="http://schemas.microsoft.com/office/drawing/2014/main" id="{8FCA2FEC-977E-E0D2-E5FD-AB193AC6FB7D}"/>
              </a:ext>
            </a:extLst>
          </p:cNvPr>
          <p:cNvSpPr txBox="1"/>
          <p:nvPr/>
        </p:nvSpPr>
        <p:spPr>
          <a:xfrm>
            <a:off x="76200" y="3465158"/>
            <a:ext cx="1158894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800" b="1" dirty="0">
                <a:solidFill>
                  <a:srgbClr val="00CC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 </a:t>
            </a:r>
            <a:r>
              <a:rPr kumimoji="0" lang="fr-MA" sz="2800" b="1" strike="noStrike" kern="0" cap="none" spc="-5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800" b="1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device</a:t>
            </a:r>
            <a:endParaRPr kumimoji="0" lang="fr-MA" sz="2800" b="0" strike="noStrike" kern="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6" y="1394289"/>
            <a:ext cx="2025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21207" y="2667761"/>
            <a:ext cx="1102360" cy="635635"/>
            <a:chOff x="3521207" y="2667761"/>
            <a:chExt cx="1102360" cy="635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252" y="2686811"/>
              <a:ext cx="1063751" cy="597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30732" y="2677286"/>
              <a:ext cx="1083310" cy="616585"/>
            </a:xfrm>
            <a:custGeom>
              <a:avLst/>
              <a:gdLst/>
              <a:ahLst/>
              <a:cxnLst/>
              <a:rect l="l" t="t" r="r" b="b"/>
              <a:pathLst>
                <a:path w="1083310" h="616585">
                  <a:moveTo>
                    <a:pt x="108610" y="0"/>
                  </a:moveTo>
                  <a:lnTo>
                    <a:pt x="974178" y="0"/>
                  </a:lnTo>
                  <a:lnTo>
                    <a:pt x="995680" y="2171"/>
                  </a:lnTo>
                  <a:lnTo>
                    <a:pt x="1034719" y="18592"/>
                  </a:lnTo>
                  <a:lnTo>
                    <a:pt x="1064196" y="48069"/>
                  </a:lnTo>
                  <a:lnTo>
                    <a:pt x="1080630" y="87122"/>
                  </a:lnTo>
                  <a:lnTo>
                    <a:pt x="1082802" y="108610"/>
                  </a:lnTo>
                  <a:lnTo>
                    <a:pt x="1082802" y="507847"/>
                  </a:lnTo>
                  <a:lnTo>
                    <a:pt x="1074267" y="549833"/>
                  </a:lnTo>
                  <a:lnTo>
                    <a:pt x="1050874" y="584530"/>
                  </a:lnTo>
                  <a:lnTo>
                    <a:pt x="1016177" y="607923"/>
                  </a:lnTo>
                  <a:lnTo>
                    <a:pt x="974178" y="616458"/>
                  </a:lnTo>
                  <a:lnTo>
                    <a:pt x="108610" y="616458"/>
                  </a:lnTo>
                  <a:lnTo>
                    <a:pt x="66611" y="607923"/>
                  </a:lnTo>
                  <a:lnTo>
                    <a:pt x="31915" y="584530"/>
                  </a:lnTo>
                  <a:lnTo>
                    <a:pt x="8521" y="549833"/>
                  </a:lnTo>
                  <a:lnTo>
                    <a:pt x="0" y="507847"/>
                  </a:lnTo>
                  <a:lnTo>
                    <a:pt x="0" y="108610"/>
                  </a:lnTo>
                  <a:lnTo>
                    <a:pt x="8521" y="66624"/>
                  </a:lnTo>
                  <a:lnTo>
                    <a:pt x="31915" y="31927"/>
                  </a:lnTo>
                  <a:lnTo>
                    <a:pt x="66611" y="8534"/>
                  </a:lnTo>
                  <a:lnTo>
                    <a:pt x="1086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2193803"/>
            <a:ext cx="1380490" cy="1696720"/>
          </a:xfrm>
          <a:custGeom>
            <a:avLst/>
            <a:gdLst/>
            <a:ahLst/>
            <a:cxnLst/>
            <a:rect l="l" t="t" r="r" b="b"/>
            <a:pathLst>
              <a:path w="1380490" h="1696720">
                <a:moveTo>
                  <a:pt x="0" y="0"/>
                </a:moveTo>
                <a:lnTo>
                  <a:pt x="1097280" y="0"/>
                </a:lnTo>
                <a:lnTo>
                  <a:pt x="1143136" y="3700"/>
                </a:lnTo>
                <a:lnTo>
                  <a:pt x="1186636" y="14412"/>
                </a:lnTo>
                <a:lnTo>
                  <a:pt x="1227198" y="31554"/>
                </a:lnTo>
                <a:lnTo>
                  <a:pt x="1264240" y="54544"/>
                </a:lnTo>
                <a:lnTo>
                  <a:pt x="1297181" y="82800"/>
                </a:lnTo>
                <a:lnTo>
                  <a:pt x="1325437" y="115741"/>
                </a:lnTo>
                <a:lnTo>
                  <a:pt x="1348427" y="152783"/>
                </a:lnTo>
                <a:lnTo>
                  <a:pt x="1365569" y="193345"/>
                </a:lnTo>
                <a:lnTo>
                  <a:pt x="1376281" y="236845"/>
                </a:lnTo>
                <a:lnTo>
                  <a:pt x="1379982" y="282701"/>
                </a:lnTo>
                <a:lnTo>
                  <a:pt x="1379982" y="1413497"/>
                </a:lnTo>
                <a:lnTo>
                  <a:pt x="1376281" y="1459353"/>
                </a:lnTo>
                <a:lnTo>
                  <a:pt x="1365569" y="1502855"/>
                </a:lnTo>
                <a:lnTo>
                  <a:pt x="1348427" y="1543418"/>
                </a:lnTo>
                <a:lnTo>
                  <a:pt x="1325437" y="1580462"/>
                </a:lnTo>
                <a:lnTo>
                  <a:pt x="1297181" y="1613404"/>
                </a:lnTo>
                <a:lnTo>
                  <a:pt x="1264240" y="1641662"/>
                </a:lnTo>
                <a:lnTo>
                  <a:pt x="1227198" y="1664654"/>
                </a:lnTo>
                <a:lnTo>
                  <a:pt x="1186636" y="1681798"/>
                </a:lnTo>
                <a:lnTo>
                  <a:pt x="1143136" y="1692511"/>
                </a:lnTo>
                <a:lnTo>
                  <a:pt x="1097280" y="1696212"/>
                </a:lnTo>
                <a:lnTo>
                  <a:pt x="0" y="169621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495044" y="2741287"/>
            <a:ext cx="1863725" cy="171450"/>
            <a:chOff x="1495044" y="2741287"/>
            <a:chExt cx="1863725" cy="171450"/>
          </a:xfrm>
        </p:grpSpPr>
        <p:sp>
          <p:nvSpPr>
            <p:cNvPr id="11" name="object 11"/>
            <p:cNvSpPr/>
            <p:nvPr/>
          </p:nvSpPr>
          <p:spPr>
            <a:xfrm>
              <a:off x="1495044" y="2827019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7235" y="2741287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93306" y="2499958"/>
            <a:ext cx="1230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(uplink)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44753" y="3140290"/>
            <a:ext cx="1943100" cy="171450"/>
            <a:chOff x="1444753" y="3140290"/>
            <a:chExt cx="1943100" cy="171450"/>
          </a:xfrm>
        </p:grpSpPr>
        <p:sp>
          <p:nvSpPr>
            <p:cNvPr id="15" name="object 15"/>
            <p:cNvSpPr/>
            <p:nvPr/>
          </p:nvSpPr>
          <p:spPr>
            <a:xfrm>
              <a:off x="1587624" y="3225806"/>
              <a:ext cx="1771650" cy="12700"/>
            </a:xfrm>
            <a:custGeom>
              <a:avLst/>
              <a:gdLst/>
              <a:ahLst/>
              <a:cxnLst/>
              <a:rect l="l" t="t" r="r" b="b"/>
              <a:pathLst>
                <a:path w="1771650" h="12700">
                  <a:moveTo>
                    <a:pt x="1771434" y="12661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4753" y="3140290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72059" y="0"/>
                  </a:moveTo>
                  <a:lnTo>
                    <a:pt x="0" y="84493"/>
                  </a:lnTo>
                  <a:lnTo>
                    <a:pt x="170827" y="171450"/>
                  </a:lnTo>
                  <a:lnTo>
                    <a:pt x="172059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25741" y="2920214"/>
            <a:ext cx="1486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(downlink)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63696" y="2667761"/>
            <a:ext cx="1100455" cy="658495"/>
            <a:chOff x="6663696" y="2667761"/>
            <a:chExt cx="1100455" cy="65849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2740" y="2686811"/>
              <a:ext cx="1062227" cy="6202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73221" y="2677286"/>
              <a:ext cx="1081405" cy="639445"/>
            </a:xfrm>
            <a:custGeom>
              <a:avLst/>
              <a:gdLst/>
              <a:ahLst/>
              <a:cxnLst/>
              <a:rect l="l" t="t" r="r" b="b"/>
              <a:pathLst>
                <a:path w="1081404" h="639445">
                  <a:moveTo>
                    <a:pt x="112420" y="0"/>
                  </a:moveTo>
                  <a:lnTo>
                    <a:pt x="968844" y="0"/>
                  </a:lnTo>
                  <a:lnTo>
                    <a:pt x="991107" y="2247"/>
                  </a:lnTo>
                  <a:lnTo>
                    <a:pt x="1031519" y="19253"/>
                  </a:lnTo>
                  <a:lnTo>
                    <a:pt x="1062024" y="49745"/>
                  </a:lnTo>
                  <a:lnTo>
                    <a:pt x="1079030" y="90157"/>
                  </a:lnTo>
                  <a:lnTo>
                    <a:pt x="1081277" y="112420"/>
                  </a:lnTo>
                  <a:lnTo>
                    <a:pt x="1081277" y="526897"/>
                  </a:lnTo>
                  <a:lnTo>
                    <a:pt x="1072438" y="570369"/>
                  </a:lnTo>
                  <a:lnTo>
                    <a:pt x="1048232" y="606285"/>
                  </a:lnTo>
                  <a:lnTo>
                    <a:pt x="1012329" y="630491"/>
                  </a:lnTo>
                  <a:lnTo>
                    <a:pt x="968844" y="639318"/>
                  </a:lnTo>
                  <a:lnTo>
                    <a:pt x="112420" y="639318"/>
                  </a:lnTo>
                  <a:lnTo>
                    <a:pt x="68935" y="630491"/>
                  </a:lnTo>
                  <a:lnTo>
                    <a:pt x="33032" y="606285"/>
                  </a:lnTo>
                  <a:lnTo>
                    <a:pt x="8826" y="570369"/>
                  </a:lnTo>
                  <a:lnTo>
                    <a:pt x="0" y="526897"/>
                  </a:lnTo>
                  <a:lnTo>
                    <a:pt x="0" y="112420"/>
                  </a:lnTo>
                  <a:lnTo>
                    <a:pt x="8826" y="68948"/>
                  </a:lnTo>
                  <a:lnTo>
                    <a:pt x="33032" y="33032"/>
                  </a:lnTo>
                  <a:lnTo>
                    <a:pt x="68935" y="8826"/>
                  </a:lnTo>
                  <a:lnTo>
                    <a:pt x="11242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93605" y="2429633"/>
            <a:ext cx="1092200" cy="1101090"/>
            <a:chOff x="9793605" y="2429633"/>
            <a:chExt cx="1092200" cy="1101090"/>
          </a:xfrm>
        </p:grpSpPr>
        <p:sp>
          <p:nvSpPr>
            <p:cNvPr id="22" name="object 22"/>
            <p:cNvSpPr/>
            <p:nvPr/>
          </p:nvSpPr>
          <p:spPr>
            <a:xfrm>
              <a:off x="9803130" y="2439158"/>
              <a:ext cx="1073150" cy="1082040"/>
            </a:xfrm>
            <a:custGeom>
              <a:avLst/>
              <a:gdLst/>
              <a:ahLst/>
              <a:cxnLst/>
              <a:rect l="l" t="t" r="r" b="b"/>
              <a:pathLst>
                <a:path w="1073150" h="1082039">
                  <a:moveTo>
                    <a:pt x="0" y="131165"/>
                  </a:moveTo>
                  <a:lnTo>
                    <a:pt x="10307" y="80110"/>
                  </a:lnTo>
                  <a:lnTo>
                    <a:pt x="38417" y="38417"/>
                  </a:lnTo>
                  <a:lnTo>
                    <a:pt x="80110" y="10307"/>
                  </a:lnTo>
                  <a:lnTo>
                    <a:pt x="131165" y="0"/>
                  </a:lnTo>
                  <a:lnTo>
                    <a:pt x="941730" y="0"/>
                  </a:lnTo>
                  <a:lnTo>
                    <a:pt x="992785" y="10307"/>
                  </a:lnTo>
                  <a:lnTo>
                    <a:pt x="1034478" y="38417"/>
                  </a:lnTo>
                  <a:lnTo>
                    <a:pt x="1062588" y="80110"/>
                  </a:lnTo>
                  <a:lnTo>
                    <a:pt x="1072896" y="131165"/>
                  </a:lnTo>
                  <a:lnTo>
                    <a:pt x="1072896" y="950887"/>
                  </a:lnTo>
                  <a:lnTo>
                    <a:pt x="1062588" y="1001935"/>
                  </a:lnTo>
                  <a:lnTo>
                    <a:pt x="1034478" y="1043624"/>
                  </a:lnTo>
                  <a:lnTo>
                    <a:pt x="992785" y="1071732"/>
                  </a:lnTo>
                  <a:lnTo>
                    <a:pt x="941730" y="1082039"/>
                  </a:lnTo>
                  <a:lnTo>
                    <a:pt x="131165" y="1082039"/>
                  </a:lnTo>
                  <a:lnTo>
                    <a:pt x="80110" y="1071732"/>
                  </a:lnTo>
                  <a:lnTo>
                    <a:pt x="38417" y="1043624"/>
                  </a:lnTo>
                  <a:lnTo>
                    <a:pt x="10307" y="1001935"/>
                  </a:lnTo>
                  <a:lnTo>
                    <a:pt x="0" y="950887"/>
                  </a:lnTo>
                  <a:lnTo>
                    <a:pt x="0" y="13116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2096" y="2517647"/>
              <a:ext cx="859534" cy="915923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710684" y="2893687"/>
            <a:ext cx="1863725" cy="171450"/>
            <a:chOff x="4710684" y="2893687"/>
            <a:chExt cx="1863725" cy="171450"/>
          </a:xfrm>
        </p:grpSpPr>
        <p:sp>
          <p:nvSpPr>
            <p:cNvPr id="25" name="object 25"/>
            <p:cNvSpPr/>
            <p:nvPr/>
          </p:nvSpPr>
          <p:spPr>
            <a:xfrm>
              <a:off x="4710684" y="2979419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02875" y="2893687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08576" y="2652563"/>
            <a:ext cx="1085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Data</a:t>
            </a: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to</a:t>
            </a:r>
            <a:r>
              <a:rPr sz="1600" b="1" i="1" spc="-4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595958"/>
                </a:solidFill>
                <a:latin typeface="Calibri"/>
                <a:cs typeface="Calibri"/>
              </a:rPr>
              <a:t>save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851647" y="2910451"/>
            <a:ext cx="1863725" cy="171450"/>
            <a:chOff x="7851647" y="2910451"/>
            <a:chExt cx="1863725" cy="171450"/>
          </a:xfrm>
        </p:grpSpPr>
        <p:sp>
          <p:nvSpPr>
            <p:cNvPr id="29" name="object 29"/>
            <p:cNvSpPr/>
            <p:nvPr/>
          </p:nvSpPr>
          <p:spPr>
            <a:xfrm>
              <a:off x="7851647" y="2996184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543838" y="2910451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50019" y="2669234"/>
            <a:ext cx="1300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Data</a:t>
            </a: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to</a:t>
            </a:r>
            <a:r>
              <a:rPr sz="1600" b="1" i="1" spc="-4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display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41014" y="3745217"/>
            <a:ext cx="7335520" cy="287020"/>
          </a:xfrm>
          <a:custGeom>
            <a:avLst/>
            <a:gdLst/>
            <a:ahLst/>
            <a:cxnLst/>
            <a:rect l="l" t="t" r="r" b="b"/>
            <a:pathLst>
              <a:path w="7335520" h="287020">
                <a:moveTo>
                  <a:pt x="7335011" y="12"/>
                </a:moveTo>
                <a:lnTo>
                  <a:pt x="7327508" y="38096"/>
                </a:lnTo>
                <a:lnTo>
                  <a:pt x="7306333" y="72318"/>
                </a:lnTo>
                <a:lnTo>
                  <a:pt x="7273488" y="101311"/>
                </a:lnTo>
                <a:lnTo>
                  <a:pt x="7230975" y="123710"/>
                </a:lnTo>
                <a:lnTo>
                  <a:pt x="7180796" y="138151"/>
                </a:lnTo>
                <a:lnTo>
                  <a:pt x="7124954" y="143268"/>
                </a:lnTo>
                <a:lnTo>
                  <a:pt x="3859580" y="143268"/>
                </a:lnTo>
                <a:lnTo>
                  <a:pt x="3803743" y="148385"/>
                </a:lnTo>
                <a:lnTo>
                  <a:pt x="3753568" y="162826"/>
                </a:lnTo>
                <a:lnTo>
                  <a:pt x="3711057" y="185226"/>
                </a:lnTo>
                <a:lnTo>
                  <a:pt x="3678213" y="214219"/>
                </a:lnTo>
                <a:lnTo>
                  <a:pt x="3657038" y="248440"/>
                </a:lnTo>
                <a:lnTo>
                  <a:pt x="3649535" y="286524"/>
                </a:lnTo>
                <a:lnTo>
                  <a:pt x="3642031" y="248440"/>
                </a:lnTo>
                <a:lnTo>
                  <a:pt x="3620854" y="214219"/>
                </a:lnTo>
                <a:lnTo>
                  <a:pt x="3588007" y="185226"/>
                </a:lnTo>
                <a:lnTo>
                  <a:pt x="3545493" y="162826"/>
                </a:lnTo>
                <a:lnTo>
                  <a:pt x="3495315" y="148385"/>
                </a:lnTo>
                <a:lnTo>
                  <a:pt x="3439477" y="143268"/>
                </a:lnTo>
                <a:lnTo>
                  <a:pt x="210057" y="143268"/>
                </a:lnTo>
                <a:lnTo>
                  <a:pt x="154215" y="138150"/>
                </a:lnTo>
                <a:lnTo>
                  <a:pt x="104036" y="123707"/>
                </a:lnTo>
                <a:lnTo>
                  <a:pt x="61523" y="101304"/>
                </a:lnTo>
                <a:lnTo>
                  <a:pt x="28678" y="72308"/>
                </a:lnTo>
                <a:lnTo>
                  <a:pt x="7503" y="38085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932642" y="4076070"/>
            <a:ext cx="2536825" cy="584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How</a:t>
            </a:r>
            <a:r>
              <a:rPr sz="1600" b="1" i="1" spc="-30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to</a:t>
            </a:r>
            <a:r>
              <a:rPr sz="1600" b="1" i="1" spc="-5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install</a:t>
            </a:r>
            <a:r>
              <a:rPr sz="1600" b="1" i="1" spc="-3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these</a:t>
            </a:r>
            <a:r>
              <a:rPr sz="1600" b="1" i="1" spc="-3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services</a:t>
            </a:r>
            <a:r>
              <a:rPr sz="1600" b="1" i="1" spc="-3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767171"/>
                </a:solidFill>
                <a:latin typeface="Calibri"/>
                <a:cs typeface="Calibri"/>
              </a:rPr>
              <a:t>?</a:t>
            </a:r>
            <a:endParaRPr sz="1600" dirty="0">
              <a:latin typeface="Calibri"/>
              <a:cs typeface="Calibri"/>
            </a:endParaRPr>
          </a:p>
          <a:p>
            <a:pPr marL="587375">
              <a:lnSpc>
                <a:spcPct val="100000"/>
              </a:lnSpc>
              <a:spcBef>
                <a:spcPts val="90"/>
              </a:spcBef>
            </a:pPr>
            <a:r>
              <a:rPr sz="2000" b="1" i="1" dirty="0">
                <a:latin typeface="Calibri"/>
                <a:cs typeface="Calibri"/>
              </a:rPr>
              <a:t>With</a:t>
            </a:r>
            <a:r>
              <a:rPr sz="2000" b="1" i="1" spc="-8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Docker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!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82740" y="4529328"/>
            <a:ext cx="1121663" cy="64152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521747" y="5335023"/>
            <a:ext cx="3375025" cy="852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Where</a:t>
            </a:r>
            <a:r>
              <a:rPr sz="1600" b="1" i="1" spc="-2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can</a:t>
            </a:r>
            <a:r>
              <a:rPr sz="1600" b="1" i="1" spc="-2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we</a:t>
            </a:r>
            <a:r>
              <a:rPr sz="1600" b="1" i="1" spc="-30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set</a:t>
            </a:r>
            <a:r>
              <a:rPr sz="1600" b="1" i="1" spc="-3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up</a:t>
            </a:r>
            <a:r>
              <a:rPr sz="1600" b="1" i="1" spc="-2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this</a:t>
            </a:r>
            <a:r>
              <a:rPr sz="1600" b="1" i="1" spc="-50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IoT</a:t>
            </a:r>
            <a:r>
              <a:rPr sz="1600" b="1" i="1" spc="-30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767171"/>
                </a:solidFill>
                <a:latin typeface="Calibri"/>
                <a:cs typeface="Calibri"/>
              </a:rPr>
              <a:t>platform</a:t>
            </a:r>
            <a:r>
              <a:rPr sz="1600" b="1" i="1" spc="-5" dirty="0">
                <a:solidFill>
                  <a:srgbClr val="767171"/>
                </a:solidFill>
                <a:latin typeface="Calibri"/>
                <a:cs typeface="Calibri"/>
              </a:rPr>
              <a:t> </a:t>
            </a:r>
            <a:r>
              <a:rPr sz="1600" b="1" i="1" spc="-50" dirty="0">
                <a:solidFill>
                  <a:srgbClr val="767171"/>
                </a:solidFill>
                <a:latin typeface="Calibri"/>
                <a:cs typeface="Calibri"/>
              </a:rPr>
              <a:t>?</a:t>
            </a:r>
            <a:endParaRPr sz="1600" dirty="0">
              <a:latin typeface="Calibri"/>
              <a:cs typeface="Calibri"/>
            </a:endParaRPr>
          </a:p>
          <a:p>
            <a:pPr marL="120014" algn="ctr">
              <a:lnSpc>
                <a:spcPts val="2235"/>
              </a:lnSpc>
              <a:spcBef>
                <a:spcPts val="120"/>
              </a:spcBef>
            </a:pPr>
            <a:r>
              <a:rPr sz="2000" b="1" i="1" dirty="0">
                <a:latin typeface="Calibri"/>
                <a:cs typeface="Calibri"/>
              </a:rPr>
              <a:t>Anywhere</a:t>
            </a:r>
            <a:r>
              <a:rPr sz="2000" b="1" i="1" spc="-8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!</a:t>
            </a:r>
            <a:endParaRPr sz="2000" dirty="0">
              <a:latin typeface="Calibri"/>
              <a:cs typeface="Calibri"/>
            </a:endParaRPr>
          </a:p>
          <a:p>
            <a:pPr marL="161290" algn="ctr">
              <a:lnSpc>
                <a:spcPts val="2235"/>
              </a:lnSpc>
            </a:pP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000" b="1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case: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fr-MA"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Raspberry pi</a:t>
            </a:r>
            <a:endParaRPr sz="20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36" name="object 7">
            <a:extLst>
              <a:ext uri="{FF2B5EF4-FFF2-40B4-BE49-F238E27FC236}">
                <a16:creationId xmlns:a16="http://schemas.microsoft.com/office/drawing/2014/main" id="{4DB8FBC1-763E-C177-342B-3F081453D74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37" name="object 33">
            <a:extLst>
              <a:ext uri="{FF2B5EF4-FFF2-40B4-BE49-F238E27FC236}">
                <a16:creationId xmlns:a16="http://schemas.microsoft.com/office/drawing/2014/main" id="{250DDB62-40CF-CED9-EC34-CB137EA0840B}"/>
              </a:ext>
            </a:extLst>
          </p:cNvPr>
          <p:cNvSpPr txBox="1"/>
          <p:nvPr/>
        </p:nvSpPr>
        <p:spPr>
          <a:xfrm>
            <a:off x="127616" y="2536630"/>
            <a:ext cx="1158894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800" b="1" dirty="0">
                <a:solidFill>
                  <a:srgbClr val="00CC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 </a:t>
            </a:r>
            <a:r>
              <a:rPr kumimoji="0" lang="fr-MA" sz="2800" b="1" strike="noStrike" kern="0" cap="none" spc="-5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800" b="1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device</a:t>
            </a:r>
            <a:endParaRPr kumimoji="0" lang="fr-MA" sz="2800" b="0" strike="noStrike" kern="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6" y="1394289"/>
            <a:ext cx="202501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21207" y="2667761"/>
            <a:ext cx="1102360" cy="635635"/>
            <a:chOff x="3521207" y="2667761"/>
            <a:chExt cx="1102360" cy="6356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252" y="2686811"/>
              <a:ext cx="1063751" cy="597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30732" y="2677286"/>
              <a:ext cx="1083310" cy="616585"/>
            </a:xfrm>
            <a:custGeom>
              <a:avLst/>
              <a:gdLst/>
              <a:ahLst/>
              <a:cxnLst/>
              <a:rect l="l" t="t" r="r" b="b"/>
              <a:pathLst>
                <a:path w="1083310" h="616585">
                  <a:moveTo>
                    <a:pt x="108610" y="0"/>
                  </a:moveTo>
                  <a:lnTo>
                    <a:pt x="974178" y="0"/>
                  </a:lnTo>
                  <a:lnTo>
                    <a:pt x="995680" y="2171"/>
                  </a:lnTo>
                  <a:lnTo>
                    <a:pt x="1034719" y="18592"/>
                  </a:lnTo>
                  <a:lnTo>
                    <a:pt x="1064196" y="48069"/>
                  </a:lnTo>
                  <a:lnTo>
                    <a:pt x="1080630" y="87122"/>
                  </a:lnTo>
                  <a:lnTo>
                    <a:pt x="1082802" y="108610"/>
                  </a:lnTo>
                  <a:lnTo>
                    <a:pt x="1082802" y="507847"/>
                  </a:lnTo>
                  <a:lnTo>
                    <a:pt x="1074267" y="549833"/>
                  </a:lnTo>
                  <a:lnTo>
                    <a:pt x="1050874" y="584530"/>
                  </a:lnTo>
                  <a:lnTo>
                    <a:pt x="1016177" y="607923"/>
                  </a:lnTo>
                  <a:lnTo>
                    <a:pt x="974178" y="616458"/>
                  </a:lnTo>
                  <a:lnTo>
                    <a:pt x="108610" y="616458"/>
                  </a:lnTo>
                  <a:lnTo>
                    <a:pt x="66611" y="607923"/>
                  </a:lnTo>
                  <a:lnTo>
                    <a:pt x="31915" y="584530"/>
                  </a:lnTo>
                  <a:lnTo>
                    <a:pt x="8521" y="549833"/>
                  </a:lnTo>
                  <a:lnTo>
                    <a:pt x="0" y="507847"/>
                  </a:lnTo>
                  <a:lnTo>
                    <a:pt x="0" y="108610"/>
                  </a:lnTo>
                  <a:lnTo>
                    <a:pt x="8521" y="66624"/>
                  </a:lnTo>
                  <a:lnTo>
                    <a:pt x="31915" y="31927"/>
                  </a:lnTo>
                  <a:lnTo>
                    <a:pt x="66611" y="8534"/>
                  </a:lnTo>
                  <a:lnTo>
                    <a:pt x="1086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0" y="2193803"/>
            <a:ext cx="1380490" cy="1696720"/>
          </a:xfrm>
          <a:custGeom>
            <a:avLst/>
            <a:gdLst/>
            <a:ahLst/>
            <a:cxnLst/>
            <a:rect l="l" t="t" r="r" b="b"/>
            <a:pathLst>
              <a:path w="1380490" h="1696720">
                <a:moveTo>
                  <a:pt x="0" y="0"/>
                </a:moveTo>
                <a:lnTo>
                  <a:pt x="1097280" y="0"/>
                </a:lnTo>
                <a:lnTo>
                  <a:pt x="1143136" y="3700"/>
                </a:lnTo>
                <a:lnTo>
                  <a:pt x="1186636" y="14412"/>
                </a:lnTo>
                <a:lnTo>
                  <a:pt x="1227198" y="31554"/>
                </a:lnTo>
                <a:lnTo>
                  <a:pt x="1264240" y="54544"/>
                </a:lnTo>
                <a:lnTo>
                  <a:pt x="1297181" y="82800"/>
                </a:lnTo>
                <a:lnTo>
                  <a:pt x="1325437" y="115741"/>
                </a:lnTo>
                <a:lnTo>
                  <a:pt x="1348427" y="152783"/>
                </a:lnTo>
                <a:lnTo>
                  <a:pt x="1365569" y="193345"/>
                </a:lnTo>
                <a:lnTo>
                  <a:pt x="1376281" y="236845"/>
                </a:lnTo>
                <a:lnTo>
                  <a:pt x="1379982" y="282701"/>
                </a:lnTo>
                <a:lnTo>
                  <a:pt x="1379982" y="1413497"/>
                </a:lnTo>
                <a:lnTo>
                  <a:pt x="1376281" y="1459353"/>
                </a:lnTo>
                <a:lnTo>
                  <a:pt x="1365569" y="1502855"/>
                </a:lnTo>
                <a:lnTo>
                  <a:pt x="1348427" y="1543418"/>
                </a:lnTo>
                <a:lnTo>
                  <a:pt x="1325437" y="1580462"/>
                </a:lnTo>
                <a:lnTo>
                  <a:pt x="1297181" y="1613404"/>
                </a:lnTo>
                <a:lnTo>
                  <a:pt x="1264240" y="1641662"/>
                </a:lnTo>
                <a:lnTo>
                  <a:pt x="1227198" y="1664654"/>
                </a:lnTo>
                <a:lnTo>
                  <a:pt x="1186636" y="1681798"/>
                </a:lnTo>
                <a:lnTo>
                  <a:pt x="1143136" y="1692511"/>
                </a:lnTo>
                <a:lnTo>
                  <a:pt x="1097280" y="1696212"/>
                </a:lnTo>
                <a:lnTo>
                  <a:pt x="0" y="169621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495044" y="2741287"/>
            <a:ext cx="1863725" cy="171450"/>
            <a:chOff x="1495044" y="2741287"/>
            <a:chExt cx="1863725" cy="171450"/>
          </a:xfrm>
        </p:grpSpPr>
        <p:sp>
          <p:nvSpPr>
            <p:cNvPr id="11" name="object 11"/>
            <p:cNvSpPr/>
            <p:nvPr/>
          </p:nvSpPr>
          <p:spPr>
            <a:xfrm>
              <a:off x="1495044" y="2827019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7235" y="2741287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93306" y="2499958"/>
            <a:ext cx="1230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(uplink)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44753" y="3140290"/>
            <a:ext cx="1943100" cy="171450"/>
            <a:chOff x="1444753" y="3140290"/>
            <a:chExt cx="1943100" cy="171450"/>
          </a:xfrm>
        </p:grpSpPr>
        <p:sp>
          <p:nvSpPr>
            <p:cNvPr id="15" name="object 15"/>
            <p:cNvSpPr/>
            <p:nvPr/>
          </p:nvSpPr>
          <p:spPr>
            <a:xfrm>
              <a:off x="1587624" y="3225806"/>
              <a:ext cx="1771650" cy="12700"/>
            </a:xfrm>
            <a:custGeom>
              <a:avLst/>
              <a:gdLst/>
              <a:ahLst/>
              <a:cxnLst/>
              <a:rect l="l" t="t" r="r" b="b"/>
              <a:pathLst>
                <a:path w="1771650" h="12700">
                  <a:moveTo>
                    <a:pt x="1771434" y="12661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44753" y="3140290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72059" y="0"/>
                  </a:moveTo>
                  <a:lnTo>
                    <a:pt x="0" y="84493"/>
                  </a:lnTo>
                  <a:lnTo>
                    <a:pt x="170827" y="171450"/>
                  </a:lnTo>
                  <a:lnTo>
                    <a:pt x="172059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25741" y="2920214"/>
            <a:ext cx="1486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MQTT</a:t>
            </a:r>
            <a:r>
              <a:rPr sz="1600" b="1" i="1" spc="-3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(downlink)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63696" y="2667761"/>
            <a:ext cx="1100455" cy="658495"/>
            <a:chOff x="6663696" y="2667761"/>
            <a:chExt cx="1100455" cy="65849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2740" y="2686811"/>
              <a:ext cx="1062227" cy="6202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73221" y="2677286"/>
              <a:ext cx="1081405" cy="639445"/>
            </a:xfrm>
            <a:custGeom>
              <a:avLst/>
              <a:gdLst/>
              <a:ahLst/>
              <a:cxnLst/>
              <a:rect l="l" t="t" r="r" b="b"/>
              <a:pathLst>
                <a:path w="1081404" h="639445">
                  <a:moveTo>
                    <a:pt x="112420" y="0"/>
                  </a:moveTo>
                  <a:lnTo>
                    <a:pt x="968844" y="0"/>
                  </a:lnTo>
                  <a:lnTo>
                    <a:pt x="991107" y="2247"/>
                  </a:lnTo>
                  <a:lnTo>
                    <a:pt x="1031519" y="19253"/>
                  </a:lnTo>
                  <a:lnTo>
                    <a:pt x="1062024" y="49745"/>
                  </a:lnTo>
                  <a:lnTo>
                    <a:pt x="1079030" y="90157"/>
                  </a:lnTo>
                  <a:lnTo>
                    <a:pt x="1081277" y="112420"/>
                  </a:lnTo>
                  <a:lnTo>
                    <a:pt x="1081277" y="526897"/>
                  </a:lnTo>
                  <a:lnTo>
                    <a:pt x="1072438" y="570369"/>
                  </a:lnTo>
                  <a:lnTo>
                    <a:pt x="1048232" y="606285"/>
                  </a:lnTo>
                  <a:lnTo>
                    <a:pt x="1012329" y="630491"/>
                  </a:lnTo>
                  <a:lnTo>
                    <a:pt x="968844" y="639318"/>
                  </a:lnTo>
                  <a:lnTo>
                    <a:pt x="112420" y="639318"/>
                  </a:lnTo>
                  <a:lnTo>
                    <a:pt x="68935" y="630491"/>
                  </a:lnTo>
                  <a:lnTo>
                    <a:pt x="33032" y="606285"/>
                  </a:lnTo>
                  <a:lnTo>
                    <a:pt x="8826" y="570369"/>
                  </a:lnTo>
                  <a:lnTo>
                    <a:pt x="0" y="526897"/>
                  </a:lnTo>
                  <a:lnTo>
                    <a:pt x="0" y="112420"/>
                  </a:lnTo>
                  <a:lnTo>
                    <a:pt x="8826" y="68948"/>
                  </a:lnTo>
                  <a:lnTo>
                    <a:pt x="33032" y="33032"/>
                  </a:lnTo>
                  <a:lnTo>
                    <a:pt x="68935" y="8826"/>
                  </a:lnTo>
                  <a:lnTo>
                    <a:pt x="11242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9793605" y="2429633"/>
            <a:ext cx="1092200" cy="1101090"/>
            <a:chOff x="9793605" y="2429633"/>
            <a:chExt cx="1092200" cy="1101090"/>
          </a:xfrm>
        </p:grpSpPr>
        <p:sp>
          <p:nvSpPr>
            <p:cNvPr id="22" name="object 22"/>
            <p:cNvSpPr/>
            <p:nvPr/>
          </p:nvSpPr>
          <p:spPr>
            <a:xfrm>
              <a:off x="9803130" y="2439158"/>
              <a:ext cx="1073150" cy="1082040"/>
            </a:xfrm>
            <a:custGeom>
              <a:avLst/>
              <a:gdLst/>
              <a:ahLst/>
              <a:cxnLst/>
              <a:rect l="l" t="t" r="r" b="b"/>
              <a:pathLst>
                <a:path w="1073150" h="1082039">
                  <a:moveTo>
                    <a:pt x="0" y="131165"/>
                  </a:moveTo>
                  <a:lnTo>
                    <a:pt x="10307" y="80110"/>
                  </a:lnTo>
                  <a:lnTo>
                    <a:pt x="38417" y="38417"/>
                  </a:lnTo>
                  <a:lnTo>
                    <a:pt x="80110" y="10307"/>
                  </a:lnTo>
                  <a:lnTo>
                    <a:pt x="131165" y="0"/>
                  </a:lnTo>
                  <a:lnTo>
                    <a:pt x="941730" y="0"/>
                  </a:lnTo>
                  <a:lnTo>
                    <a:pt x="992785" y="10307"/>
                  </a:lnTo>
                  <a:lnTo>
                    <a:pt x="1034478" y="38417"/>
                  </a:lnTo>
                  <a:lnTo>
                    <a:pt x="1062588" y="80110"/>
                  </a:lnTo>
                  <a:lnTo>
                    <a:pt x="1072896" y="131165"/>
                  </a:lnTo>
                  <a:lnTo>
                    <a:pt x="1072896" y="950887"/>
                  </a:lnTo>
                  <a:lnTo>
                    <a:pt x="1062588" y="1001935"/>
                  </a:lnTo>
                  <a:lnTo>
                    <a:pt x="1034478" y="1043624"/>
                  </a:lnTo>
                  <a:lnTo>
                    <a:pt x="992785" y="1071732"/>
                  </a:lnTo>
                  <a:lnTo>
                    <a:pt x="941730" y="1082039"/>
                  </a:lnTo>
                  <a:lnTo>
                    <a:pt x="131165" y="1082039"/>
                  </a:lnTo>
                  <a:lnTo>
                    <a:pt x="80110" y="1071732"/>
                  </a:lnTo>
                  <a:lnTo>
                    <a:pt x="38417" y="1043624"/>
                  </a:lnTo>
                  <a:lnTo>
                    <a:pt x="10307" y="1001935"/>
                  </a:lnTo>
                  <a:lnTo>
                    <a:pt x="0" y="950887"/>
                  </a:lnTo>
                  <a:lnTo>
                    <a:pt x="0" y="13116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2096" y="2517647"/>
              <a:ext cx="859534" cy="915923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710684" y="2893687"/>
            <a:ext cx="1863725" cy="171450"/>
            <a:chOff x="4710684" y="2893687"/>
            <a:chExt cx="1863725" cy="171450"/>
          </a:xfrm>
        </p:grpSpPr>
        <p:sp>
          <p:nvSpPr>
            <p:cNvPr id="25" name="object 25"/>
            <p:cNvSpPr/>
            <p:nvPr/>
          </p:nvSpPr>
          <p:spPr>
            <a:xfrm>
              <a:off x="4710684" y="2979419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02875" y="2893687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008576" y="2652563"/>
            <a:ext cx="1085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Data</a:t>
            </a: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to</a:t>
            </a:r>
            <a:r>
              <a:rPr sz="1600" b="1" i="1" spc="-4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595958"/>
                </a:solidFill>
                <a:latin typeface="Calibri"/>
                <a:cs typeface="Calibri"/>
              </a:rPr>
              <a:t>save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851647" y="2910451"/>
            <a:ext cx="1863725" cy="171450"/>
            <a:chOff x="7851647" y="2910451"/>
            <a:chExt cx="1863725" cy="171450"/>
          </a:xfrm>
        </p:grpSpPr>
        <p:sp>
          <p:nvSpPr>
            <p:cNvPr id="29" name="object 29"/>
            <p:cNvSpPr/>
            <p:nvPr/>
          </p:nvSpPr>
          <p:spPr>
            <a:xfrm>
              <a:off x="7851647" y="2996184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543838" y="2910451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150019" y="2669234"/>
            <a:ext cx="1300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Data</a:t>
            </a:r>
            <a:r>
              <a:rPr sz="1600" b="1" i="1" spc="-2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595958"/>
                </a:solidFill>
                <a:latin typeface="Calibri"/>
                <a:cs typeface="Calibri"/>
              </a:rPr>
              <a:t>to</a:t>
            </a:r>
            <a:r>
              <a:rPr sz="1600" b="1" i="1" spc="-4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595958"/>
                </a:solidFill>
                <a:latin typeface="Calibri"/>
                <a:cs typeface="Calibri"/>
              </a:rPr>
              <a:t>display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36118" y="4592662"/>
            <a:ext cx="422909" cy="574040"/>
          </a:xfrm>
          <a:custGeom>
            <a:avLst/>
            <a:gdLst/>
            <a:ahLst/>
            <a:cxnLst/>
            <a:rect l="l" t="t" r="r" b="b"/>
            <a:pathLst>
              <a:path w="422909" h="574039">
                <a:moveTo>
                  <a:pt x="422579" y="392734"/>
                </a:moveTo>
                <a:lnTo>
                  <a:pt x="411759" y="411784"/>
                </a:lnTo>
                <a:lnTo>
                  <a:pt x="381673" y="428371"/>
                </a:lnTo>
                <a:lnTo>
                  <a:pt x="377304" y="429628"/>
                </a:lnTo>
                <a:lnTo>
                  <a:pt x="377304" y="489419"/>
                </a:lnTo>
                <a:lnTo>
                  <a:pt x="377304" y="507542"/>
                </a:lnTo>
                <a:lnTo>
                  <a:pt x="371271" y="513588"/>
                </a:lnTo>
                <a:lnTo>
                  <a:pt x="353148" y="513588"/>
                </a:lnTo>
                <a:lnTo>
                  <a:pt x="347116" y="507542"/>
                </a:lnTo>
                <a:lnTo>
                  <a:pt x="347116" y="489419"/>
                </a:lnTo>
                <a:lnTo>
                  <a:pt x="353148" y="483374"/>
                </a:lnTo>
                <a:lnTo>
                  <a:pt x="371271" y="483374"/>
                </a:lnTo>
                <a:lnTo>
                  <a:pt x="377304" y="489419"/>
                </a:lnTo>
                <a:lnTo>
                  <a:pt x="377304" y="429628"/>
                </a:lnTo>
                <a:lnTo>
                  <a:pt x="335864" y="441464"/>
                </a:lnTo>
                <a:lnTo>
                  <a:pt x="277888" y="450062"/>
                </a:lnTo>
                <a:lnTo>
                  <a:pt x="211289" y="453161"/>
                </a:lnTo>
                <a:lnTo>
                  <a:pt x="144691" y="450062"/>
                </a:lnTo>
                <a:lnTo>
                  <a:pt x="86715" y="441464"/>
                </a:lnTo>
                <a:lnTo>
                  <a:pt x="40906" y="428371"/>
                </a:lnTo>
                <a:lnTo>
                  <a:pt x="10820" y="411784"/>
                </a:lnTo>
                <a:lnTo>
                  <a:pt x="0" y="392734"/>
                </a:lnTo>
                <a:lnTo>
                  <a:pt x="0" y="513588"/>
                </a:lnTo>
                <a:lnTo>
                  <a:pt x="40906" y="549211"/>
                </a:lnTo>
                <a:lnTo>
                  <a:pt x="86715" y="562305"/>
                </a:lnTo>
                <a:lnTo>
                  <a:pt x="144691" y="570915"/>
                </a:lnTo>
                <a:lnTo>
                  <a:pt x="211289" y="574001"/>
                </a:lnTo>
                <a:lnTo>
                  <a:pt x="277888" y="570915"/>
                </a:lnTo>
                <a:lnTo>
                  <a:pt x="335864" y="562305"/>
                </a:lnTo>
                <a:lnTo>
                  <a:pt x="381673" y="549211"/>
                </a:lnTo>
                <a:lnTo>
                  <a:pt x="411759" y="532625"/>
                </a:lnTo>
                <a:lnTo>
                  <a:pt x="422579" y="513588"/>
                </a:lnTo>
                <a:lnTo>
                  <a:pt x="422579" y="483374"/>
                </a:lnTo>
                <a:lnTo>
                  <a:pt x="422579" y="453161"/>
                </a:lnTo>
                <a:lnTo>
                  <a:pt x="422579" y="392734"/>
                </a:lnTo>
                <a:close/>
              </a:path>
              <a:path w="422909" h="574039">
                <a:moveTo>
                  <a:pt x="422579" y="241693"/>
                </a:moveTo>
                <a:lnTo>
                  <a:pt x="411759" y="260731"/>
                </a:lnTo>
                <a:lnTo>
                  <a:pt x="381673" y="277317"/>
                </a:lnTo>
                <a:lnTo>
                  <a:pt x="377304" y="278574"/>
                </a:lnTo>
                <a:lnTo>
                  <a:pt x="377304" y="338366"/>
                </a:lnTo>
                <a:lnTo>
                  <a:pt x="377304" y="356489"/>
                </a:lnTo>
                <a:lnTo>
                  <a:pt x="371271" y="362534"/>
                </a:lnTo>
                <a:lnTo>
                  <a:pt x="353148" y="362534"/>
                </a:lnTo>
                <a:lnTo>
                  <a:pt x="347116" y="356489"/>
                </a:lnTo>
                <a:lnTo>
                  <a:pt x="347116" y="338366"/>
                </a:lnTo>
                <a:lnTo>
                  <a:pt x="353148" y="332320"/>
                </a:lnTo>
                <a:lnTo>
                  <a:pt x="371271" y="332320"/>
                </a:lnTo>
                <a:lnTo>
                  <a:pt x="377304" y="338366"/>
                </a:lnTo>
                <a:lnTo>
                  <a:pt x="377304" y="278574"/>
                </a:lnTo>
                <a:lnTo>
                  <a:pt x="335864" y="290410"/>
                </a:lnTo>
                <a:lnTo>
                  <a:pt x="277888" y="299021"/>
                </a:lnTo>
                <a:lnTo>
                  <a:pt x="211289" y="302107"/>
                </a:lnTo>
                <a:lnTo>
                  <a:pt x="144691" y="299021"/>
                </a:lnTo>
                <a:lnTo>
                  <a:pt x="86715" y="290410"/>
                </a:lnTo>
                <a:lnTo>
                  <a:pt x="40906" y="277317"/>
                </a:lnTo>
                <a:lnTo>
                  <a:pt x="10820" y="260731"/>
                </a:lnTo>
                <a:lnTo>
                  <a:pt x="0" y="241693"/>
                </a:lnTo>
                <a:lnTo>
                  <a:pt x="0" y="362534"/>
                </a:lnTo>
                <a:lnTo>
                  <a:pt x="40906" y="398157"/>
                </a:lnTo>
                <a:lnTo>
                  <a:pt x="86715" y="411251"/>
                </a:lnTo>
                <a:lnTo>
                  <a:pt x="144691" y="419862"/>
                </a:lnTo>
                <a:lnTo>
                  <a:pt x="211289" y="422948"/>
                </a:lnTo>
                <a:lnTo>
                  <a:pt x="277888" y="419862"/>
                </a:lnTo>
                <a:lnTo>
                  <a:pt x="335864" y="411251"/>
                </a:lnTo>
                <a:lnTo>
                  <a:pt x="381673" y="398157"/>
                </a:lnTo>
                <a:lnTo>
                  <a:pt x="411759" y="381571"/>
                </a:lnTo>
                <a:lnTo>
                  <a:pt x="422579" y="362534"/>
                </a:lnTo>
                <a:lnTo>
                  <a:pt x="422579" y="332320"/>
                </a:lnTo>
                <a:lnTo>
                  <a:pt x="422579" y="302107"/>
                </a:lnTo>
                <a:lnTo>
                  <a:pt x="422579" y="241693"/>
                </a:lnTo>
                <a:close/>
              </a:path>
              <a:path w="422909" h="574039">
                <a:moveTo>
                  <a:pt x="422579" y="90639"/>
                </a:moveTo>
                <a:lnTo>
                  <a:pt x="411759" y="109677"/>
                </a:lnTo>
                <a:lnTo>
                  <a:pt x="381673" y="126263"/>
                </a:lnTo>
                <a:lnTo>
                  <a:pt x="377304" y="127520"/>
                </a:lnTo>
                <a:lnTo>
                  <a:pt x="377304" y="187312"/>
                </a:lnTo>
                <a:lnTo>
                  <a:pt x="377304" y="205435"/>
                </a:lnTo>
                <a:lnTo>
                  <a:pt x="371271" y="211480"/>
                </a:lnTo>
                <a:lnTo>
                  <a:pt x="353148" y="211480"/>
                </a:lnTo>
                <a:lnTo>
                  <a:pt x="347116" y="205435"/>
                </a:lnTo>
                <a:lnTo>
                  <a:pt x="347116" y="187312"/>
                </a:lnTo>
                <a:lnTo>
                  <a:pt x="353148" y="181267"/>
                </a:lnTo>
                <a:lnTo>
                  <a:pt x="371271" y="181267"/>
                </a:lnTo>
                <a:lnTo>
                  <a:pt x="377304" y="187312"/>
                </a:lnTo>
                <a:lnTo>
                  <a:pt x="377304" y="127520"/>
                </a:lnTo>
                <a:lnTo>
                  <a:pt x="335864" y="139357"/>
                </a:lnTo>
                <a:lnTo>
                  <a:pt x="277888" y="147967"/>
                </a:lnTo>
                <a:lnTo>
                  <a:pt x="211289" y="151053"/>
                </a:lnTo>
                <a:lnTo>
                  <a:pt x="144691" y="147967"/>
                </a:lnTo>
                <a:lnTo>
                  <a:pt x="86715" y="139357"/>
                </a:lnTo>
                <a:lnTo>
                  <a:pt x="40906" y="126263"/>
                </a:lnTo>
                <a:lnTo>
                  <a:pt x="10820" y="109677"/>
                </a:lnTo>
                <a:lnTo>
                  <a:pt x="0" y="90639"/>
                </a:lnTo>
                <a:lnTo>
                  <a:pt x="0" y="211480"/>
                </a:lnTo>
                <a:lnTo>
                  <a:pt x="40906" y="247103"/>
                </a:lnTo>
                <a:lnTo>
                  <a:pt x="86715" y="260197"/>
                </a:lnTo>
                <a:lnTo>
                  <a:pt x="144691" y="268808"/>
                </a:lnTo>
                <a:lnTo>
                  <a:pt x="211289" y="271894"/>
                </a:lnTo>
                <a:lnTo>
                  <a:pt x="277888" y="268808"/>
                </a:lnTo>
                <a:lnTo>
                  <a:pt x="335864" y="260197"/>
                </a:lnTo>
                <a:lnTo>
                  <a:pt x="381673" y="247103"/>
                </a:lnTo>
                <a:lnTo>
                  <a:pt x="411759" y="230517"/>
                </a:lnTo>
                <a:lnTo>
                  <a:pt x="422579" y="211480"/>
                </a:lnTo>
                <a:lnTo>
                  <a:pt x="422579" y="181267"/>
                </a:lnTo>
                <a:lnTo>
                  <a:pt x="422579" y="151053"/>
                </a:lnTo>
                <a:lnTo>
                  <a:pt x="422579" y="90639"/>
                </a:lnTo>
                <a:close/>
              </a:path>
              <a:path w="422909" h="574039">
                <a:moveTo>
                  <a:pt x="422579" y="60426"/>
                </a:moveTo>
                <a:lnTo>
                  <a:pt x="381812" y="24739"/>
                </a:lnTo>
                <a:lnTo>
                  <a:pt x="336080" y="11658"/>
                </a:lnTo>
                <a:lnTo>
                  <a:pt x="278079" y="3086"/>
                </a:lnTo>
                <a:lnTo>
                  <a:pt x="211289" y="0"/>
                </a:lnTo>
                <a:lnTo>
                  <a:pt x="144500" y="3086"/>
                </a:lnTo>
                <a:lnTo>
                  <a:pt x="86499" y="11658"/>
                </a:lnTo>
                <a:lnTo>
                  <a:pt x="40767" y="24739"/>
                </a:lnTo>
                <a:lnTo>
                  <a:pt x="10769" y="41325"/>
                </a:lnTo>
                <a:lnTo>
                  <a:pt x="0" y="60426"/>
                </a:lnTo>
                <a:lnTo>
                  <a:pt x="10769" y="79527"/>
                </a:lnTo>
                <a:lnTo>
                  <a:pt x="40767" y="96113"/>
                </a:lnTo>
                <a:lnTo>
                  <a:pt x="86499" y="109194"/>
                </a:lnTo>
                <a:lnTo>
                  <a:pt x="144500" y="117767"/>
                </a:lnTo>
                <a:lnTo>
                  <a:pt x="211289" y="120853"/>
                </a:lnTo>
                <a:lnTo>
                  <a:pt x="278079" y="117767"/>
                </a:lnTo>
                <a:lnTo>
                  <a:pt x="336080" y="109194"/>
                </a:lnTo>
                <a:lnTo>
                  <a:pt x="381812" y="96113"/>
                </a:lnTo>
                <a:lnTo>
                  <a:pt x="411810" y="79527"/>
                </a:lnTo>
                <a:lnTo>
                  <a:pt x="422579" y="60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267512" y="4578150"/>
            <a:ext cx="62738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b="1" i="1" spc="-10" dirty="0">
                <a:latin typeface="Calibri"/>
                <a:cs typeface="Calibri"/>
              </a:rPr>
              <a:t>Public Server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881410" y="4178134"/>
            <a:ext cx="422909" cy="574040"/>
          </a:xfrm>
          <a:custGeom>
            <a:avLst/>
            <a:gdLst/>
            <a:ahLst/>
            <a:cxnLst/>
            <a:rect l="l" t="t" r="r" b="b"/>
            <a:pathLst>
              <a:path w="422910" h="574039">
                <a:moveTo>
                  <a:pt x="422579" y="392734"/>
                </a:moveTo>
                <a:lnTo>
                  <a:pt x="411759" y="411784"/>
                </a:lnTo>
                <a:lnTo>
                  <a:pt x="381673" y="428358"/>
                </a:lnTo>
                <a:lnTo>
                  <a:pt x="377304" y="429615"/>
                </a:lnTo>
                <a:lnTo>
                  <a:pt x="377304" y="489419"/>
                </a:lnTo>
                <a:lnTo>
                  <a:pt x="377304" y="507542"/>
                </a:lnTo>
                <a:lnTo>
                  <a:pt x="371259" y="513588"/>
                </a:lnTo>
                <a:lnTo>
                  <a:pt x="353148" y="513588"/>
                </a:lnTo>
                <a:lnTo>
                  <a:pt x="347116" y="507542"/>
                </a:lnTo>
                <a:lnTo>
                  <a:pt x="347116" y="489419"/>
                </a:lnTo>
                <a:lnTo>
                  <a:pt x="353148" y="483374"/>
                </a:lnTo>
                <a:lnTo>
                  <a:pt x="371259" y="483374"/>
                </a:lnTo>
                <a:lnTo>
                  <a:pt x="377304" y="489419"/>
                </a:lnTo>
                <a:lnTo>
                  <a:pt x="377304" y="429615"/>
                </a:lnTo>
                <a:lnTo>
                  <a:pt x="335864" y="441464"/>
                </a:lnTo>
                <a:lnTo>
                  <a:pt x="277888" y="450062"/>
                </a:lnTo>
                <a:lnTo>
                  <a:pt x="211289" y="453161"/>
                </a:lnTo>
                <a:lnTo>
                  <a:pt x="144691" y="450062"/>
                </a:lnTo>
                <a:lnTo>
                  <a:pt x="86715" y="441464"/>
                </a:lnTo>
                <a:lnTo>
                  <a:pt x="40906" y="428358"/>
                </a:lnTo>
                <a:lnTo>
                  <a:pt x="10820" y="411784"/>
                </a:lnTo>
                <a:lnTo>
                  <a:pt x="0" y="392734"/>
                </a:lnTo>
                <a:lnTo>
                  <a:pt x="0" y="513588"/>
                </a:lnTo>
                <a:lnTo>
                  <a:pt x="40906" y="549211"/>
                </a:lnTo>
                <a:lnTo>
                  <a:pt x="86715" y="562305"/>
                </a:lnTo>
                <a:lnTo>
                  <a:pt x="144691" y="570903"/>
                </a:lnTo>
                <a:lnTo>
                  <a:pt x="211289" y="574001"/>
                </a:lnTo>
                <a:lnTo>
                  <a:pt x="277888" y="570903"/>
                </a:lnTo>
                <a:lnTo>
                  <a:pt x="335864" y="562305"/>
                </a:lnTo>
                <a:lnTo>
                  <a:pt x="381673" y="549211"/>
                </a:lnTo>
                <a:lnTo>
                  <a:pt x="411759" y="532625"/>
                </a:lnTo>
                <a:lnTo>
                  <a:pt x="422579" y="513588"/>
                </a:lnTo>
                <a:lnTo>
                  <a:pt x="422579" y="483374"/>
                </a:lnTo>
                <a:lnTo>
                  <a:pt x="422579" y="453161"/>
                </a:lnTo>
                <a:lnTo>
                  <a:pt x="422579" y="392734"/>
                </a:lnTo>
                <a:close/>
              </a:path>
              <a:path w="422910" h="574039">
                <a:moveTo>
                  <a:pt x="422579" y="241693"/>
                </a:moveTo>
                <a:lnTo>
                  <a:pt x="411759" y="260731"/>
                </a:lnTo>
                <a:lnTo>
                  <a:pt x="381673" y="277317"/>
                </a:lnTo>
                <a:lnTo>
                  <a:pt x="377304" y="278574"/>
                </a:lnTo>
                <a:lnTo>
                  <a:pt x="377304" y="338366"/>
                </a:lnTo>
                <a:lnTo>
                  <a:pt x="377304" y="356489"/>
                </a:lnTo>
                <a:lnTo>
                  <a:pt x="371271" y="362534"/>
                </a:lnTo>
                <a:lnTo>
                  <a:pt x="353148" y="362534"/>
                </a:lnTo>
                <a:lnTo>
                  <a:pt x="347116" y="356489"/>
                </a:lnTo>
                <a:lnTo>
                  <a:pt x="347116" y="338366"/>
                </a:lnTo>
                <a:lnTo>
                  <a:pt x="353148" y="332320"/>
                </a:lnTo>
                <a:lnTo>
                  <a:pt x="371271" y="332320"/>
                </a:lnTo>
                <a:lnTo>
                  <a:pt x="377304" y="338366"/>
                </a:lnTo>
                <a:lnTo>
                  <a:pt x="377304" y="278574"/>
                </a:lnTo>
                <a:lnTo>
                  <a:pt x="335864" y="290410"/>
                </a:lnTo>
                <a:lnTo>
                  <a:pt x="277888" y="299021"/>
                </a:lnTo>
                <a:lnTo>
                  <a:pt x="211289" y="302107"/>
                </a:lnTo>
                <a:lnTo>
                  <a:pt x="144691" y="299021"/>
                </a:lnTo>
                <a:lnTo>
                  <a:pt x="86715" y="290410"/>
                </a:lnTo>
                <a:lnTo>
                  <a:pt x="40906" y="277317"/>
                </a:lnTo>
                <a:lnTo>
                  <a:pt x="10820" y="260731"/>
                </a:lnTo>
                <a:lnTo>
                  <a:pt x="0" y="241693"/>
                </a:lnTo>
                <a:lnTo>
                  <a:pt x="0" y="362534"/>
                </a:lnTo>
                <a:lnTo>
                  <a:pt x="40906" y="398157"/>
                </a:lnTo>
                <a:lnTo>
                  <a:pt x="86715" y="411251"/>
                </a:lnTo>
                <a:lnTo>
                  <a:pt x="144691" y="419862"/>
                </a:lnTo>
                <a:lnTo>
                  <a:pt x="211289" y="422948"/>
                </a:lnTo>
                <a:lnTo>
                  <a:pt x="277888" y="419862"/>
                </a:lnTo>
                <a:lnTo>
                  <a:pt x="335864" y="411251"/>
                </a:lnTo>
                <a:lnTo>
                  <a:pt x="381673" y="398157"/>
                </a:lnTo>
                <a:lnTo>
                  <a:pt x="411759" y="381571"/>
                </a:lnTo>
                <a:lnTo>
                  <a:pt x="422579" y="362534"/>
                </a:lnTo>
                <a:lnTo>
                  <a:pt x="422579" y="332320"/>
                </a:lnTo>
                <a:lnTo>
                  <a:pt x="422579" y="302107"/>
                </a:lnTo>
                <a:lnTo>
                  <a:pt x="422579" y="241693"/>
                </a:lnTo>
                <a:close/>
              </a:path>
              <a:path w="422910" h="574039">
                <a:moveTo>
                  <a:pt x="422579" y="90639"/>
                </a:moveTo>
                <a:lnTo>
                  <a:pt x="411759" y="109677"/>
                </a:lnTo>
                <a:lnTo>
                  <a:pt x="381673" y="126263"/>
                </a:lnTo>
                <a:lnTo>
                  <a:pt x="377304" y="127520"/>
                </a:lnTo>
                <a:lnTo>
                  <a:pt x="377304" y="187312"/>
                </a:lnTo>
                <a:lnTo>
                  <a:pt x="377304" y="205435"/>
                </a:lnTo>
                <a:lnTo>
                  <a:pt x="371271" y="211480"/>
                </a:lnTo>
                <a:lnTo>
                  <a:pt x="353161" y="211480"/>
                </a:lnTo>
                <a:lnTo>
                  <a:pt x="347116" y="205435"/>
                </a:lnTo>
                <a:lnTo>
                  <a:pt x="347116" y="187312"/>
                </a:lnTo>
                <a:lnTo>
                  <a:pt x="353161" y="181267"/>
                </a:lnTo>
                <a:lnTo>
                  <a:pt x="371271" y="181267"/>
                </a:lnTo>
                <a:lnTo>
                  <a:pt x="377304" y="187312"/>
                </a:lnTo>
                <a:lnTo>
                  <a:pt x="377304" y="127520"/>
                </a:lnTo>
                <a:lnTo>
                  <a:pt x="335864" y="139357"/>
                </a:lnTo>
                <a:lnTo>
                  <a:pt x="277888" y="147967"/>
                </a:lnTo>
                <a:lnTo>
                  <a:pt x="211289" y="151053"/>
                </a:lnTo>
                <a:lnTo>
                  <a:pt x="144691" y="147967"/>
                </a:lnTo>
                <a:lnTo>
                  <a:pt x="86715" y="139357"/>
                </a:lnTo>
                <a:lnTo>
                  <a:pt x="40906" y="126263"/>
                </a:lnTo>
                <a:lnTo>
                  <a:pt x="10820" y="109677"/>
                </a:lnTo>
                <a:lnTo>
                  <a:pt x="0" y="90639"/>
                </a:lnTo>
                <a:lnTo>
                  <a:pt x="0" y="211480"/>
                </a:lnTo>
                <a:lnTo>
                  <a:pt x="40906" y="247103"/>
                </a:lnTo>
                <a:lnTo>
                  <a:pt x="86715" y="260197"/>
                </a:lnTo>
                <a:lnTo>
                  <a:pt x="144691" y="268808"/>
                </a:lnTo>
                <a:lnTo>
                  <a:pt x="211289" y="271894"/>
                </a:lnTo>
                <a:lnTo>
                  <a:pt x="277888" y="268808"/>
                </a:lnTo>
                <a:lnTo>
                  <a:pt x="335864" y="260197"/>
                </a:lnTo>
                <a:lnTo>
                  <a:pt x="381673" y="247103"/>
                </a:lnTo>
                <a:lnTo>
                  <a:pt x="411759" y="230517"/>
                </a:lnTo>
                <a:lnTo>
                  <a:pt x="422579" y="211480"/>
                </a:lnTo>
                <a:lnTo>
                  <a:pt x="422579" y="181267"/>
                </a:lnTo>
                <a:lnTo>
                  <a:pt x="422579" y="151053"/>
                </a:lnTo>
                <a:lnTo>
                  <a:pt x="422579" y="90639"/>
                </a:lnTo>
                <a:close/>
              </a:path>
              <a:path w="422910" h="574039">
                <a:moveTo>
                  <a:pt x="422579" y="60426"/>
                </a:moveTo>
                <a:lnTo>
                  <a:pt x="381812" y="24739"/>
                </a:lnTo>
                <a:lnTo>
                  <a:pt x="336080" y="11658"/>
                </a:lnTo>
                <a:lnTo>
                  <a:pt x="278079" y="3086"/>
                </a:lnTo>
                <a:lnTo>
                  <a:pt x="211289" y="0"/>
                </a:lnTo>
                <a:lnTo>
                  <a:pt x="144500" y="3086"/>
                </a:lnTo>
                <a:lnTo>
                  <a:pt x="86499" y="11658"/>
                </a:lnTo>
                <a:lnTo>
                  <a:pt x="40767" y="24739"/>
                </a:lnTo>
                <a:lnTo>
                  <a:pt x="10769" y="41325"/>
                </a:lnTo>
                <a:lnTo>
                  <a:pt x="0" y="60426"/>
                </a:lnTo>
                <a:lnTo>
                  <a:pt x="10769" y="79527"/>
                </a:lnTo>
                <a:lnTo>
                  <a:pt x="40767" y="96113"/>
                </a:lnTo>
                <a:lnTo>
                  <a:pt x="86499" y="109194"/>
                </a:lnTo>
                <a:lnTo>
                  <a:pt x="144500" y="117767"/>
                </a:lnTo>
                <a:lnTo>
                  <a:pt x="211289" y="120840"/>
                </a:lnTo>
                <a:lnTo>
                  <a:pt x="278079" y="117767"/>
                </a:lnTo>
                <a:lnTo>
                  <a:pt x="336080" y="109194"/>
                </a:lnTo>
                <a:lnTo>
                  <a:pt x="381812" y="96113"/>
                </a:lnTo>
                <a:lnTo>
                  <a:pt x="411810" y="79527"/>
                </a:lnTo>
                <a:lnTo>
                  <a:pt x="422579" y="60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412722" y="4163467"/>
            <a:ext cx="62738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b="1" i="1" spc="-10" dirty="0">
                <a:latin typeface="Calibri"/>
                <a:cs typeface="Calibri"/>
              </a:rPr>
              <a:t>Public Server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508530" y="4013390"/>
            <a:ext cx="422909" cy="573405"/>
          </a:xfrm>
          <a:custGeom>
            <a:avLst/>
            <a:gdLst/>
            <a:ahLst/>
            <a:cxnLst/>
            <a:rect l="l" t="t" r="r" b="b"/>
            <a:pathLst>
              <a:path w="422909" h="573404">
                <a:moveTo>
                  <a:pt x="422579" y="391922"/>
                </a:moveTo>
                <a:lnTo>
                  <a:pt x="411759" y="410921"/>
                </a:lnTo>
                <a:lnTo>
                  <a:pt x="381673" y="427469"/>
                </a:lnTo>
                <a:lnTo>
                  <a:pt x="377304" y="428726"/>
                </a:lnTo>
                <a:lnTo>
                  <a:pt x="377304" y="488391"/>
                </a:lnTo>
                <a:lnTo>
                  <a:pt x="377304" y="506476"/>
                </a:lnTo>
                <a:lnTo>
                  <a:pt x="371259" y="512508"/>
                </a:lnTo>
                <a:lnTo>
                  <a:pt x="353148" y="512508"/>
                </a:lnTo>
                <a:lnTo>
                  <a:pt x="347116" y="506476"/>
                </a:lnTo>
                <a:lnTo>
                  <a:pt x="347116" y="488391"/>
                </a:lnTo>
                <a:lnTo>
                  <a:pt x="353148" y="482358"/>
                </a:lnTo>
                <a:lnTo>
                  <a:pt x="371259" y="482358"/>
                </a:lnTo>
                <a:lnTo>
                  <a:pt x="377304" y="488391"/>
                </a:lnTo>
                <a:lnTo>
                  <a:pt x="377304" y="428726"/>
                </a:lnTo>
                <a:lnTo>
                  <a:pt x="335864" y="440537"/>
                </a:lnTo>
                <a:lnTo>
                  <a:pt x="277888" y="449122"/>
                </a:lnTo>
                <a:lnTo>
                  <a:pt x="211289" y="452221"/>
                </a:lnTo>
                <a:lnTo>
                  <a:pt x="144691" y="449122"/>
                </a:lnTo>
                <a:lnTo>
                  <a:pt x="86715" y="440537"/>
                </a:lnTo>
                <a:lnTo>
                  <a:pt x="40906" y="427469"/>
                </a:lnTo>
                <a:lnTo>
                  <a:pt x="10807" y="410921"/>
                </a:lnTo>
                <a:lnTo>
                  <a:pt x="0" y="391922"/>
                </a:lnTo>
                <a:lnTo>
                  <a:pt x="0" y="512508"/>
                </a:lnTo>
                <a:lnTo>
                  <a:pt x="40906" y="548055"/>
                </a:lnTo>
                <a:lnTo>
                  <a:pt x="86715" y="561136"/>
                </a:lnTo>
                <a:lnTo>
                  <a:pt x="144691" y="569722"/>
                </a:lnTo>
                <a:lnTo>
                  <a:pt x="211289" y="572808"/>
                </a:lnTo>
                <a:lnTo>
                  <a:pt x="277888" y="569722"/>
                </a:lnTo>
                <a:lnTo>
                  <a:pt x="335864" y="561136"/>
                </a:lnTo>
                <a:lnTo>
                  <a:pt x="381673" y="548055"/>
                </a:lnTo>
                <a:lnTo>
                  <a:pt x="411759" y="531520"/>
                </a:lnTo>
                <a:lnTo>
                  <a:pt x="422579" y="512508"/>
                </a:lnTo>
                <a:lnTo>
                  <a:pt x="422579" y="482358"/>
                </a:lnTo>
                <a:lnTo>
                  <a:pt x="422579" y="452221"/>
                </a:lnTo>
                <a:lnTo>
                  <a:pt x="422579" y="391922"/>
                </a:lnTo>
                <a:close/>
              </a:path>
              <a:path w="422909" h="573404">
                <a:moveTo>
                  <a:pt x="422579" y="241185"/>
                </a:moveTo>
                <a:lnTo>
                  <a:pt x="411759" y="260184"/>
                </a:lnTo>
                <a:lnTo>
                  <a:pt x="381673" y="276733"/>
                </a:lnTo>
                <a:lnTo>
                  <a:pt x="377304" y="277990"/>
                </a:lnTo>
                <a:lnTo>
                  <a:pt x="377304" y="337654"/>
                </a:lnTo>
                <a:lnTo>
                  <a:pt x="377304" y="355739"/>
                </a:lnTo>
                <a:lnTo>
                  <a:pt x="371259" y="361772"/>
                </a:lnTo>
                <a:lnTo>
                  <a:pt x="353148" y="361772"/>
                </a:lnTo>
                <a:lnTo>
                  <a:pt x="347116" y="355739"/>
                </a:lnTo>
                <a:lnTo>
                  <a:pt x="347116" y="337654"/>
                </a:lnTo>
                <a:lnTo>
                  <a:pt x="353148" y="331622"/>
                </a:lnTo>
                <a:lnTo>
                  <a:pt x="371259" y="331622"/>
                </a:lnTo>
                <a:lnTo>
                  <a:pt x="377304" y="337654"/>
                </a:lnTo>
                <a:lnTo>
                  <a:pt x="377304" y="277990"/>
                </a:lnTo>
                <a:lnTo>
                  <a:pt x="335864" y="289801"/>
                </a:lnTo>
                <a:lnTo>
                  <a:pt x="277888" y="298386"/>
                </a:lnTo>
                <a:lnTo>
                  <a:pt x="211289" y="301472"/>
                </a:lnTo>
                <a:lnTo>
                  <a:pt x="144691" y="298386"/>
                </a:lnTo>
                <a:lnTo>
                  <a:pt x="86715" y="289801"/>
                </a:lnTo>
                <a:lnTo>
                  <a:pt x="40906" y="276733"/>
                </a:lnTo>
                <a:lnTo>
                  <a:pt x="10820" y="260184"/>
                </a:lnTo>
                <a:lnTo>
                  <a:pt x="0" y="241185"/>
                </a:lnTo>
                <a:lnTo>
                  <a:pt x="0" y="361772"/>
                </a:lnTo>
                <a:lnTo>
                  <a:pt x="40906" y="397319"/>
                </a:lnTo>
                <a:lnTo>
                  <a:pt x="86715" y="410400"/>
                </a:lnTo>
                <a:lnTo>
                  <a:pt x="144691" y="418985"/>
                </a:lnTo>
                <a:lnTo>
                  <a:pt x="211289" y="422071"/>
                </a:lnTo>
                <a:lnTo>
                  <a:pt x="277888" y="418985"/>
                </a:lnTo>
                <a:lnTo>
                  <a:pt x="335864" y="410400"/>
                </a:lnTo>
                <a:lnTo>
                  <a:pt x="381673" y="397319"/>
                </a:lnTo>
                <a:lnTo>
                  <a:pt x="411759" y="380784"/>
                </a:lnTo>
                <a:lnTo>
                  <a:pt x="422579" y="361772"/>
                </a:lnTo>
                <a:lnTo>
                  <a:pt x="422579" y="331622"/>
                </a:lnTo>
                <a:lnTo>
                  <a:pt x="422579" y="301472"/>
                </a:lnTo>
                <a:lnTo>
                  <a:pt x="422579" y="241185"/>
                </a:lnTo>
                <a:close/>
              </a:path>
              <a:path w="422909" h="573404">
                <a:moveTo>
                  <a:pt x="422579" y="90449"/>
                </a:moveTo>
                <a:lnTo>
                  <a:pt x="411759" y="109448"/>
                </a:lnTo>
                <a:lnTo>
                  <a:pt x="381673" y="125996"/>
                </a:lnTo>
                <a:lnTo>
                  <a:pt x="377304" y="127254"/>
                </a:lnTo>
                <a:lnTo>
                  <a:pt x="377304" y="186918"/>
                </a:lnTo>
                <a:lnTo>
                  <a:pt x="377304" y="205003"/>
                </a:lnTo>
                <a:lnTo>
                  <a:pt x="371259" y="211035"/>
                </a:lnTo>
                <a:lnTo>
                  <a:pt x="353148" y="211035"/>
                </a:lnTo>
                <a:lnTo>
                  <a:pt x="347116" y="205003"/>
                </a:lnTo>
                <a:lnTo>
                  <a:pt x="347116" y="186918"/>
                </a:lnTo>
                <a:lnTo>
                  <a:pt x="353148" y="180886"/>
                </a:lnTo>
                <a:lnTo>
                  <a:pt x="371259" y="180886"/>
                </a:lnTo>
                <a:lnTo>
                  <a:pt x="377304" y="186918"/>
                </a:lnTo>
                <a:lnTo>
                  <a:pt x="377304" y="127254"/>
                </a:lnTo>
                <a:lnTo>
                  <a:pt x="335864" y="139065"/>
                </a:lnTo>
                <a:lnTo>
                  <a:pt x="277888" y="147650"/>
                </a:lnTo>
                <a:lnTo>
                  <a:pt x="211289" y="150736"/>
                </a:lnTo>
                <a:lnTo>
                  <a:pt x="144691" y="147650"/>
                </a:lnTo>
                <a:lnTo>
                  <a:pt x="86715" y="139065"/>
                </a:lnTo>
                <a:lnTo>
                  <a:pt x="40906" y="125996"/>
                </a:lnTo>
                <a:lnTo>
                  <a:pt x="10820" y="109448"/>
                </a:lnTo>
                <a:lnTo>
                  <a:pt x="0" y="90449"/>
                </a:lnTo>
                <a:lnTo>
                  <a:pt x="0" y="211035"/>
                </a:lnTo>
                <a:lnTo>
                  <a:pt x="40906" y="246583"/>
                </a:lnTo>
                <a:lnTo>
                  <a:pt x="86715" y="259651"/>
                </a:lnTo>
                <a:lnTo>
                  <a:pt x="144691" y="268236"/>
                </a:lnTo>
                <a:lnTo>
                  <a:pt x="211289" y="271335"/>
                </a:lnTo>
                <a:lnTo>
                  <a:pt x="277888" y="268236"/>
                </a:lnTo>
                <a:lnTo>
                  <a:pt x="335864" y="259651"/>
                </a:lnTo>
                <a:lnTo>
                  <a:pt x="381673" y="246583"/>
                </a:lnTo>
                <a:lnTo>
                  <a:pt x="411759" y="230035"/>
                </a:lnTo>
                <a:lnTo>
                  <a:pt x="422579" y="211035"/>
                </a:lnTo>
                <a:lnTo>
                  <a:pt x="422579" y="180886"/>
                </a:lnTo>
                <a:lnTo>
                  <a:pt x="422579" y="150736"/>
                </a:lnTo>
                <a:lnTo>
                  <a:pt x="422579" y="90449"/>
                </a:lnTo>
                <a:close/>
              </a:path>
              <a:path w="422909" h="573404">
                <a:moveTo>
                  <a:pt x="422579" y="60299"/>
                </a:moveTo>
                <a:lnTo>
                  <a:pt x="381812" y="24688"/>
                </a:lnTo>
                <a:lnTo>
                  <a:pt x="336080" y="11633"/>
                </a:lnTo>
                <a:lnTo>
                  <a:pt x="278079" y="3073"/>
                </a:lnTo>
                <a:lnTo>
                  <a:pt x="211289" y="0"/>
                </a:lnTo>
                <a:lnTo>
                  <a:pt x="144500" y="3073"/>
                </a:lnTo>
                <a:lnTo>
                  <a:pt x="86499" y="11633"/>
                </a:lnTo>
                <a:lnTo>
                  <a:pt x="40767" y="24688"/>
                </a:lnTo>
                <a:lnTo>
                  <a:pt x="10769" y="41236"/>
                </a:lnTo>
                <a:lnTo>
                  <a:pt x="0" y="60299"/>
                </a:lnTo>
                <a:lnTo>
                  <a:pt x="10769" y="79349"/>
                </a:lnTo>
                <a:lnTo>
                  <a:pt x="40767" y="95910"/>
                </a:lnTo>
                <a:lnTo>
                  <a:pt x="86499" y="108953"/>
                </a:lnTo>
                <a:lnTo>
                  <a:pt x="144500" y="117513"/>
                </a:lnTo>
                <a:lnTo>
                  <a:pt x="211289" y="120586"/>
                </a:lnTo>
                <a:lnTo>
                  <a:pt x="278079" y="117513"/>
                </a:lnTo>
                <a:lnTo>
                  <a:pt x="336080" y="108953"/>
                </a:lnTo>
                <a:lnTo>
                  <a:pt x="381812" y="95910"/>
                </a:lnTo>
                <a:lnTo>
                  <a:pt x="411810" y="79349"/>
                </a:lnTo>
                <a:lnTo>
                  <a:pt x="422579" y="60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039975" y="3998536"/>
            <a:ext cx="62738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b="1" i="1" spc="-10" dirty="0">
                <a:latin typeface="Calibri"/>
                <a:cs typeface="Calibri"/>
              </a:rPr>
              <a:t>Public Server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875735" y="3473012"/>
            <a:ext cx="835025" cy="786765"/>
            <a:chOff x="3875735" y="3473012"/>
            <a:chExt cx="835025" cy="786765"/>
          </a:xfrm>
        </p:grpSpPr>
        <p:sp>
          <p:nvSpPr>
            <p:cNvPr id="39" name="object 39"/>
            <p:cNvSpPr/>
            <p:nvPr/>
          </p:nvSpPr>
          <p:spPr>
            <a:xfrm>
              <a:off x="3890023" y="3487299"/>
              <a:ext cx="805815" cy="758190"/>
            </a:xfrm>
            <a:custGeom>
              <a:avLst/>
              <a:gdLst/>
              <a:ahLst/>
              <a:cxnLst/>
              <a:rect l="l" t="t" r="r" b="b"/>
              <a:pathLst>
                <a:path w="805814" h="758189">
                  <a:moveTo>
                    <a:pt x="9641" y="0"/>
                  </a:moveTo>
                  <a:lnTo>
                    <a:pt x="5220" y="56888"/>
                  </a:lnTo>
                  <a:lnTo>
                    <a:pt x="1704" y="113102"/>
                  </a:lnTo>
                  <a:lnTo>
                    <a:pt x="0" y="167965"/>
                  </a:lnTo>
                  <a:lnTo>
                    <a:pt x="1012" y="220803"/>
                  </a:lnTo>
                  <a:lnTo>
                    <a:pt x="5646" y="270942"/>
                  </a:lnTo>
                  <a:lnTo>
                    <a:pt x="14807" y="317707"/>
                  </a:lnTo>
                  <a:lnTo>
                    <a:pt x="29402" y="360424"/>
                  </a:lnTo>
                  <a:lnTo>
                    <a:pt x="50335" y="398417"/>
                  </a:lnTo>
                  <a:lnTo>
                    <a:pt x="78513" y="431012"/>
                  </a:lnTo>
                  <a:lnTo>
                    <a:pt x="148009" y="467743"/>
                  </a:lnTo>
                  <a:lnTo>
                    <a:pt x="193059" y="478842"/>
                  </a:lnTo>
                  <a:lnTo>
                    <a:pt x="242823" y="486519"/>
                  </a:lnTo>
                  <a:lnTo>
                    <a:pt x="295686" y="491842"/>
                  </a:lnTo>
                  <a:lnTo>
                    <a:pt x="350033" y="495876"/>
                  </a:lnTo>
                  <a:lnTo>
                    <a:pt x="404247" y="499690"/>
                  </a:lnTo>
                  <a:lnTo>
                    <a:pt x="456714" y="504349"/>
                  </a:lnTo>
                  <a:lnTo>
                    <a:pt x="505819" y="510922"/>
                  </a:lnTo>
                  <a:lnTo>
                    <a:pt x="549945" y="520474"/>
                  </a:lnTo>
                  <a:lnTo>
                    <a:pt x="587478" y="534073"/>
                  </a:lnTo>
                  <a:lnTo>
                    <a:pt x="639325" y="563215"/>
                  </a:lnTo>
                  <a:lnTo>
                    <a:pt x="683027" y="596638"/>
                  </a:lnTo>
                  <a:lnTo>
                    <a:pt x="720047" y="633572"/>
                  </a:lnTo>
                  <a:lnTo>
                    <a:pt x="751847" y="673251"/>
                  </a:lnTo>
                  <a:lnTo>
                    <a:pt x="779890" y="714907"/>
                  </a:lnTo>
                  <a:lnTo>
                    <a:pt x="805639" y="75777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09682" y="4146073"/>
              <a:ext cx="86995" cy="99695"/>
            </a:xfrm>
            <a:custGeom>
              <a:avLst/>
              <a:gdLst/>
              <a:ahLst/>
              <a:cxnLst/>
              <a:rect l="l" t="t" r="r" b="b"/>
              <a:pathLst>
                <a:path w="86995" h="99695">
                  <a:moveTo>
                    <a:pt x="0" y="49898"/>
                  </a:moveTo>
                  <a:lnTo>
                    <a:pt x="86106" y="99237"/>
                  </a:lnTo>
                  <a:lnTo>
                    <a:pt x="86677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6984102" y="3402765"/>
            <a:ext cx="248285" cy="1067435"/>
            <a:chOff x="6984102" y="3402765"/>
            <a:chExt cx="248285" cy="1067435"/>
          </a:xfrm>
        </p:grpSpPr>
        <p:sp>
          <p:nvSpPr>
            <p:cNvPr id="42" name="object 42"/>
            <p:cNvSpPr/>
            <p:nvPr/>
          </p:nvSpPr>
          <p:spPr>
            <a:xfrm>
              <a:off x="6998389" y="3417053"/>
              <a:ext cx="170180" cy="1038860"/>
            </a:xfrm>
            <a:custGeom>
              <a:avLst/>
              <a:gdLst/>
              <a:ahLst/>
              <a:cxnLst/>
              <a:rect l="l" t="t" r="r" b="b"/>
              <a:pathLst>
                <a:path w="170179" h="1038860">
                  <a:moveTo>
                    <a:pt x="137490" y="0"/>
                  </a:moveTo>
                  <a:lnTo>
                    <a:pt x="102663" y="34298"/>
                  </a:lnTo>
                  <a:lnTo>
                    <a:pt x="69877" y="70172"/>
                  </a:lnTo>
                  <a:lnTo>
                    <a:pt x="41174" y="109202"/>
                  </a:lnTo>
                  <a:lnTo>
                    <a:pt x="18599" y="152966"/>
                  </a:lnTo>
                  <a:lnTo>
                    <a:pt x="4193" y="203042"/>
                  </a:lnTo>
                  <a:lnTo>
                    <a:pt x="0" y="261010"/>
                  </a:lnTo>
                  <a:lnTo>
                    <a:pt x="4481" y="301399"/>
                  </a:lnTo>
                  <a:lnTo>
                    <a:pt x="15095" y="346850"/>
                  </a:lnTo>
                  <a:lnTo>
                    <a:pt x="30474" y="396167"/>
                  </a:lnTo>
                  <a:lnTo>
                    <a:pt x="49249" y="448155"/>
                  </a:lnTo>
                  <a:lnTo>
                    <a:pt x="70053" y="501619"/>
                  </a:lnTo>
                  <a:lnTo>
                    <a:pt x="91518" y="555364"/>
                  </a:lnTo>
                  <a:lnTo>
                    <a:pt x="112277" y="608195"/>
                  </a:lnTo>
                  <a:lnTo>
                    <a:pt x="130963" y="658916"/>
                  </a:lnTo>
                  <a:lnTo>
                    <a:pt x="146207" y="706332"/>
                  </a:lnTo>
                  <a:lnTo>
                    <a:pt x="156641" y="749249"/>
                  </a:lnTo>
                  <a:lnTo>
                    <a:pt x="165401" y="806779"/>
                  </a:lnTo>
                  <a:lnTo>
                    <a:pt x="169540" y="859421"/>
                  </a:lnTo>
                  <a:lnTo>
                    <a:pt x="169872" y="908034"/>
                  </a:lnTo>
                  <a:lnTo>
                    <a:pt x="167208" y="953478"/>
                  </a:lnTo>
                  <a:lnTo>
                    <a:pt x="162362" y="996614"/>
                  </a:lnTo>
                  <a:lnTo>
                    <a:pt x="156146" y="103830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19060" y="4362769"/>
              <a:ext cx="99060" cy="92710"/>
            </a:xfrm>
            <a:custGeom>
              <a:avLst/>
              <a:gdLst/>
              <a:ahLst/>
              <a:cxnLst/>
              <a:rect l="l" t="t" r="r" b="b"/>
              <a:pathLst>
                <a:path w="99059" h="92710">
                  <a:moveTo>
                    <a:pt x="0" y="0"/>
                  </a:moveTo>
                  <a:lnTo>
                    <a:pt x="35458" y="92697"/>
                  </a:lnTo>
                  <a:lnTo>
                    <a:pt x="98691" y="1620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9854070" y="3683989"/>
            <a:ext cx="642620" cy="484505"/>
            <a:chOff x="9854070" y="3683989"/>
            <a:chExt cx="642620" cy="484505"/>
          </a:xfrm>
        </p:grpSpPr>
        <p:sp>
          <p:nvSpPr>
            <p:cNvPr id="45" name="object 45"/>
            <p:cNvSpPr/>
            <p:nvPr/>
          </p:nvSpPr>
          <p:spPr>
            <a:xfrm>
              <a:off x="9868412" y="3698276"/>
              <a:ext cx="614045" cy="455930"/>
            </a:xfrm>
            <a:custGeom>
              <a:avLst/>
              <a:gdLst/>
              <a:ahLst/>
              <a:cxnLst/>
              <a:rect l="l" t="t" r="r" b="b"/>
              <a:pathLst>
                <a:path w="614045" h="455929">
                  <a:moveTo>
                    <a:pt x="613549" y="0"/>
                  </a:moveTo>
                  <a:lnTo>
                    <a:pt x="610180" y="58145"/>
                  </a:lnTo>
                  <a:lnTo>
                    <a:pt x="605638" y="114850"/>
                  </a:lnTo>
                  <a:lnTo>
                    <a:pt x="598748" y="168671"/>
                  </a:lnTo>
                  <a:lnTo>
                    <a:pt x="588337" y="218165"/>
                  </a:lnTo>
                  <a:lnTo>
                    <a:pt x="573232" y="261891"/>
                  </a:lnTo>
                  <a:lnTo>
                    <a:pt x="552258" y="298404"/>
                  </a:lnTo>
                  <a:lnTo>
                    <a:pt x="524243" y="326263"/>
                  </a:lnTo>
                  <a:lnTo>
                    <a:pt x="449599" y="344824"/>
                  </a:lnTo>
                  <a:lnTo>
                    <a:pt x="402093" y="342075"/>
                  </a:lnTo>
                  <a:lnTo>
                    <a:pt x="351259" y="335129"/>
                  </a:lnTo>
                  <a:lnTo>
                    <a:pt x="299693" y="326855"/>
                  </a:lnTo>
                  <a:lnTo>
                    <a:pt x="249991" y="320121"/>
                  </a:lnTo>
                  <a:lnTo>
                    <a:pt x="204748" y="317795"/>
                  </a:lnTo>
                  <a:lnTo>
                    <a:pt x="166560" y="322745"/>
                  </a:lnTo>
                  <a:lnTo>
                    <a:pt x="112840" y="344964"/>
                  </a:lnTo>
                  <a:lnTo>
                    <a:pt x="69045" y="376267"/>
                  </a:lnTo>
                  <a:lnTo>
                    <a:pt x="32366" y="414083"/>
                  </a:lnTo>
                  <a:lnTo>
                    <a:pt x="0" y="45584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868358" y="4055370"/>
              <a:ext cx="90805" cy="99060"/>
            </a:xfrm>
            <a:custGeom>
              <a:avLst/>
              <a:gdLst/>
              <a:ahLst/>
              <a:cxnLst/>
              <a:rect l="l" t="t" r="r" b="b"/>
              <a:pathLst>
                <a:path w="90804" h="99060">
                  <a:moveTo>
                    <a:pt x="90576" y="58242"/>
                  </a:moveTo>
                  <a:lnTo>
                    <a:pt x="0" y="98818"/>
                  </a:lnTo>
                  <a:lnTo>
                    <a:pt x="927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306628" y="4224934"/>
            <a:ext cx="139827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spc="-10" dirty="0">
                <a:latin typeface="Calibri"/>
                <a:cs typeface="Calibri"/>
              </a:rPr>
              <a:t>Organization example: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4542" y="5713464"/>
            <a:ext cx="1021654" cy="627810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2962022" y="5916176"/>
            <a:ext cx="73736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10" dirty="0">
                <a:solidFill>
                  <a:srgbClr val="039BC6"/>
                </a:solidFill>
                <a:latin typeface="Calibri"/>
                <a:cs typeface="Calibri"/>
              </a:rPr>
              <a:t>Container</a:t>
            </a:r>
            <a:r>
              <a:rPr sz="2000" b="1" i="1" spc="-60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talk</a:t>
            </a:r>
            <a:r>
              <a:rPr sz="2000" b="1" i="1" spc="-40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to</a:t>
            </a:r>
            <a:r>
              <a:rPr sz="2000" b="1" i="1" spc="-25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each</a:t>
            </a:r>
            <a:r>
              <a:rPr sz="2000" b="1" i="1" spc="-35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other</a:t>
            </a:r>
            <a:r>
              <a:rPr sz="2000" b="1" i="1" spc="-35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thanks</a:t>
            </a:r>
            <a:r>
              <a:rPr sz="2000" b="1" i="1" spc="-55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to</a:t>
            </a:r>
            <a:r>
              <a:rPr sz="2000" b="1" i="1" spc="-25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an</a:t>
            </a:r>
            <a:r>
              <a:rPr sz="2000" b="1" i="1" spc="-35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u="sng" dirty="0">
                <a:solidFill>
                  <a:srgbClr val="039BC6"/>
                </a:solidFill>
                <a:uFill>
                  <a:solidFill>
                    <a:srgbClr val="039BC6"/>
                  </a:solidFill>
                </a:uFill>
                <a:latin typeface="Calibri"/>
                <a:cs typeface="Calibri"/>
              </a:rPr>
              <a:t>IP</a:t>
            </a:r>
            <a:r>
              <a:rPr sz="2000" b="1" i="1" u="sng" spc="-25" dirty="0">
                <a:solidFill>
                  <a:srgbClr val="039BC6"/>
                </a:solidFill>
                <a:uFill>
                  <a:solidFill>
                    <a:srgbClr val="039BC6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solidFill>
                  <a:srgbClr val="039BC6"/>
                </a:solidFill>
                <a:uFill>
                  <a:solidFill>
                    <a:srgbClr val="039BC6"/>
                  </a:solidFill>
                </a:uFill>
                <a:latin typeface="Calibri"/>
                <a:cs typeface="Calibri"/>
              </a:rPr>
              <a:t>address</a:t>
            </a:r>
            <a:r>
              <a:rPr sz="2000" b="1" i="1" u="sng" spc="-50" dirty="0">
                <a:solidFill>
                  <a:srgbClr val="039BC6"/>
                </a:solidFill>
                <a:uFill>
                  <a:solidFill>
                    <a:srgbClr val="039BC6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on</a:t>
            </a:r>
            <a:r>
              <a:rPr sz="2000" b="1" i="1" spc="-25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a</a:t>
            </a:r>
            <a:r>
              <a:rPr sz="2000" b="1" i="1" spc="-20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039BC6"/>
                </a:solidFill>
                <a:latin typeface="Calibri"/>
                <a:cs typeface="Calibri"/>
              </a:rPr>
              <a:t>specific</a:t>
            </a:r>
            <a:r>
              <a:rPr sz="2000" b="1" i="1" spc="-50" dirty="0">
                <a:solidFill>
                  <a:srgbClr val="039BC6"/>
                </a:solidFill>
                <a:latin typeface="Calibri"/>
                <a:cs typeface="Calibri"/>
              </a:rPr>
              <a:t> </a:t>
            </a:r>
            <a:r>
              <a:rPr sz="2000" b="1" i="1" u="sng" spc="-10" dirty="0">
                <a:solidFill>
                  <a:srgbClr val="039BC6"/>
                </a:solidFill>
                <a:uFill>
                  <a:solidFill>
                    <a:srgbClr val="039BC6"/>
                  </a:solidFill>
                </a:uFill>
                <a:latin typeface="Calibri"/>
                <a:cs typeface="Calibri"/>
              </a:rPr>
              <a:t>port</a:t>
            </a:r>
            <a:r>
              <a:rPr sz="2000" b="1" i="1" spc="-10" dirty="0">
                <a:solidFill>
                  <a:srgbClr val="039BC6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0" name="object 7">
            <a:extLst>
              <a:ext uri="{FF2B5EF4-FFF2-40B4-BE49-F238E27FC236}">
                <a16:creationId xmlns:a16="http://schemas.microsoft.com/office/drawing/2014/main" id="{D8C2806E-2455-00A9-A322-4FF1FA63A70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51" name="object 33">
            <a:extLst>
              <a:ext uri="{FF2B5EF4-FFF2-40B4-BE49-F238E27FC236}">
                <a16:creationId xmlns:a16="http://schemas.microsoft.com/office/drawing/2014/main" id="{43B5995D-9683-8446-B478-1EEEAEE3C863}"/>
              </a:ext>
            </a:extLst>
          </p:cNvPr>
          <p:cNvSpPr txBox="1"/>
          <p:nvPr/>
        </p:nvSpPr>
        <p:spPr>
          <a:xfrm>
            <a:off x="76200" y="2536630"/>
            <a:ext cx="1158894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800" b="1" dirty="0">
                <a:solidFill>
                  <a:srgbClr val="00CC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 </a:t>
            </a:r>
            <a:r>
              <a:rPr kumimoji="0" lang="fr-MA" sz="2800" b="1" strike="noStrike" kern="0" cap="none" spc="-5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800" b="1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device</a:t>
            </a:r>
            <a:endParaRPr kumimoji="0" lang="fr-MA" sz="2800" b="0" strike="noStrike" kern="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8493" y="4947784"/>
            <a:ext cx="18884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MQTT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communication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83133" y="3714808"/>
            <a:ext cx="10496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NodeRED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b="1" i="1" spc="-25" dirty="0">
                <a:latin typeface="Calibri"/>
                <a:cs typeface="Calibri"/>
              </a:rPr>
              <a:t>UI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2361" y="4951027"/>
            <a:ext cx="1301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Access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Influxdb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0035" y="4954270"/>
            <a:ext cx="1301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Access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Influxdb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86695" y="3714808"/>
            <a:ext cx="9480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Influxdb</a:t>
            </a:r>
            <a:r>
              <a:rPr sz="1600" b="1" i="1" spc="-75" dirty="0">
                <a:latin typeface="Calibri"/>
                <a:cs typeface="Calibri"/>
              </a:rPr>
              <a:t> </a:t>
            </a:r>
            <a:r>
              <a:rPr sz="1600" b="1" i="1" spc="-25" dirty="0">
                <a:latin typeface="Calibri"/>
                <a:cs typeface="Calibri"/>
              </a:rPr>
              <a:t>UI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72032" y="3668595"/>
            <a:ext cx="9563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Grafana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b="1" i="1" spc="-35" dirty="0">
                <a:latin typeface="Calibri"/>
                <a:cs typeface="Calibri"/>
              </a:rPr>
              <a:t>UI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2047" y="3162300"/>
            <a:ext cx="7453630" cy="3248025"/>
            <a:chOff x="3432047" y="3162300"/>
            <a:chExt cx="7453630" cy="3248025"/>
          </a:xfrm>
        </p:grpSpPr>
        <p:sp>
          <p:nvSpPr>
            <p:cNvPr id="9" name="object 9"/>
            <p:cNvSpPr/>
            <p:nvPr/>
          </p:nvSpPr>
          <p:spPr>
            <a:xfrm>
              <a:off x="7262535" y="3265587"/>
              <a:ext cx="3140075" cy="2906395"/>
            </a:xfrm>
            <a:custGeom>
              <a:avLst/>
              <a:gdLst/>
              <a:ahLst/>
              <a:cxnLst/>
              <a:rect l="l" t="t" r="r" b="b"/>
              <a:pathLst>
                <a:path w="3140075" h="2906395">
                  <a:moveTo>
                    <a:pt x="3063925" y="2905912"/>
                  </a:moveTo>
                  <a:lnTo>
                    <a:pt x="3069764" y="2851896"/>
                  </a:lnTo>
                  <a:lnTo>
                    <a:pt x="3075572" y="2797900"/>
                  </a:lnTo>
                  <a:lnTo>
                    <a:pt x="3081319" y="2743945"/>
                  </a:lnTo>
                  <a:lnTo>
                    <a:pt x="3086972" y="2690050"/>
                  </a:lnTo>
                  <a:lnTo>
                    <a:pt x="3092502" y="2636237"/>
                  </a:lnTo>
                  <a:lnTo>
                    <a:pt x="3097877" y="2582526"/>
                  </a:lnTo>
                  <a:lnTo>
                    <a:pt x="3103067" y="2528936"/>
                  </a:lnTo>
                  <a:lnTo>
                    <a:pt x="3108041" y="2475488"/>
                  </a:lnTo>
                  <a:lnTo>
                    <a:pt x="3112767" y="2422203"/>
                  </a:lnTo>
                  <a:lnTo>
                    <a:pt x="3117216" y="2369100"/>
                  </a:lnTo>
                  <a:lnTo>
                    <a:pt x="3121355" y="2316201"/>
                  </a:lnTo>
                  <a:lnTo>
                    <a:pt x="3125154" y="2263524"/>
                  </a:lnTo>
                  <a:lnTo>
                    <a:pt x="3128582" y="2211092"/>
                  </a:lnTo>
                  <a:lnTo>
                    <a:pt x="3131608" y="2158923"/>
                  </a:lnTo>
                  <a:lnTo>
                    <a:pt x="3134202" y="2107038"/>
                  </a:lnTo>
                  <a:lnTo>
                    <a:pt x="3136332" y="2055458"/>
                  </a:lnTo>
                  <a:lnTo>
                    <a:pt x="3137967" y="2004203"/>
                  </a:lnTo>
                  <a:lnTo>
                    <a:pt x="3139077" y="1953292"/>
                  </a:lnTo>
                  <a:lnTo>
                    <a:pt x="3139631" y="1902747"/>
                  </a:lnTo>
                  <a:lnTo>
                    <a:pt x="3139597" y="1852588"/>
                  </a:lnTo>
                  <a:lnTo>
                    <a:pt x="3138945" y="1802835"/>
                  </a:lnTo>
                  <a:lnTo>
                    <a:pt x="3137644" y="1753507"/>
                  </a:lnTo>
                  <a:lnTo>
                    <a:pt x="3135662" y="1704627"/>
                  </a:lnTo>
                  <a:lnTo>
                    <a:pt x="3132970" y="1656213"/>
                  </a:lnTo>
                  <a:lnTo>
                    <a:pt x="3129536" y="1608286"/>
                  </a:lnTo>
                  <a:lnTo>
                    <a:pt x="3125330" y="1560867"/>
                  </a:lnTo>
                  <a:lnTo>
                    <a:pt x="3120319" y="1513976"/>
                  </a:lnTo>
                  <a:lnTo>
                    <a:pt x="3114474" y="1467632"/>
                  </a:lnTo>
                  <a:lnTo>
                    <a:pt x="3107764" y="1421857"/>
                  </a:lnTo>
                  <a:lnTo>
                    <a:pt x="3100157" y="1376671"/>
                  </a:lnTo>
                  <a:lnTo>
                    <a:pt x="3091622" y="1332093"/>
                  </a:lnTo>
                  <a:lnTo>
                    <a:pt x="3082130" y="1288145"/>
                  </a:lnTo>
                  <a:lnTo>
                    <a:pt x="3071648" y="1244846"/>
                  </a:lnTo>
                  <a:lnTo>
                    <a:pt x="3060146" y="1202217"/>
                  </a:lnTo>
                  <a:lnTo>
                    <a:pt x="3047593" y="1160278"/>
                  </a:lnTo>
                  <a:lnTo>
                    <a:pt x="3033959" y="1119049"/>
                  </a:lnTo>
                  <a:lnTo>
                    <a:pt x="3019211" y="1078551"/>
                  </a:lnTo>
                  <a:lnTo>
                    <a:pt x="3003320" y="1038804"/>
                  </a:lnTo>
                  <a:lnTo>
                    <a:pt x="2986254" y="999829"/>
                  </a:lnTo>
                  <a:lnTo>
                    <a:pt x="2967983" y="961645"/>
                  </a:lnTo>
                  <a:lnTo>
                    <a:pt x="2948475" y="924272"/>
                  </a:lnTo>
                  <a:lnTo>
                    <a:pt x="2927700" y="887732"/>
                  </a:lnTo>
                  <a:lnTo>
                    <a:pt x="2905626" y="852045"/>
                  </a:lnTo>
                  <a:lnTo>
                    <a:pt x="2882223" y="817230"/>
                  </a:lnTo>
                  <a:lnTo>
                    <a:pt x="2857461" y="783308"/>
                  </a:lnTo>
                  <a:lnTo>
                    <a:pt x="2831307" y="750300"/>
                  </a:lnTo>
                  <a:lnTo>
                    <a:pt x="2803731" y="718225"/>
                  </a:lnTo>
                  <a:lnTo>
                    <a:pt x="2774702" y="687104"/>
                  </a:lnTo>
                  <a:lnTo>
                    <a:pt x="2744190" y="656958"/>
                  </a:lnTo>
                  <a:lnTo>
                    <a:pt x="2689228" y="608260"/>
                  </a:lnTo>
                  <a:lnTo>
                    <a:pt x="2630090" y="562303"/>
                  </a:lnTo>
                  <a:lnTo>
                    <a:pt x="2566926" y="518990"/>
                  </a:lnTo>
                  <a:lnTo>
                    <a:pt x="2533881" y="498294"/>
                  </a:lnTo>
                  <a:lnTo>
                    <a:pt x="2499886" y="478223"/>
                  </a:lnTo>
                  <a:lnTo>
                    <a:pt x="2464958" y="458763"/>
                  </a:lnTo>
                  <a:lnTo>
                    <a:pt x="2429117" y="439903"/>
                  </a:lnTo>
                  <a:lnTo>
                    <a:pt x="2392381" y="421631"/>
                  </a:lnTo>
                  <a:lnTo>
                    <a:pt x="2354770" y="403934"/>
                  </a:lnTo>
                  <a:lnTo>
                    <a:pt x="2316300" y="386799"/>
                  </a:lnTo>
                  <a:lnTo>
                    <a:pt x="2276993" y="370216"/>
                  </a:lnTo>
                  <a:lnTo>
                    <a:pt x="2236864" y="354171"/>
                  </a:lnTo>
                  <a:lnTo>
                    <a:pt x="2195935" y="338652"/>
                  </a:lnTo>
                  <a:lnTo>
                    <a:pt x="2154222" y="323648"/>
                  </a:lnTo>
                  <a:lnTo>
                    <a:pt x="2111746" y="309145"/>
                  </a:lnTo>
                  <a:lnTo>
                    <a:pt x="2068523" y="295131"/>
                  </a:lnTo>
                  <a:lnTo>
                    <a:pt x="2024574" y="281595"/>
                  </a:lnTo>
                  <a:lnTo>
                    <a:pt x="1979917" y="268525"/>
                  </a:lnTo>
                  <a:lnTo>
                    <a:pt x="1934570" y="255906"/>
                  </a:lnTo>
                  <a:lnTo>
                    <a:pt x="1888551" y="243729"/>
                  </a:lnTo>
                  <a:lnTo>
                    <a:pt x="1841881" y="231980"/>
                  </a:lnTo>
                  <a:lnTo>
                    <a:pt x="1794577" y="220647"/>
                  </a:lnTo>
                  <a:lnTo>
                    <a:pt x="1746657" y="209718"/>
                  </a:lnTo>
                  <a:lnTo>
                    <a:pt x="1698141" y="199180"/>
                  </a:lnTo>
                  <a:lnTo>
                    <a:pt x="1649048" y="189022"/>
                  </a:lnTo>
                  <a:lnTo>
                    <a:pt x="1599395" y="179231"/>
                  </a:lnTo>
                  <a:lnTo>
                    <a:pt x="1549201" y="169795"/>
                  </a:lnTo>
                  <a:lnTo>
                    <a:pt x="1498486" y="160702"/>
                  </a:lnTo>
                  <a:lnTo>
                    <a:pt x="1447267" y="151939"/>
                  </a:lnTo>
                  <a:lnTo>
                    <a:pt x="1395564" y="143495"/>
                  </a:lnTo>
                  <a:lnTo>
                    <a:pt x="1343395" y="135356"/>
                  </a:lnTo>
                  <a:lnTo>
                    <a:pt x="1290778" y="127511"/>
                  </a:lnTo>
                  <a:lnTo>
                    <a:pt x="1237733" y="119948"/>
                  </a:lnTo>
                  <a:lnTo>
                    <a:pt x="1184278" y="112654"/>
                  </a:lnTo>
                  <a:lnTo>
                    <a:pt x="1130431" y="105617"/>
                  </a:lnTo>
                  <a:lnTo>
                    <a:pt x="1076211" y="98824"/>
                  </a:lnTo>
                  <a:lnTo>
                    <a:pt x="1021637" y="92264"/>
                  </a:lnTo>
                  <a:lnTo>
                    <a:pt x="966728" y="85925"/>
                  </a:lnTo>
                  <a:lnTo>
                    <a:pt x="911502" y="79793"/>
                  </a:lnTo>
                  <a:lnTo>
                    <a:pt x="855978" y="73858"/>
                  </a:lnTo>
                  <a:lnTo>
                    <a:pt x="800174" y="68106"/>
                  </a:lnTo>
                  <a:lnTo>
                    <a:pt x="744109" y="62525"/>
                  </a:lnTo>
                  <a:lnTo>
                    <a:pt x="687802" y="57103"/>
                  </a:lnTo>
                  <a:lnTo>
                    <a:pt x="631271" y="51829"/>
                  </a:lnTo>
                  <a:lnTo>
                    <a:pt x="574535" y="46689"/>
                  </a:lnTo>
                  <a:lnTo>
                    <a:pt x="517613" y="41671"/>
                  </a:lnTo>
                  <a:lnTo>
                    <a:pt x="460523" y="36763"/>
                  </a:lnTo>
                  <a:lnTo>
                    <a:pt x="403283" y="31954"/>
                  </a:lnTo>
                  <a:lnTo>
                    <a:pt x="345914" y="27230"/>
                  </a:lnTo>
                  <a:lnTo>
                    <a:pt x="288432" y="22579"/>
                  </a:lnTo>
                  <a:lnTo>
                    <a:pt x="230857" y="17990"/>
                  </a:lnTo>
                  <a:lnTo>
                    <a:pt x="173208" y="13449"/>
                  </a:lnTo>
                  <a:lnTo>
                    <a:pt x="115503" y="8946"/>
                  </a:lnTo>
                  <a:lnTo>
                    <a:pt x="57761" y="4466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59595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33432" y="4675632"/>
              <a:ext cx="838200" cy="1734820"/>
            </a:xfrm>
            <a:custGeom>
              <a:avLst/>
              <a:gdLst/>
              <a:ahLst/>
              <a:cxnLst/>
              <a:rect l="l" t="t" r="r" b="b"/>
              <a:pathLst>
                <a:path w="838200" h="1734820">
                  <a:moveTo>
                    <a:pt x="838200" y="0"/>
                  </a:moveTo>
                  <a:lnTo>
                    <a:pt x="0" y="0"/>
                  </a:lnTo>
                  <a:lnTo>
                    <a:pt x="0" y="1734312"/>
                  </a:lnTo>
                  <a:lnTo>
                    <a:pt x="838200" y="1734312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28922" y="3265520"/>
              <a:ext cx="2957195" cy="2759710"/>
            </a:xfrm>
            <a:custGeom>
              <a:avLst/>
              <a:gdLst/>
              <a:ahLst/>
              <a:cxnLst/>
              <a:rect l="l" t="t" r="r" b="b"/>
              <a:pathLst>
                <a:path w="2957195" h="2759710">
                  <a:moveTo>
                    <a:pt x="69552" y="2759214"/>
                  </a:moveTo>
                  <a:lnTo>
                    <a:pt x="63799" y="2704694"/>
                  </a:lnTo>
                  <a:lnTo>
                    <a:pt x="58080" y="2650196"/>
                  </a:lnTo>
                  <a:lnTo>
                    <a:pt x="52431" y="2595745"/>
                  </a:lnTo>
                  <a:lnTo>
                    <a:pt x="46888" y="2541364"/>
                  </a:lnTo>
                  <a:lnTo>
                    <a:pt x="41485" y="2487075"/>
                  </a:lnTo>
                  <a:lnTo>
                    <a:pt x="36257" y="2432902"/>
                  </a:lnTo>
                  <a:lnTo>
                    <a:pt x="31241" y="2378868"/>
                  </a:lnTo>
                  <a:lnTo>
                    <a:pt x="26470" y="2324997"/>
                  </a:lnTo>
                  <a:lnTo>
                    <a:pt x="21979" y="2271311"/>
                  </a:lnTo>
                  <a:lnTo>
                    <a:pt x="17805" y="2217833"/>
                  </a:lnTo>
                  <a:lnTo>
                    <a:pt x="13982" y="2164588"/>
                  </a:lnTo>
                  <a:lnTo>
                    <a:pt x="10545" y="2111597"/>
                  </a:lnTo>
                  <a:lnTo>
                    <a:pt x="7529" y="2058885"/>
                  </a:lnTo>
                  <a:lnTo>
                    <a:pt x="4970" y="2006474"/>
                  </a:lnTo>
                  <a:lnTo>
                    <a:pt x="2902" y="1954388"/>
                  </a:lnTo>
                  <a:lnTo>
                    <a:pt x="1361" y="1902650"/>
                  </a:lnTo>
                  <a:lnTo>
                    <a:pt x="382" y="1851283"/>
                  </a:lnTo>
                  <a:lnTo>
                    <a:pt x="0" y="1800309"/>
                  </a:lnTo>
                  <a:lnTo>
                    <a:pt x="249" y="1749754"/>
                  </a:lnTo>
                  <a:lnTo>
                    <a:pt x="1165" y="1699638"/>
                  </a:lnTo>
                  <a:lnTo>
                    <a:pt x="2784" y="1649987"/>
                  </a:lnTo>
                  <a:lnTo>
                    <a:pt x="5140" y="1600822"/>
                  </a:lnTo>
                  <a:lnTo>
                    <a:pt x="8269" y="1552168"/>
                  </a:lnTo>
                  <a:lnTo>
                    <a:pt x="12205" y="1504047"/>
                  </a:lnTo>
                  <a:lnTo>
                    <a:pt x="16983" y="1456483"/>
                  </a:lnTo>
                  <a:lnTo>
                    <a:pt x="22639" y="1409498"/>
                  </a:lnTo>
                  <a:lnTo>
                    <a:pt x="29209" y="1363116"/>
                  </a:lnTo>
                  <a:lnTo>
                    <a:pt x="36726" y="1317360"/>
                  </a:lnTo>
                  <a:lnTo>
                    <a:pt x="45226" y="1272254"/>
                  </a:lnTo>
                  <a:lnTo>
                    <a:pt x="54744" y="1227819"/>
                  </a:lnTo>
                  <a:lnTo>
                    <a:pt x="65316" y="1184081"/>
                  </a:lnTo>
                  <a:lnTo>
                    <a:pt x="76976" y="1141061"/>
                  </a:lnTo>
                  <a:lnTo>
                    <a:pt x="89760" y="1098784"/>
                  </a:lnTo>
                  <a:lnTo>
                    <a:pt x="103702" y="1057272"/>
                  </a:lnTo>
                  <a:lnTo>
                    <a:pt x="118838" y="1016548"/>
                  </a:lnTo>
                  <a:lnTo>
                    <a:pt x="135203" y="976635"/>
                  </a:lnTo>
                  <a:lnTo>
                    <a:pt x="152831" y="937558"/>
                  </a:lnTo>
                  <a:lnTo>
                    <a:pt x="171759" y="899338"/>
                  </a:lnTo>
                  <a:lnTo>
                    <a:pt x="192021" y="862000"/>
                  </a:lnTo>
                  <a:lnTo>
                    <a:pt x="213653" y="825566"/>
                  </a:lnTo>
                  <a:lnTo>
                    <a:pt x="236688" y="790060"/>
                  </a:lnTo>
                  <a:lnTo>
                    <a:pt x="261164" y="755504"/>
                  </a:lnTo>
                  <a:lnTo>
                    <a:pt x="287113" y="721922"/>
                  </a:lnTo>
                  <a:lnTo>
                    <a:pt x="314573" y="689338"/>
                  </a:lnTo>
                  <a:lnTo>
                    <a:pt x="343578" y="657773"/>
                  </a:lnTo>
                  <a:lnTo>
                    <a:pt x="374162" y="627252"/>
                  </a:lnTo>
                  <a:lnTo>
                    <a:pt x="428893" y="578559"/>
                  </a:lnTo>
                  <a:lnTo>
                    <a:pt x="487979" y="532742"/>
                  </a:lnTo>
                  <a:lnTo>
                    <a:pt x="551255" y="489692"/>
                  </a:lnTo>
                  <a:lnTo>
                    <a:pt x="584413" y="469171"/>
                  </a:lnTo>
                  <a:lnTo>
                    <a:pt x="618557" y="449301"/>
                  </a:lnTo>
                  <a:lnTo>
                    <a:pt x="653667" y="430069"/>
                  </a:lnTo>
                  <a:lnTo>
                    <a:pt x="689721" y="411460"/>
                  </a:lnTo>
                  <a:lnTo>
                    <a:pt x="726700" y="393463"/>
                  </a:lnTo>
                  <a:lnTo>
                    <a:pt x="764582" y="376062"/>
                  </a:lnTo>
                  <a:lnTo>
                    <a:pt x="803348" y="359244"/>
                  </a:lnTo>
                  <a:lnTo>
                    <a:pt x="842977" y="342996"/>
                  </a:lnTo>
                  <a:lnTo>
                    <a:pt x="883447" y="327304"/>
                  </a:lnTo>
                  <a:lnTo>
                    <a:pt x="924740" y="312155"/>
                  </a:lnTo>
                  <a:lnTo>
                    <a:pt x="966833" y="297535"/>
                  </a:lnTo>
                  <a:lnTo>
                    <a:pt x="1009707" y="283431"/>
                  </a:lnTo>
                  <a:lnTo>
                    <a:pt x="1053341" y="269828"/>
                  </a:lnTo>
                  <a:lnTo>
                    <a:pt x="1097714" y="256714"/>
                  </a:lnTo>
                  <a:lnTo>
                    <a:pt x="1142807" y="244075"/>
                  </a:lnTo>
                  <a:lnTo>
                    <a:pt x="1188598" y="231897"/>
                  </a:lnTo>
                  <a:lnTo>
                    <a:pt x="1235066" y="220166"/>
                  </a:lnTo>
                  <a:lnTo>
                    <a:pt x="1282192" y="208870"/>
                  </a:lnTo>
                  <a:lnTo>
                    <a:pt x="1329955" y="197994"/>
                  </a:lnTo>
                  <a:lnTo>
                    <a:pt x="1378334" y="187526"/>
                  </a:lnTo>
                  <a:lnTo>
                    <a:pt x="1427308" y="177450"/>
                  </a:lnTo>
                  <a:lnTo>
                    <a:pt x="1476858" y="167755"/>
                  </a:lnTo>
                  <a:lnTo>
                    <a:pt x="1526962" y="158426"/>
                  </a:lnTo>
                  <a:lnTo>
                    <a:pt x="1577601" y="149449"/>
                  </a:lnTo>
                  <a:lnTo>
                    <a:pt x="1628753" y="140812"/>
                  </a:lnTo>
                  <a:lnTo>
                    <a:pt x="1680398" y="132500"/>
                  </a:lnTo>
                  <a:lnTo>
                    <a:pt x="1732515" y="124501"/>
                  </a:lnTo>
                  <a:lnTo>
                    <a:pt x="1785084" y="116800"/>
                  </a:lnTo>
                  <a:lnTo>
                    <a:pt x="1838085" y="109383"/>
                  </a:lnTo>
                  <a:lnTo>
                    <a:pt x="1891496" y="102238"/>
                  </a:lnTo>
                  <a:lnTo>
                    <a:pt x="1945298" y="95351"/>
                  </a:lnTo>
                  <a:lnTo>
                    <a:pt x="1999470" y="88708"/>
                  </a:lnTo>
                  <a:lnTo>
                    <a:pt x="2053990" y="82296"/>
                  </a:lnTo>
                  <a:lnTo>
                    <a:pt x="2108840" y="76101"/>
                  </a:lnTo>
                  <a:lnTo>
                    <a:pt x="2163997" y="70109"/>
                  </a:lnTo>
                  <a:lnTo>
                    <a:pt x="2219442" y="64308"/>
                  </a:lnTo>
                  <a:lnTo>
                    <a:pt x="2275154" y="58682"/>
                  </a:lnTo>
                  <a:lnTo>
                    <a:pt x="2331112" y="53220"/>
                  </a:lnTo>
                  <a:lnTo>
                    <a:pt x="2387297" y="47907"/>
                  </a:lnTo>
                  <a:lnTo>
                    <a:pt x="2443687" y="42729"/>
                  </a:lnTo>
                  <a:lnTo>
                    <a:pt x="2500262" y="37674"/>
                  </a:lnTo>
                  <a:lnTo>
                    <a:pt x="2557001" y="32727"/>
                  </a:lnTo>
                  <a:lnTo>
                    <a:pt x="2613883" y="27875"/>
                  </a:lnTo>
                  <a:lnTo>
                    <a:pt x="2670890" y="23105"/>
                  </a:lnTo>
                  <a:lnTo>
                    <a:pt x="2727998" y="18402"/>
                  </a:lnTo>
                  <a:lnTo>
                    <a:pt x="2785189" y="13754"/>
                  </a:lnTo>
                  <a:lnTo>
                    <a:pt x="2842442" y="9146"/>
                  </a:lnTo>
                  <a:lnTo>
                    <a:pt x="2899736" y="4566"/>
                  </a:lnTo>
                  <a:lnTo>
                    <a:pt x="2957050" y="0"/>
                  </a:lnTo>
                </a:path>
              </a:pathLst>
            </a:custGeom>
            <a:ln w="38100">
              <a:solidFill>
                <a:srgbClr val="59595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72839" y="4907279"/>
              <a:ext cx="836930" cy="1472565"/>
            </a:xfrm>
            <a:custGeom>
              <a:avLst/>
              <a:gdLst/>
              <a:ahLst/>
              <a:cxnLst/>
              <a:rect l="l" t="t" r="r" b="b"/>
              <a:pathLst>
                <a:path w="836929" h="1472564">
                  <a:moveTo>
                    <a:pt x="836676" y="0"/>
                  </a:moveTo>
                  <a:lnTo>
                    <a:pt x="0" y="0"/>
                  </a:lnTo>
                  <a:lnTo>
                    <a:pt x="0" y="1472184"/>
                  </a:lnTo>
                  <a:lnTo>
                    <a:pt x="836676" y="1472184"/>
                  </a:lnTo>
                  <a:lnTo>
                    <a:pt x="836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0252" y="5004816"/>
              <a:ext cx="1063751" cy="5974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30731" y="4995291"/>
              <a:ext cx="1083310" cy="616585"/>
            </a:xfrm>
            <a:custGeom>
              <a:avLst/>
              <a:gdLst/>
              <a:ahLst/>
              <a:cxnLst/>
              <a:rect l="l" t="t" r="r" b="b"/>
              <a:pathLst>
                <a:path w="1083310" h="616585">
                  <a:moveTo>
                    <a:pt x="108610" y="0"/>
                  </a:moveTo>
                  <a:lnTo>
                    <a:pt x="974178" y="0"/>
                  </a:lnTo>
                  <a:lnTo>
                    <a:pt x="995680" y="2171"/>
                  </a:lnTo>
                  <a:lnTo>
                    <a:pt x="1034719" y="18592"/>
                  </a:lnTo>
                  <a:lnTo>
                    <a:pt x="1064196" y="48069"/>
                  </a:lnTo>
                  <a:lnTo>
                    <a:pt x="1080630" y="87121"/>
                  </a:lnTo>
                  <a:lnTo>
                    <a:pt x="1082802" y="108610"/>
                  </a:lnTo>
                  <a:lnTo>
                    <a:pt x="1082802" y="507847"/>
                  </a:lnTo>
                  <a:lnTo>
                    <a:pt x="1074267" y="549833"/>
                  </a:lnTo>
                  <a:lnTo>
                    <a:pt x="1050874" y="584530"/>
                  </a:lnTo>
                  <a:lnTo>
                    <a:pt x="1016177" y="607923"/>
                  </a:lnTo>
                  <a:lnTo>
                    <a:pt x="974178" y="616457"/>
                  </a:lnTo>
                  <a:lnTo>
                    <a:pt x="108610" y="616457"/>
                  </a:lnTo>
                  <a:lnTo>
                    <a:pt x="66611" y="607923"/>
                  </a:lnTo>
                  <a:lnTo>
                    <a:pt x="31915" y="584530"/>
                  </a:lnTo>
                  <a:lnTo>
                    <a:pt x="8521" y="549833"/>
                  </a:lnTo>
                  <a:lnTo>
                    <a:pt x="0" y="507847"/>
                  </a:lnTo>
                  <a:lnTo>
                    <a:pt x="0" y="108610"/>
                  </a:lnTo>
                  <a:lnTo>
                    <a:pt x="8521" y="66624"/>
                  </a:lnTo>
                  <a:lnTo>
                    <a:pt x="31915" y="31927"/>
                  </a:lnTo>
                  <a:lnTo>
                    <a:pt x="66611" y="8534"/>
                  </a:lnTo>
                  <a:lnTo>
                    <a:pt x="108610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2739" y="5004816"/>
              <a:ext cx="1062227" cy="61874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73221" y="4995291"/>
              <a:ext cx="1081405" cy="638175"/>
            </a:xfrm>
            <a:custGeom>
              <a:avLst/>
              <a:gdLst/>
              <a:ahLst/>
              <a:cxnLst/>
              <a:rect l="l" t="t" r="r" b="b"/>
              <a:pathLst>
                <a:path w="1081404" h="638175">
                  <a:moveTo>
                    <a:pt x="112166" y="0"/>
                  </a:moveTo>
                  <a:lnTo>
                    <a:pt x="969098" y="0"/>
                  </a:lnTo>
                  <a:lnTo>
                    <a:pt x="991311" y="2235"/>
                  </a:lnTo>
                  <a:lnTo>
                    <a:pt x="1031633" y="19202"/>
                  </a:lnTo>
                  <a:lnTo>
                    <a:pt x="1062062" y="49644"/>
                  </a:lnTo>
                  <a:lnTo>
                    <a:pt x="1079030" y="89954"/>
                  </a:lnTo>
                  <a:lnTo>
                    <a:pt x="1081278" y="112166"/>
                  </a:lnTo>
                  <a:lnTo>
                    <a:pt x="1081278" y="525627"/>
                  </a:lnTo>
                  <a:lnTo>
                    <a:pt x="1072464" y="568998"/>
                  </a:lnTo>
                  <a:lnTo>
                    <a:pt x="1048308" y="604824"/>
                  </a:lnTo>
                  <a:lnTo>
                    <a:pt x="1012482" y="628980"/>
                  </a:lnTo>
                  <a:lnTo>
                    <a:pt x="969098" y="637793"/>
                  </a:lnTo>
                  <a:lnTo>
                    <a:pt x="112166" y="637793"/>
                  </a:lnTo>
                  <a:lnTo>
                    <a:pt x="68783" y="628980"/>
                  </a:lnTo>
                  <a:lnTo>
                    <a:pt x="32956" y="604824"/>
                  </a:lnTo>
                  <a:lnTo>
                    <a:pt x="8801" y="568998"/>
                  </a:lnTo>
                  <a:lnTo>
                    <a:pt x="0" y="525627"/>
                  </a:lnTo>
                  <a:lnTo>
                    <a:pt x="0" y="112166"/>
                  </a:lnTo>
                  <a:lnTo>
                    <a:pt x="8801" y="68795"/>
                  </a:lnTo>
                  <a:lnTo>
                    <a:pt x="32956" y="32969"/>
                  </a:lnTo>
                  <a:lnTo>
                    <a:pt x="68783" y="8813"/>
                  </a:lnTo>
                  <a:lnTo>
                    <a:pt x="112166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03129" y="4757162"/>
              <a:ext cx="1073150" cy="1082040"/>
            </a:xfrm>
            <a:custGeom>
              <a:avLst/>
              <a:gdLst/>
              <a:ahLst/>
              <a:cxnLst/>
              <a:rect l="l" t="t" r="r" b="b"/>
              <a:pathLst>
                <a:path w="1073150" h="1082039">
                  <a:moveTo>
                    <a:pt x="941730" y="0"/>
                  </a:moveTo>
                  <a:lnTo>
                    <a:pt x="131165" y="0"/>
                  </a:lnTo>
                  <a:lnTo>
                    <a:pt x="80110" y="10307"/>
                  </a:lnTo>
                  <a:lnTo>
                    <a:pt x="38417" y="38417"/>
                  </a:lnTo>
                  <a:lnTo>
                    <a:pt x="10307" y="80110"/>
                  </a:lnTo>
                  <a:lnTo>
                    <a:pt x="0" y="131165"/>
                  </a:lnTo>
                  <a:lnTo>
                    <a:pt x="0" y="950887"/>
                  </a:lnTo>
                  <a:lnTo>
                    <a:pt x="10307" y="1001935"/>
                  </a:lnTo>
                  <a:lnTo>
                    <a:pt x="38417" y="1043624"/>
                  </a:lnTo>
                  <a:lnTo>
                    <a:pt x="80110" y="1071732"/>
                  </a:lnTo>
                  <a:lnTo>
                    <a:pt x="131165" y="1082040"/>
                  </a:lnTo>
                  <a:lnTo>
                    <a:pt x="941730" y="1082040"/>
                  </a:lnTo>
                  <a:lnTo>
                    <a:pt x="992785" y="1071732"/>
                  </a:lnTo>
                  <a:lnTo>
                    <a:pt x="1034478" y="1043624"/>
                  </a:lnTo>
                  <a:lnTo>
                    <a:pt x="1062588" y="1001935"/>
                  </a:lnTo>
                  <a:lnTo>
                    <a:pt x="1072896" y="950887"/>
                  </a:lnTo>
                  <a:lnTo>
                    <a:pt x="1072896" y="131165"/>
                  </a:lnTo>
                  <a:lnTo>
                    <a:pt x="1062588" y="80110"/>
                  </a:lnTo>
                  <a:lnTo>
                    <a:pt x="1034478" y="38417"/>
                  </a:lnTo>
                  <a:lnTo>
                    <a:pt x="992785" y="10307"/>
                  </a:lnTo>
                  <a:lnTo>
                    <a:pt x="9417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803129" y="4757162"/>
              <a:ext cx="1073150" cy="1082040"/>
            </a:xfrm>
            <a:custGeom>
              <a:avLst/>
              <a:gdLst/>
              <a:ahLst/>
              <a:cxnLst/>
              <a:rect l="l" t="t" r="r" b="b"/>
              <a:pathLst>
                <a:path w="1073150" h="1082039">
                  <a:moveTo>
                    <a:pt x="0" y="131165"/>
                  </a:moveTo>
                  <a:lnTo>
                    <a:pt x="10307" y="80110"/>
                  </a:lnTo>
                  <a:lnTo>
                    <a:pt x="38417" y="38417"/>
                  </a:lnTo>
                  <a:lnTo>
                    <a:pt x="80110" y="10307"/>
                  </a:lnTo>
                  <a:lnTo>
                    <a:pt x="131165" y="0"/>
                  </a:lnTo>
                  <a:lnTo>
                    <a:pt x="941730" y="0"/>
                  </a:lnTo>
                  <a:lnTo>
                    <a:pt x="992785" y="10307"/>
                  </a:lnTo>
                  <a:lnTo>
                    <a:pt x="1034478" y="38417"/>
                  </a:lnTo>
                  <a:lnTo>
                    <a:pt x="1062588" y="80110"/>
                  </a:lnTo>
                  <a:lnTo>
                    <a:pt x="1072896" y="131165"/>
                  </a:lnTo>
                  <a:lnTo>
                    <a:pt x="1072896" y="950887"/>
                  </a:lnTo>
                  <a:lnTo>
                    <a:pt x="1062588" y="1001935"/>
                  </a:lnTo>
                  <a:lnTo>
                    <a:pt x="1034478" y="1043624"/>
                  </a:lnTo>
                  <a:lnTo>
                    <a:pt x="992785" y="1071732"/>
                  </a:lnTo>
                  <a:lnTo>
                    <a:pt x="941730" y="1082040"/>
                  </a:lnTo>
                  <a:lnTo>
                    <a:pt x="131165" y="1082040"/>
                  </a:lnTo>
                  <a:lnTo>
                    <a:pt x="80110" y="1071732"/>
                  </a:lnTo>
                  <a:lnTo>
                    <a:pt x="38417" y="1043624"/>
                  </a:lnTo>
                  <a:lnTo>
                    <a:pt x="10307" y="1001935"/>
                  </a:lnTo>
                  <a:lnTo>
                    <a:pt x="0" y="950887"/>
                  </a:lnTo>
                  <a:lnTo>
                    <a:pt x="0" y="13116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2095" y="4835651"/>
              <a:ext cx="859534" cy="91592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701539" y="5294376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93731" y="5208644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4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86902" y="5294376"/>
              <a:ext cx="1720850" cy="0"/>
            </a:xfrm>
            <a:custGeom>
              <a:avLst/>
              <a:gdLst/>
              <a:ahLst/>
              <a:cxnLst/>
              <a:rect l="l" t="t" r="r" b="b"/>
              <a:pathLst>
                <a:path w="1720850">
                  <a:moveTo>
                    <a:pt x="0" y="0"/>
                  </a:moveTo>
                  <a:lnTo>
                    <a:pt x="1720773" y="0"/>
                  </a:lnTo>
                </a:path>
              </a:pathLst>
            </a:custGeom>
            <a:ln w="57150">
              <a:solidFill>
                <a:srgbClr val="5959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44031" y="5208643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37" y="0"/>
                  </a:moveTo>
                  <a:lnTo>
                    <a:pt x="0" y="85737"/>
                  </a:lnTo>
                  <a:lnTo>
                    <a:pt x="171450" y="171449"/>
                  </a:lnTo>
                  <a:lnTo>
                    <a:pt x="171437" y="0"/>
                  </a:lnTo>
                  <a:close/>
                </a:path>
              </a:pathLst>
            </a:custGeom>
            <a:solidFill>
              <a:srgbClr val="5959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14841" y="3355854"/>
              <a:ext cx="0" cy="1266825"/>
            </a:xfrm>
            <a:custGeom>
              <a:avLst/>
              <a:gdLst/>
              <a:ahLst/>
              <a:cxnLst/>
              <a:rect l="l" t="t" r="r" b="b"/>
              <a:pathLst>
                <a:path h="1266825">
                  <a:moveTo>
                    <a:pt x="0" y="0"/>
                  </a:moveTo>
                  <a:lnTo>
                    <a:pt x="0" y="1266437"/>
                  </a:lnTo>
                </a:path>
              </a:pathLst>
            </a:custGeom>
            <a:ln w="43116">
              <a:solidFill>
                <a:srgbClr val="59595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0983" y="3162300"/>
              <a:ext cx="202692" cy="21183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432047" y="4639055"/>
              <a:ext cx="1489075" cy="338455"/>
            </a:xfrm>
            <a:custGeom>
              <a:avLst/>
              <a:gdLst/>
              <a:ahLst/>
              <a:cxnLst/>
              <a:rect l="l" t="t" r="r" b="b"/>
              <a:pathLst>
                <a:path w="1489075" h="338454">
                  <a:moveTo>
                    <a:pt x="1488948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1488948" y="338328"/>
                  </a:lnTo>
                  <a:lnTo>
                    <a:pt x="148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solution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99945" y="1394289"/>
            <a:ext cx="1945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4511807"/>
            <a:ext cx="1380490" cy="1696720"/>
          </a:xfrm>
          <a:custGeom>
            <a:avLst/>
            <a:gdLst/>
            <a:ahLst/>
            <a:cxnLst/>
            <a:rect l="l" t="t" r="r" b="b"/>
            <a:pathLst>
              <a:path w="1380490" h="1696720">
                <a:moveTo>
                  <a:pt x="0" y="0"/>
                </a:moveTo>
                <a:lnTo>
                  <a:pt x="1097280" y="0"/>
                </a:lnTo>
                <a:lnTo>
                  <a:pt x="1143136" y="3700"/>
                </a:lnTo>
                <a:lnTo>
                  <a:pt x="1186636" y="14412"/>
                </a:lnTo>
                <a:lnTo>
                  <a:pt x="1227198" y="31554"/>
                </a:lnTo>
                <a:lnTo>
                  <a:pt x="1264240" y="54544"/>
                </a:lnTo>
                <a:lnTo>
                  <a:pt x="1297181" y="82800"/>
                </a:lnTo>
                <a:lnTo>
                  <a:pt x="1325437" y="115741"/>
                </a:lnTo>
                <a:lnTo>
                  <a:pt x="1348427" y="152783"/>
                </a:lnTo>
                <a:lnTo>
                  <a:pt x="1365569" y="193345"/>
                </a:lnTo>
                <a:lnTo>
                  <a:pt x="1376281" y="236845"/>
                </a:lnTo>
                <a:lnTo>
                  <a:pt x="1379982" y="282701"/>
                </a:lnTo>
                <a:lnTo>
                  <a:pt x="1379982" y="1413497"/>
                </a:lnTo>
                <a:lnTo>
                  <a:pt x="1376281" y="1459353"/>
                </a:lnTo>
                <a:lnTo>
                  <a:pt x="1365569" y="1502855"/>
                </a:lnTo>
                <a:lnTo>
                  <a:pt x="1348427" y="1543418"/>
                </a:lnTo>
                <a:lnTo>
                  <a:pt x="1325437" y="1580462"/>
                </a:lnTo>
                <a:lnTo>
                  <a:pt x="1297181" y="1613404"/>
                </a:lnTo>
                <a:lnTo>
                  <a:pt x="1264240" y="1641662"/>
                </a:lnTo>
                <a:lnTo>
                  <a:pt x="1227198" y="1664654"/>
                </a:lnTo>
                <a:lnTo>
                  <a:pt x="1186636" y="1681798"/>
                </a:lnTo>
                <a:lnTo>
                  <a:pt x="1143136" y="1692511"/>
                </a:lnTo>
                <a:lnTo>
                  <a:pt x="1097280" y="1696212"/>
                </a:lnTo>
                <a:lnTo>
                  <a:pt x="0" y="169621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01139" y="5294376"/>
            <a:ext cx="1863725" cy="0"/>
          </a:xfrm>
          <a:custGeom>
            <a:avLst/>
            <a:gdLst/>
            <a:ahLst/>
            <a:cxnLst/>
            <a:rect l="l" t="t" r="r" b="b"/>
            <a:pathLst>
              <a:path w="1863725">
                <a:moveTo>
                  <a:pt x="0" y="0"/>
                </a:moveTo>
                <a:lnTo>
                  <a:pt x="1863648" y="0"/>
                </a:lnTo>
              </a:path>
            </a:pathLst>
          </a:custGeom>
          <a:ln w="57150">
            <a:solidFill>
              <a:srgbClr val="5959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14718" y="2137612"/>
            <a:ext cx="735965" cy="930275"/>
          </a:xfrm>
          <a:custGeom>
            <a:avLst/>
            <a:gdLst/>
            <a:ahLst/>
            <a:cxnLst/>
            <a:rect l="l" t="t" r="r" b="b"/>
            <a:pathLst>
              <a:path w="735965" h="930275">
                <a:moveTo>
                  <a:pt x="687793" y="888669"/>
                </a:moveTo>
                <a:lnTo>
                  <a:pt x="604685" y="888669"/>
                </a:lnTo>
                <a:lnTo>
                  <a:pt x="604685" y="819721"/>
                </a:lnTo>
                <a:lnTo>
                  <a:pt x="604685" y="813155"/>
                </a:lnTo>
                <a:lnTo>
                  <a:pt x="604685" y="690587"/>
                </a:lnTo>
                <a:lnTo>
                  <a:pt x="604685" y="687298"/>
                </a:lnTo>
                <a:lnTo>
                  <a:pt x="604685" y="616165"/>
                </a:lnTo>
                <a:lnTo>
                  <a:pt x="602564" y="605421"/>
                </a:lnTo>
                <a:lnTo>
                  <a:pt x="596760" y="596734"/>
                </a:lnTo>
                <a:lnTo>
                  <a:pt x="588073" y="590918"/>
                </a:lnTo>
                <a:lnTo>
                  <a:pt x="577354" y="588797"/>
                </a:lnTo>
                <a:lnTo>
                  <a:pt x="501904" y="588797"/>
                </a:lnTo>
                <a:lnTo>
                  <a:pt x="501904" y="751865"/>
                </a:lnTo>
                <a:lnTo>
                  <a:pt x="440664" y="813155"/>
                </a:lnTo>
                <a:lnTo>
                  <a:pt x="425361" y="797839"/>
                </a:lnTo>
                <a:lnTo>
                  <a:pt x="471284" y="751865"/>
                </a:lnTo>
                <a:lnTo>
                  <a:pt x="425361" y="705904"/>
                </a:lnTo>
                <a:lnTo>
                  <a:pt x="440664" y="690587"/>
                </a:lnTo>
                <a:lnTo>
                  <a:pt x="501904" y="751865"/>
                </a:lnTo>
                <a:lnTo>
                  <a:pt x="501904" y="588797"/>
                </a:lnTo>
                <a:lnTo>
                  <a:pt x="404583" y="588797"/>
                </a:lnTo>
                <a:lnTo>
                  <a:pt x="404583" y="696048"/>
                </a:lnTo>
                <a:lnTo>
                  <a:pt x="353187" y="819721"/>
                </a:lnTo>
                <a:lnTo>
                  <a:pt x="335965" y="812063"/>
                </a:lnTo>
                <a:lnTo>
                  <a:pt x="333502" y="810971"/>
                </a:lnTo>
                <a:lnTo>
                  <a:pt x="383984" y="689483"/>
                </a:lnTo>
                <a:lnTo>
                  <a:pt x="384898" y="687298"/>
                </a:lnTo>
                <a:lnTo>
                  <a:pt x="404583" y="696048"/>
                </a:lnTo>
                <a:lnTo>
                  <a:pt x="404583" y="588797"/>
                </a:lnTo>
                <a:lnTo>
                  <a:pt x="311632" y="588797"/>
                </a:lnTo>
                <a:lnTo>
                  <a:pt x="311632" y="704811"/>
                </a:lnTo>
                <a:lnTo>
                  <a:pt x="265709" y="750773"/>
                </a:lnTo>
                <a:lnTo>
                  <a:pt x="311632" y="796747"/>
                </a:lnTo>
                <a:lnTo>
                  <a:pt x="296329" y="812063"/>
                </a:lnTo>
                <a:lnTo>
                  <a:pt x="235089" y="750773"/>
                </a:lnTo>
                <a:lnTo>
                  <a:pt x="296329" y="689483"/>
                </a:lnTo>
                <a:lnTo>
                  <a:pt x="311632" y="704811"/>
                </a:lnTo>
                <a:lnTo>
                  <a:pt x="311632" y="588797"/>
                </a:lnTo>
                <a:lnTo>
                  <a:pt x="160731" y="588797"/>
                </a:lnTo>
                <a:lnTo>
                  <a:pt x="149999" y="590918"/>
                </a:lnTo>
                <a:lnTo>
                  <a:pt x="141325" y="596734"/>
                </a:lnTo>
                <a:lnTo>
                  <a:pt x="135521" y="605421"/>
                </a:lnTo>
                <a:lnTo>
                  <a:pt x="133400" y="616165"/>
                </a:lnTo>
                <a:lnTo>
                  <a:pt x="133400" y="888669"/>
                </a:lnTo>
                <a:lnTo>
                  <a:pt x="50292" y="888669"/>
                </a:lnTo>
                <a:lnTo>
                  <a:pt x="50292" y="902906"/>
                </a:lnTo>
                <a:lnTo>
                  <a:pt x="52412" y="913638"/>
                </a:lnTo>
                <a:lnTo>
                  <a:pt x="58216" y="922324"/>
                </a:lnTo>
                <a:lnTo>
                  <a:pt x="66903" y="928141"/>
                </a:lnTo>
                <a:lnTo>
                  <a:pt x="77635" y="930262"/>
                </a:lnTo>
                <a:lnTo>
                  <a:pt x="660450" y="930262"/>
                </a:lnTo>
                <a:lnTo>
                  <a:pt x="671182" y="928141"/>
                </a:lnTo>
                <a:lnTo>
                  <a:pt x="679856" y="922324"/>
                </a:lnTo>
                <a:lnTo>
                  <a:pt x="685673" y="913638"/>
                </a:lnTo>
                <a:lnTo>
                  <a:pt x="687793" y="902906"/>
                </a:lnTo>
                <a:lnTo>
                  <a:pt x="687793" y="888669"/>
                </a:lnTo>
                <a:close/>
              </a:path>
              <a:path w="735965" h="930275">
                <a:moveTo>
                  <a:pt x="735901" y="777036"/>
                </a:moveTo>
                <a:lnTo>
                  <a:pt x="718413" y="611784"/>
                </a:lnTo>
                <a:lnTo>
                  <a:pt x="707199" y="566775"/>
                </a:lnTo>
                <a:lnTo>
                  <a:pt x="677951" y="530796"/>
                </a:lnTo>
                <a:lnTo>
                  <a:pt x="646252" y="507657"/>
                </a:lnTo>
                <a:lnTo>
                  <a:pt x="612203" y="488530"/>
                </a:lnTo>
                <a:lnTo>
                  <a:pt x="576313" y="472465"/>
                </a:lnTo>
                <a:lnTo>
                  <a:pt x="539076" y="458571"/>
                </a:lnTo>
                <a:lnTo>
                  <a:pt x="485495" y="436676"/>
                </a:lnTo>
                <a:lnTo>
                  <a:pt x="481126" y="434492"/>
                </a:lnTo>
                <a:lnTo>
                  <a:pt x="478942" y="431203"/>
                </a:lnTo>
                <a:lnTo>
                  <a:pt x="478942" y="424637"/>
                </a:lnTo>
                <a:lnTo>
                  <a:pt x="478942" y="400558"/>
                </a:lnTo>
                <a:lnTo>
                  <a:pt x="506717" y="372872"/>
                </a:lnTo>
                <a:lnTo>
                  <a:pt x="527329" y="339953"/>
                </a:lnTo>
                <a:lnTo>
                  <a:pt x="540143" y="303136"/>
                </a:lnTo>
                <a:lnTo>
                  <a:pt x="544550" y="263753"/>
                </a:lnTo>
                <a:lnTo>
                  <a:pt x="544550" y="224358"/>
                </a:lnTo>
                <a:lnTo>
                  <a:pt x="551103" y="228739"/>
                </a:lnTo>
                <a:lnTo>
                  <a:pt x="566420" y="230924"/>
                </a:lnTo>
                <a:lnTo>
                  <a:pt x="564184" y="224358"/>
                </a:lnTo>
                <a:lnTo>
                  <a:pt x="547827" y="176199"/>
                </a:lnTo>
                <a:lnTo>
                  <a:pt x="543458" y="160883"/>
                </a:lnTo>
                <a:lnTo>
                  <a:pt x="542353" y="153225"/>
                </a:lnTo>
                <a:lnTo>
                  <a:pt x="539407" y="142278"/>
                </a:lnTo>
                <a:lnTo>
                  <a:pt x="530694" y="109893"/>
                </a:lnTo>
                <a:lnTo>
                  <a:pt x="509689" y="73329"/>
                </a:lnTo>
                <a:lnTo>
                  <a:pt x="499719" y="63017"/>
                </a:lnTo>
                <a:lnTo>
                  <a:pt x="499719" y="186055"/>
                </a:lnTo>
                <a:lnTo>
                  <a:pt x="499719" y="262661"/>
                </a:lnTo>
                <a:lnTo>
                  <a:pt x="489356" y="313651"/>
                </a:lnTo>
                <a:lnTo>
                  <a:pt x="461175" y="355422"/>
                </a:lnTo>
                <a:lnTo>
                  <a:pt x="454875" y="359689"/>
                </a:lnTo>
                <a:lnTo>
                  <a:pt x="454875" y="469506"/>
                </a:lnTo>
                <a:lnTo>
                  <a:pt x="433374" y="475234"/>
                </a:lnTo>
                <a:lnTo>
                  <a:pt x="411556" y="479221"/>
                </a:lnTo>
                <a:lnTo>
                  <a:pt x="389534" y="481355"/>
                </a:lnTo>
                <a:lnTo>
                  <a:pt x="367398" y="481545"/>
                </a:lnTo>
                <a:lnTo>
                  <a:pt x="345909" y="480745"/>
                </a:lnTo>
                <a:lnTo>
                  <a:pt x="324205" y="478396"/>
                </a:lnTo>
                <a:lnTo>
                  <a:pt x="302514" y="474624"/>
                </a:lnTo>
                <a:lnTo>
                  <a:pt x="281025" y="469506"/>
                </a:lnTo>
                <a:lnTo>
                  <a:pt x="289966" y="460971"/>
                </a:lnTo>
                <a:lnTo>
                  <a:pt x="296875" y="450494"/>
                </a:lnTo>
                <a:lnTo>
                  <a:pt x="301320" y="438569"/>
                </a:lnTo>
                <a:lnTo>
                  <a:pt x="301421" y="437769"/>
                </a:lnTo>
                <a:lnTo>
                  <a:pt x="302895" y="425729"/>
                </a:lnTo>
                <a:lnTo>
                  <a:pt x="302895" y="424637"/>
                </a:lnTo>
                <a:lnTo>
                  <a:pt x="335076" y="434492"/>
                </a:lnTo>
                <a:lnTo>
                  <a:pt x="368503" y="437769"/>
                </a:lnTo>
                <a:lnTo>
                  <a:pt x="401916" y="434492"/>
                </a:lnTo>
                <a:lnTo>
                  <a:pt x="434111" y="424637"/>
                </a:lnTo>
                <a:lnTo>
                  <a:pt x="434111" y="425729"/>
                </a:lnTo>
                <a:lnTo>
                  <a:pt x="435508" y="437959"/>
                </a:lnTo>
                <a:lnTo>
                  <a:pt x="439572" y="449668"/>
                </a:lnTo>
                <a:lnTo>
                  <a:pt x="446100" y="460362"/>
                </a:lnTo>
                <a:lnTo>
                  <a:pt x="454875" y="469506"/>
                </a:lnTo>
                <a:lnTo>
                  <a:pt x="454875" y="359689"/>
                </a:lnTo>
                <a:lnTo>
                  <a:pt x="419442" y="383628"/>
                </a:lnTo>
                <a:lnTo>
                  <a:pt x="368503" y="393992"/>
                </a:lnTo>
                <a:lnTo>
                  <a:pt x="319697" y="384708"/>
                </a:lnTo>
                <a:lnTo>
                  <a:pt x="279107" y="359105"/>
                </a:lnTo>
                <a:lnTo>
                  <a:pt x="250405" y="320586"/>
                </a:lnTo>
                <a:lnTo>
                  <a:pt x="237286" y="272516"/>
                </a:lnTo>
                <a:lnTo>
                  <a:pt x="285102" y="255181"/>
                </a:lnTo>
                <a:lnTo>
                  <a:pt x="336372" y="233451"/>
                </a:lnTo>
                <a:lnTo>
                  <a:pt x="386715" y="207352"/>
                </a:lnTo>
                <a:lnTo>
                  <a:pt x="431685" y="176936"/>
                </a:lnTo>
                <a:lnTo>
                  <a:pt x="466915" y="142278"/>
                </a:lnTo>
                <a:lnTo>
                  <a:pt x="474497" y="153581"/>
                </a:lnTo>
                <a:lnTo>
                  <a:pt x="482485" y="164579"/>
                </a:lnTo>
                <a:lnTo>
                  <a:pt x="490893" y="175361"/>
                </a:lnTo>
                <a:lnTo>
                  <a:pt x="499719" y="186055"/>
                </a:lnTo>
                <a:lnTo>
                  <a:pt x="499719" y="63017"/>
                </a:lnTo>
                <a:lnTo>
                  <a:pt x="480695" y="43332"/>
                </a:lnTo>
                <a:lnTo>
                  <a:pt x="458254" y="28460"/>
                </a:lnTo>
                <a:lnTo>
                  <a:pt x="445046" y="19697"/>
                </a:lnTo>
                <a:lnTo>
                  <a:pt x="440664" y="17513"/>
                </a:lnTo>
                <a:lnTo>
                  <a:pt x="435203" y="17513"/>
                </a:lnTo>
                <a:lnTo>
                  <a:pt x="430822" y="20802"/>
                </a:lnTo>
                <a:lnTo>
                  <a:pt x="420979" y="28460"/>
                </a:lnTo>
                <a:lnTo>
                  <a:pt x="410044" y="13131"/>
                </a:lnTo>
                <a:lnTo>
                  <a:pt x="367398" y="0"/>
                </a:lnTo>
                <a:lnTo>
                  <a:pt x="317614" y="7772"/>
                </a:lnTo>
                <a:lnTo>
                  <a:pt x="273291" y="29565"/>
                </a:lnTo>
                <a:lnTo>
                  <a:pt x="236474" y="63119"/>
                </a:lnTo>
                <a:lnTo>
                  <a:pt x="209207" y="106184"/>
                </a:lnTo>
                <a:lnTo>
                  <a:pt x="193548" y="156502"/>
                </a:lnTo>
                <a:lnTo>
                  <a:pt x="193548" y="182765"/>
                </a:lnTo>
                <a:lnTo>
                  <a:pt x="192709" y="200621"/>
                </a:lnTo>
                <a:lnTo>
                  <a:pt x="190119" y="218071"/>
                </a:lnTo>
                <a:lnTo>
                  <a:pt x="185699" y="235102"/>
                </a:lnTo>
                <a:lnTo>
                  <a:pt x="179324" y="251714"/>
                </a:lnTo>
                <a:lnTo>
                  <a:pt x="160731" y="295490"/>
                </a:lnTo>
                <a:lnTo>
                  <a:pt x="168668" y="293497"/>
                </a:lnTo>
                <a:lnTo>
                  <a:pt x="174955" y="291807"/>
                </a:lnTo>
                <a:lnTo>
                  <a:pt x="195732" y="285648"/>
                </a:lnTo>
                <a:lnTo>
                  <a:pt x="203022" y="318338"/>
                </a:lnTo>
                <a:lnTo>
                  <a:pt x="216369" y="348576"/>
                </a:lnTo>
                <a:lnTo>
                  <a:pt x="235242" y="375526"/>
                </a:lnTo>
                <a:lnTo>
                  <a:pt x="259156" y="398373"/>
                </a:lnTo>
                <a:lnTo>
                  <a:pt x="259156" y="430110"/>
                </a:lnTo>
                <a:lnTo>
                  <a:pt x="256959" y="434492"/>
                </a:lnTo>
                <a:lnTo>
                  <a:pt x="252590" y="435584"/>
                </a:lnTo>
                <a:lnTo>
                  <a:pt x="199009" y="457466"/>
                </a:lnTo>
                <a:lnTo>
                  <a:pt x="161785" y="471373"/>
                </a:lnTo>
                <a:lnTo>
                  <a:pt x="125882" y="487426"/>
                </a:lnTo>
                <a:lnTo>
                  <a:pt x="91833" y="506564"/>
                </a:lnTo>
                <a:lnTo>
                  <a:pt x="60134" y="529704"/>
                </a:lnTo>
                <a:lnTo>
                  <a:pt x="30340" y="565683"/>
                </a:lnTo>
                <a:lnTo>
                  <a:pt x="18580" y="610692"/>
                </a:lnTo>
                <a:lnTo>
                  <a:pt x="18465" y="611784"/>
                </a:lnTo>
                <a:lnTo>
                  <a:pt x="18338" y="612876"/>
                </a:lnTo>
                <a:lnTo>
                  <a:pt x="0" y="777036"/>
                </a:lnTo>
                <a:lnTo>
                  <a:pt x="114" y="794931"/>
                </a:lnTo>
                <a:lnTo>
                  <a:pt x="5041" y="811758"/>
                </a:lnTo>
                <a:lnTo>
                  <a:pt x="40005" y="846150"/>
                </a:lnTo>
                <a:lnTo>
                  <a:pt x="80911" y="865695"/>
                </a:lnTo>
                <a:lnTo>
                  <a:pt x="111531" y="865695"/>
                </a:lnTo>
                <a:lnTo>
                  <a:pt x="111531" y="831761"/>
                </a:lnTo>
                <a:lnTo>
                  <a:pt x="96151" y="825779"/>
                </a:lnTo>
                <a:lnTo>
                  <a:pt x="81191" y="819175"/>
                </a:lnTo>
                <a:lnTo>
                  <a:pt x="66624" y="811758"/>
                </a:lnTo>
                <a:lnTo>
                  <a:pt x="52489" y="803313"/>
                </a:lnTo>
                <a:lnTo>
                  <a:pt x="45923" y="798931"/>
                </a:lnTo>
                <a:lnTo>
                  <a:pt x="42646" y="791273"/>
                </a:lnTo>
                <a:lnTo>
                  <a:pt x="43738" y="783602"/>
                </a:lnTo>
                <a:lnTo>
                  <a:pt x="43853" y="782510"/>
                </a:lnTo>
                <a:lnTo>
                  <a:pt x="62318" y="615073"/>
                </a:lnTo>
                <a:lnTo>
                  <a:pt x="62318" y="612876"/>
                </a:lnTo>
                <a:lnTo>
                  <a:pt x="64096" y="598563"/>
                </a:lnTo>
                <a:lnTo>
                  <a:pt x="87477" y="563626"/>
                </a:lnTo>
                <a:lnTo>
                  <a:pt x="146659" y="526415"/>
                </a:lnTo>
                <a:lnTo>
                  <a:pt x="213220" y="499059"/>
                </a:lnTo>
                <a:lnTo>
                  <a:pt x="230720" y="493585"/>
                </a:lnTo>
                <a:lnTo>
                  <a:pt x="257784" y="506857"/>
                </a:lnTo>
                <a:lnTo>
                  <a:pt x="290588" y="516839"/>
                </a:lnTo>
                <a:lnTo>
                  <a:pt x="327901" y="523138"/>
                </a:lnTo>
                <a:lnTo>
                  <a:pt x="368503" y="525322"/>
                </a:lnTo>
                <a:lnTo>
                  <a:pt x="409105" y="523138"/>
                </a:lnTo>
                <a:lnTo>
                  <a:pt x="446544" y="516839"/>
                </a:lnTo>
                <a:lnTo>
                  <a:pt x="479679" y="506857"/>
                </a:lnTo>
                <a:lnTo>
                  <a:pt x="507365" y="493585"/>
                </a:lnTo>
                <a:lnTo>
                  <a:pt x="523773" y="499059"/>
                </a:lnTo>
                <a:lnTo>
                  <a:pt x="590334" y="526415"/>
                </a:lnTo>
                <a:lnTo>
                  <a:pt x="649516" y="563626"/>
                </a:lnTo>
                <a:lnTo>
                  <a:pt x="671969" y="598563"/>
                </a:lnTo>
                <a:lnTo>
                  <a:pt x="673582" y="612876"/>
                </a:lnTo>
                <a:lnTo>
                  <a:pt x="693254" y="782510"/>
                </a:lnTo>
                <a:lnTo>
                  <a:pt x="655802" y="818489"/>
                </a:lnTo>
                <a:lnTo>
                  <a:pt x="625462" y="830668"/>
                </a:lnTo>
                <a:lnTo>
                  <a:pt x="625462" y="865695"/>
                </a:lnTo>
                <a:lnTo>
                  <a:pt x="654989" y="865695"/>
                </a:lnTo>
                <a:lnTo>
                  <a:pt x="668896" y="859726"/>
                </a:lnTo>
                <a:lnTo>
                  <a:pt x="708571" y="838327"/>
                </a:lnTo>
                <a:lnTo>
                  <a:pt x="735787" y="794931"/>
                </a:lnTo>
                <a:lnTo>
                  <a:pt x="735901" y="7770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2498" y="2131402"/>
            <a:ext cx="422909" cy="574040"/>
          </a:xfrm>
          <a:custGeom>
            <a:avLst/>
            <a:gdLst/>
            <a:ahLst/>
            <a:cxnLst/>
            <a:rect l="l" t="t" r="r" b="b"/>
            <a:pathLst>
              <a:path w="422909" h="574039">
                <a:moveTo>
                  <a:pt x="422579" y="392747"/>
                </a:moveTo>
                <a:lnTo>
                  <a:pt x="411759" y="411784"/>
                </a:lnTo>
                <a:lnTo>
                  <a:pt x="381673" y="428371"/>
                </a:lnTo>
                <a:lnTo>
                  <a:pt x="377304" y="429628"/>
                </a:lnTo>
                <a:lnTo>
                  <a:pt x="377304" y="489419"/>
                </a:lnTo>
                <a:lnTo>
                  <a:pt x="377304" y="507542"/>
                </a:lnTo>
                <a:lnTo>
                  <a:pt x="371271" y="513588"/>
                </a:lnTo>
                <a:lnTo>
                  <a:pt x="353161" y="513588"/>
                </a:lnTo>
                <a:lnTo>
                  <a:pt x="347116" y="507542"/>
                </a:lnTo>
                <a:lnTo>
                  <a:pt x="347116" y="489419"/>
                </a:lnTo>
                <a:lnTo>
                  <a:pt x="353161" y="483374"/>
                </a:lnTo>
                <a:lnTo>
                  <a:pt x="371271" y="483374"/>
                </a:lnTo>
                <a:lnTo>
                  <a:pt x="377304" y="489419"/>
                </a:lnTo>
                <a:lnTo>
                  <a:pt x="377304" y="429628"/>
                </a:lnTo>
                <a:lnTo>
                  <a:pt x="335864" y="441464"/>
                </a:lnTo>
                <a:lnTo>
                  <a:pt x="277888" y="450075"/>
                </a:lnTo>
                <a:lnTo>
                  <a:pt x="211289" y="453161"/>
                </a:lnTo>
                <a:lnTo>
                  <a:pt x="144691" y="450075"/>
                </a:lnTo>
                <a:lnTo>
                  <a:pt x="86715" y="441464"/>
                </a:lnTo>
                <a:lnTo>
                  <a:pt x="40906" y="428371"/>
                </a:lnTo>
                <a:lnTo>
                  <a:pt x="10820" y="411784"/>
                </a:lnTo>
                <a:lnTo>
                  <a:pt x="0" y="392747"/>
                </a:lnTo>
                <a:lnTo>
                  <a:pt x="0" y="513588"/>
                </a:lnTo>
                <a:lnTo>
                  <a:pt x="40906" y="549211"/>
                </a:lnTo>
                <a:lnTo>
                  <a:pt x="86715" y="562305"/>
                </a:lnTo>
                <a:lnTo>
                  <a:pt x="144691" y="570915"/>
                </a:lnTo>
                <a:lnTo>
                  <a:pt x="211289" y="574001"/>
                </a:lnTo>
                <a:lnTo>
                  <a:pt x="277888" y="570915"/>
                </a:lnTo>
                <a:lnTo>
                  <a:pt x="335864" y="562305"/>
                </a:lnTo>
                <a:lnTo>
                  <a:pt x="381673" y="549211"/>
                </a:lnTo>
                <a:lnTo>
                  <a:pt x="411759" y="532625"/>
                </a:lnTo>
                <a:lnTo>
                  <a:pt x="422579" y="513588"/>
                </a:lnTo>
                <a:lnTo>
                  <a:pt x="422579" y="483374"/>
                </a:lnTo>
                <a:lnTo>
                  <a:pt x="422579" y="453161"/>
                </a:lnTo>
                <a:lnTo>
                  <a:pt x="422579" y="392747"/>
                </a:lnTo>
                <a:close/>
              </a:path>
              <a:path w="422909" h="574039">
                <a:moveTo>
                  <a:pt x="422579" y="241693"/>
                </a:moveTo>
                <a:lnTo>
                  <a:pt x="411759" y="260731"/>
                </a:lnTo>
                <a:lnTo>
                  <a:pt x="381673" y="277317"/>
                </a:lnTo>
                <a:lnTo>
                  <a:pt x="377304" y="278574"/>
                </a:lnTo>
                <a:lnTo>
                  <a:pt x="377304" y="338366"/>
                </a:lnTo>
                <a:lnTo>
                  <a:pt x="377304" y="356489"/>
                </a:lnTo>
                <a:lnTo>
                  <a:pt x="371271" y="362534"/>
                </a:lnTo>
                <a:lnTo>
                  <a:pt x="353161" y="362534"/>
                </a:lnTo>
                <a:lnTo>
                  <a:pt x="347116" y="356489"/>
                </a:lnTo>
                <a:lnTo>
                  <a:pt x="347116" y="338366"/>
                </a:lnTo>
                <a:lnTo>
                  <a:pt x="353161" y="332320"/>
                </a:lnTo>
                <a:lnTo>
                  <a:pt x="371271" y="332320"/>
                </a:lnTo>
                <a:lnTo>
                  <a:pt x="377304" y="338366"/>
                </a:lnTo>
                <a:lnTo>
                  <a:pt x="377304" y="278574"/>
                </a:lnTo>
                <a:lnTo>
                  <a:pt x="335864" y="290410"/>
                </a:lnTo>
                <a:lnTo>
                  <a:pt x="277888" y="299021"/>
                </a:lnTo>
                <a:lnTo>
                  <a:pt x="211289" y="302107"/>
                </a:lnTo>
                <a:lnTo>
                  <a:pt x="144691" y="299021"/>
                </a:lnTo>
                <a:lnTo>
                  <a:pt x="86715" y="290410"/>
                </a:lnTo>
                <a:lnTo>
                  <a:pt x="40906" y="277317"/>
                </a:lnTo>
                <a:lnTo>
                  <a:pt x="10820" y="260731"/>
                </a:lnTo>
                <a:lnTo>
                  <a:pt x="0" y="241693"/>
                </a:lnTo>
                <a:lnTo>
                  <a:pt x="0" y="362534"/>
                </a:lnTo>
                <a:lnTo>
                  <a:pt x="40906" y="398157"/>
                </a:lnTo>
                <a:lnTo>
                  <a:pt x="86715" y="411251"/>
                </a:lnTo>
                <a:lnTo>
                  <a:pt x="144691" y="419862"/>
                </a:lnTo>
                <a:lnTo>
                  <a:pt x="211289" y="422948"/>
                </a:lnTo>
                <a:lnTo>
                  <a:pt x="277888" y="419862"/>
                </a:lnTo>
                <a:lnTo>
                  <a:pt x="335864" y="411251"/>
                </a:lnTo>
                <a:lnTo>
                  <a:pt x="381673" y="398157"/>
                </a:lnTo>
                <a:lnTo>
                  <a:pt x="411759" y="381571"/>
                </a:lnTo>
                <a:lnTo>
                  <a:pt x="422579" y="362534"/>
                </a:lnTo>
                <a:lnTo>
                  <a:pt x="422579" y="332320"/>
                </a:lnTo>
                <a:lnTo>
                  <a:pt x="422579" y="302107"/>
                </a:lnTo>
                <a:lnTo>
                  <a:pt x="422579" y="241693"/>
                </a:lnTo>
                <a:close/>
              </a:path>
              <a:path w="422909" h="574039">
                <a:moveTo>
                  <a:pt x="422579" y="90639"/>
                </a:moveTo>
                <a:lnTo>
                  <a:pt x="411759" y="109677"/>
                </a:lnTo>
                <a:lnTo>
                  <a:pt x="381673" y="126263"/>
                </a:lnTo>
                <a:lnTo>
                  <a:pt x="377304" y="127520"/>
                </a:lnTo>
                <a:lnTo>
                  <a:pt x="377304" y="187312"/>
                </a:lnTo>
                <a:lnTo>
                  <a:pt x="377304" y="205435"/>
                </a:lnTo>
                <a:lnTo>
                  <a:pt x="371271" y="211480"/>
                </a:lnTo>
                <a:lnTo>
                  <a:pt x="353161" y="211480"/>
                </a:lnTo>
                <a:lnTo>
                  <a:pt x="347116" y="205435"/>
                </a:lnTo>
                <a:lnTo>
                  <a:pt x="347116" y="187312"/>
                </a:lnTo>
                <a:lnTo>
                  <a:pt x="353161" y="181267"/>
                </a:lnTo>
                <a:lnTo>
                  <a:pt x="371271" y="181267"/>
                </a:lnTo>
                <a:lnTo>
                  <a:pt x="377304" y="187312"/>
                </a:lnTo>
                <a:lnTo>
                  <a:pt x="377304" y="127520"/>
                </a:lnTo>
                <a:lnTo>
                  <a:pt x="335864" y="139357"/>
                </a:lnTo>
                <a:lnTo>
                  <a:pt x="277888" y="147967"/>
                </a:lnTo>
                <a:lnTo>
                  <a:pt x="211289" y="151053"/>
                </a:lnTo>
                <a:lnTo>
                  <a:pt x="144691" y="147967"/>
                </a:lnTo>
                <a:lnTo>
                  <a:pt x="86715" y="139357"/>
                </a:lnTo>
                <a:lnTo>
                  <a:pt x="40906" y="126263"/>
                </a:lnTo>
                <a:lnTo>
                  <a:pt x="10820" y="109677"/>
                </a:lnTo>
                <a:lnTo>
                  <a:pt x="0" y="90639"/>
                </a:lnTo>
                <a:lnTo>
                  <a:pt x="0" y="211480"/>
                </a:lnTo>
                <a:lnTo>
                  <a:pt x="40906" y="247103"/>
                </a:lnTo>
                <a:lnTo>
                  <a:pt x="86715" y="260197"/>
                </a:lnTo>
                <a:lnTo>
                  <a:pt x="144691" y="268808"/>
                </a:lnTo>
                <a:lnTo>
                  <a:pt x="211289" y="271894"/>
                </a:lnTo>
                <a:lnTo>
                  <a:pt x="277888" y="268808"/>
                </a:lnTo>
                <a:lnTo>
                  <a:pt x="335864" y="260197"/>
                </a:lnTo>
                <a:lnTo>
                  <a:pt x="381673" y="247103"/>
                </a:lnTo>
                <a:lnTo>
                  <a:pt x="411759" y="230517"/>
                </a:lnTo>
                <a:lnTo>
                  <a:pt x="422579" y="211480"/>
                </a:lnTo>
                <a:lnTo>
                  <a:pt x="422579" y="181267"/>
                </a:lnTo>
                <a:lnTo>
                  <a:pt x="422579" y="151053"/>
                </a:lnTo>
                <a:lnTo>
                  <a:pt x="422579" y="90639"/>
                </a:lnTo>
                <a:close/>
              </a:path>
              <a:path w="422909" h="574039">
                <a:moveTo>
                  <a:pt x="422579" y="60426"/>
                </a:moveTo>
                <a:lnTo>
                  <a:pt x="381812" y="24739"/>
                </a:lnTo>
                <a:lnTo>
                  <a:pt x="336080" y="11658"/>
                </a:lnTo>
                <a:lnTo>
                  <a:pt x="278079" y="3086"/>
                </a:lnTo>
                <a:lnTo>
                  <a:pt x="211289" y="0"/>
                </a:lnTo>
                <a:lnTo>
                  <a:pt x="144500" y="3086"/>
                </a:lnTo>
                <a:lnTo>
                  <a:pt x="86499" y="11658"/>
                </a:lnTo>
                <a:lnTo>
                  <a:pt x="40767" y="24739"/>
                </a:lnTo>
                <a:lnTo>
                  <a:pt x="10769" y="41325"/>
                </a:lnTo>
                <a:lnTo>
                  <a:pt x="0" y="60426"/>
                </a:lnTo>
                <a:lnTo>
                  <a:pt x="10769" y="79527"/>
                </a:lnTo>
                <a:lnTo>
                  <a:pt x="40767" y="96113"/>
                </a:lnTo>
                <a:lnTo>
                  <a:pt x="86499" y="109194"/>
                </a:lnTo>
                <a:lnTo>
                  <a:pt x="144500" y="117767"/>
                </a:lnTo>
                <a:lnTo>
                  <a:pt x="211289" y="120853"/>
                </a:lnTo>
                <a:lnTo>
                  <a:pt x="278079" y="117767"/>
                </a:lnTo>
                <a:lnTo>
                  <a:pt x="336080" y="109194"/>
                </a:lnTo>
                <a:lnTo>
                  <a:pt x="381812" y="96113"/>
                </a:lnTo>
                <a:lnTo>
                  <a:pt x="411810" y="79527"/>
                </a:lnTo>
                <a:lnTo>
                  <a:pt x="422579" y="60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212075" y="2112727"/>
            <a:ext cx="2457450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b="1" i="1" dirty="0">
                <a:latin typeface="Calibri"/>
                <a:cs typeface="Calibri"/>
              </a:rPr>
              <a:t>Everything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is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on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the</a:t>
            </a:r>
            <a:r>
              <a:rPr sz="1800" b="1" i="1" spc="-20" dirty="0">
                <a:latin typeface="Calibri"/>
                <a:cs typeface="Calibri"/>
              </a:rPr>
              <a:t> same </a:t>
            </a:r>
            <a:r>
              <a:rPr sz="1800" b="1" i="1" dirty="0">
                <a:latin typeface="Calibri"/>
                <a:cs typeface="Calibri"/>
              </a:rPr>
              <a:t>public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server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31206" y="5338831"/>
            <a:ext cx="83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Port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7030A0"/>
                </a:solidFill>
                <a:latin typeface="Calibri"/>
                <a:cs typeface="Calibri"/>
              </a:rPr>
              <a:t>1883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11312" y="4659401"/>
            <a:ext cx="83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Port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C00000"/>
                </a:solidFill>
                <a:latin typeface="Calibri"/>
                <a:cs typeface="Calibri"/>
              </a:rPr>
              <a:t>1880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808826" y="5333149"/>
            <a:ext cx="83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Port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0070C0"/>
                </a:solidFill>
                <a:latin typeface="Calibri"/>
                <a:cs typeface="Calibri"/>
              </a:rPr>
              <a:t>8086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94802" y="5333149"/>
            <a:ext cx="83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Port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0070C0"/>
                </a:solidFill>
                <a:latin typeface="Calibri"/>
                <a:cs typeface="Calibri"/>
              </a:rPr>
              <a:t>8086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592823" y="4622291"/>
            <a:ext cx="1339850" cy="338455"/>
          </a:xfrm>
          <a:custGeom>
            <a:avLst/>
            <a:gdLst/>
            <a:ahLst/>
            <a:cxnLst/>
            <a:rect l="l" t="t" r="r" b="b"/>
            <a:pathLst>
              <a:path w="1339850" h="338454">
                <a:moveTo>
                  <a:pt x="1339596" y="0"/>
                </a:moveTo>
                <a:lnTo>
                  <a:pt x="0" y="0"/>
                </a:lnTo>
                <a:lnTo>
                  <a:pt x="0" y="338327"/>
                </a:lnTo>
                <a:lnTo>
                  <a:pt x="1339596" y="338327"/>
                </a:lnTo>
                <a:lnTo>
                  <a:pt x="13395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670868" y="4642407"/>
            <a:ext cx="83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Port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0070C0"/>
                </a:solidFill>
                <a:latin typeface="Calibri"/>
                <a:cs typeface="Calibri"/>
              </a:rPr>
              <a:t>8086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866376" y="4416552"/>
            <a:ext cx="1341120" cy="340360"/>
          </a:xfrm>
          <a:custGeom>
            <a:avLst/>
            <a:gdLst/>
            <a:ahLst/>
            <a:cxnLst/>
            <a:rect l="l" t="t" r="r" b="b"/>
            <a:pathLst>
              <a:path w="1341120" h="340360">
                <a:moveTo>
                  <a:pt x="1341120" y="0"/>
                </a:moveTo>
                <a:lnTo>
                  <a:pt x="0" y="0"/>
                </a:lnTo>
                <a:lnTo>
                  <a:pt x="0" y="339851"/>
                </a:lnTo>
                <a:lnTo>
                  <a:pt x="1341120" y="339851"/>
                </a:lnTo>
                <a:lnTo>
                  <a:pt x="13411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944662" y="4438077"/>
            <a:ext cx="83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latin typeface="Calibri"/>
                <a:cs typeface="Calibri"/>
              </a:rPr>
              <a:t>Port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EB701D"/>
                </a:solidFill>
                <a:latin typeface="Calibri"/>
                <a:cs typeface="Calibri"/>
              </a:rPr>
              <a:t>3000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4" name="object 7">
            <a:extLst>
              <a:ext uri="{FF2B5EF4-FFF2-40B4-BE49-F238E27FC236}">
                <a16:creationId xmlns:a16="http://schemas.microsoft.com/office/drawing/2014/main" id="{ACAECACD-736A-875F-8006-BBA025417D5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45" name="object 33">
            <a:extLst>
              <a:ext uri="{FF2B5EF4-FFF2-40B4-BE49-F238E27FC236}">
                <a16:creationId xmlns:a16="http://schemas.microsoft.com/office/drawing/2014/main" id="{43EFC9D9-3F00-A6C8-5C8C-D2BD10821CCA}"/>
              </a:ext>
            </a:extLst>
          </p:cNvPr>
          <p:cNvSpPr txBox="1"/>
          <p:nvPr/>
        </p:nvSpPr>
        <p:spPr>
          <a:xfrm>
            <a:off x="190875" y="4773633"/>
            <a:ext cx="1158894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MA" sz="2800" b="1" dirty="0">
                <a:solidFill>
                  <a:srgbClr val="00CC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 </a:t>
            </a:r>
            <a:r>
              <a:rPr kumimoji="0" lang="fr-MA" sz="2800" b="1" strike="noStrike" kern="0" cap="none" spc="-5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800" b="1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device</a:t>
            </a:r>
            <a:endParaRPr kumimoji="0" lang="fr-MA" sz="2800" b="0" strike="noStrike" kern="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FF"/>
                </a:solidFill>
              </a:rPr>
              <a:t>Our</a:t>
            </a:r>
            <a:r>
              <a:rPr spc="-5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IoT</a:t>
            </a:r>
            <a:r>
              <a:rPr spc="-35" dirty="0">
                <a:solidFill>
                  <a:srgbClr val="0000FF"/>
                </a:solidFill>
              </a:rPr>
              <a:t> </a:t>
            </a:r>
            <a:r>
              <a:rPr dirty="0">
                <a:solidFill>
                  <a:srgbClr val="0000FF"/>
                </a:solidFill>
              </a:rPr>
              <a:t>platform</a:t>
            </a:r>
            <a:r>
              <a:rPr spc="-45" dirty="0">
                <a:solidFill>
                  <a:srgbClr val="0000FF"/>
                </a:solidFill>
              </a:rPr>
              <a:t> </a:t>
            </a:r>
            <a:r>
              <a:rPr spc="-10" dirty="0">
                <a:solidFill>
                  <a:srgbClr val="0000FF"/>
                </a:solidFill>
              </a:rPr>
              <a:t>specifications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945" y="1337139"/>
            <a:ext cx="42106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Let’s</a:t>
            </a:r>
            <a:r>
              <a:rPr sz="2800" b="1" i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build</a:t>
            </a:r>
            <a:r>
              <a:rPr sz="2800" b="1" i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our</a:t>
            </a:r>
            <a:r>
              <a:rPr sz="2800" b="1" i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IoT</a:t>
            </a:r>
            <a:r>
              <a:rPr sz="2800" b="1" i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Platform</a:t>
            </a:r>
            <a:r>
              <a:rPr sz="2800" b="1" i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!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76429" y="2089012"/>
            <a:ext cx="423291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Calibri"/>
                <a:cs typeface="Calibri"/>
              </a:rPr>
              <a:t>1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dashboard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with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spc="-20" dirty="0">
                <a:latin typeface="Calibri"/>
                <a:cs typeface="Calibri"/>
              </a:rPr>
              <a:t>Temperature</a:t>
            </a:r>
            <a:r>
              <a:rPr lang="fr-MA" sz="2000" b="1" i="1" spc="-45" dirty="0">
                <a:latin typeface="Calibri"/>
                <a:cs typeface="Calibri"/>
              </a:rPr>
              <a:t>, LDR value, </a:t>
            </a:r>
            <a:r>
              <a:rPr lang="fr-MA" sz="2000" b="1" i="1" spc="-45" dirty="0" err="1">
                <a:latin typeface="Calibri"/>
                <a:cs typeface="Calibri"/>
              </a:rPr>
              <a:t>potentiometter</a:t>
            </a:r>
            <a:r>
              <a:rPr lang="fr-MA" sz="2000" b="1" i="1" spc="-45" dirty="0">
                <a:latin typeface="Calibri"/>
                <a:cs typeface="Calibri"/>
              </a:rPr>
              <a:t> value, </a:t>
            </a:r>
            <a:r>
              <a:rPr lang="fr-MA" sz="2000" b="1" i="1" spc="-45" dirty="0" err="1">
                <a:latin typeface="Calibri"/>
                <a:cs typeface="Calibri"/>
              </a:rPr>
              <a:t>LEDs</a:t>
            </a:r>
            <a:r>
              <a:rPr lang="fr-MA" sz="2000" b="1" i="1" spc="-45" dirty="0">
                <a:latin typeface="Calibri"/>
                <a:cs typeface="Calibri"/>
              </a:rPr>
              <a:t> state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8086" y="2066924"/>
            <a:ext cx="349885" cy="354965"/>
          </a:xfrm>
          <a:custGeom>
            <a:avLst/>
            <a:gdLst/>
            <a:ahLst/>
            <a:cxnLst/>
            <a:rect l="l" t="t" r="r" b="b"/>
            <a:pathLst>
              <a:path w="349885" h="354964">
                <a:moveTo>
                  <a:pt x="334441" y="35521"/>
                </a:moveTo>
                <a:lnTo>
                  <a:pt x="331660" y="21704"/>
                </a:lnTo>
                <a:lnTo>
                  <a:pt x="324065" y="10414"/>
                </a:lnTo>
                <a:lnTo>
                  <a:pt x="312801" y="2794"/>
                </a:lnTo>
                <a:lnTo>
                  <a:pt x="298996" y="0"/>
                </a:lnTo>
                <a:lnTo>
                  <a:pt x="285191" y="2768"/>
                </a:lnTo>
                <a:lnTo>
                  <a:pt x="273900" y="10375"/>
                </a:lnTo>
                <a:lnTo>
                  <a:pt x="266293" y="21653"/>
                </a:lnTo>
                <a:lnTo>
                  <a:pt x="263499" y="35471"/>
                </a:lnTo>
                <a:lnTo>
                  <a:pt x="264591" y="44272"/>
                </a:lnTo>
                <a:lnTo>
                  <a:pt x="267779" y="52400"/>
                </a:lnTo>
                <a:lnTo>
                  <a:pt x="272846" y="59512"/>
                </a:lnTo>
                <a:lnTo>
                  <a:pt x="279603" y="65252"/>
                </a:lnTo>
                <a:lnTo>
                  <a:pt x="253365" y="142036"/>
                </a:lnTo>
                <a:lnTo>
                  <a:pt x="246113" y="142024"/>
                </a:lnTo>
                <a:lnTo>
                  <a:pt x="239039" y="144233"/>
                </a:lnTo>
                <a:lnTo>
                  <a:pt x="233095" y="148374"/>
                </a:lnTo>
                <a:lnTo>
                  <a:pt x="180187" y="108661"/>
                </a:lnTo>
                <a:lnTo>
                  <a:pt x="171183" y="70459"/>
                </a:lnTo>
                <a:lnTo>
                  <a:pt x="145275" y="60896"/>
                </a:lnTo>
                <a:lnTo>
                  <a:pt x="132067" y="64122"/>
                </a:lnTo>
                <a:lnTo>
                  <a:pt x="121031" y="72072"/>
                </a:lnTo>
                <a:lnTo>
                  <a:pt x="113639" y="84074"/>
                </a:lnTo>
                <a:lnTo>
                  <a:pt x="111442" y="95783"/>
                </a:lnTo>
                <a:lnTo>
                  <a:pt x="113157" y="107264"/>
                </a:lnTo>
                <a:lnTo>
                  <a:pt x="118465" y="117589"/>
                </a:lnTo>
                <a:lnTo>
                  <a:pt x="127076" y="125806"/>
                </a:lnTo>
                <a:lnTo>
                  <a:pt x="93281" y="233324"/>
                </a:lnTo>
                <a:lnTo>
                  <a:pt x="91211" y="233324"/>
                </a:lnTo>
                <a:lnTo>
                  <a:pt x="77393" y="236080"/>
                </a:lnTo>
                <a:lnTo>
                  <a:pt x="66103" y="243662"/>
                </a:lnTo>
                <a:lnTo>
                  <a:pt x="58470" y="254927"/>
                </a:lnTo>
                <a:lnTo>
                  <a:pt x="55651" y="268744"/>
                </a:lnTo>
                <a:lnTo>
                  <a:pt x="58407" y="282562"/>
                </a:lnTo>
                <a:lnTo>
                  <a:pt x="65976" y="293865"/>
                </a:lnTo>
                <a:lnTo>
                  <a:pt x="77241" y="301510"/>
                </a:lnTo>
                <a:lnTo>
                  <a:pt x="91033" y="304330"/>
                </a:lnTo>
                <a:lnTo>
                  <a:pt x="104851" y="301574"/>
                </a:lnTo>
                <a:lnTo>
                  <a:pt x="116141" y="293992"/>
                </a:lnTo>
                <a:lnTo>
                  <a:pt x="123774" y="282727"/>
                </a:lnTo>
                <a:lnTo>
                  <a:pt x="126593" y="268909"/>
                </a:lnTo>
                <a:lnTo>
                  <a:pt x="125641" y="260654"/>
                </a:lnTo>
                <a:lnTo>
                  <a:pt x="122847" y="252945"/>
                </a:lnTo>
                <a:lnTo>
                  <a:pt x="118364" y="246087"/>
                </a:lnTo>
                <a:lnTo>
                  <a:pt x="112331" y="240372"/>
                </a:lnTo>
                <a:lnTo>
                  <a:pt x="146443" y="131889"/>
                </a:lnTo>
                <a:lnTo>
                  <a:pt x="154546" y="131876"/>
                </a:lnTo>
                <a:lnTo>
                  <a:pt x="161925" y="129425"/>
                </a:lnTo>
                <a:lnTo>
                  <a:pt x="168021" y="124891"/>
                </a:lnTo>
                <a:lnTo>
                  <a:pt x="220472" y="164198"/>
                </a:lnTo>
                <a:lnTo>
                  <a:pt x="218782" y="168440"/>
                </a:lnTo>
                <a:lnTo>
                  <a:pt x="217906" y="172961"/>
                </a:lnTo>
                <a:lnTo>
                  <a:pt x="217893" y="177533"/>
                </a:lnTo>
                <a:lnTo>
                  <a:pt x="220675" y="191350"/>
                </a:lnTo>
                <a:lnTo>
                  <a:pt x="228269" y="202641"/>
                </a:lnTo>
                <a:lnTo>
                  <a:pt x="239534" y="210261"/>
                </a:lnTo>
                <a:lnTo>
                  <a:pt x="253339" y="213055"/>
                </a:lnTo>
                <a:lnTo>
                  <a:pt x="267157" y="210261"/>
                </a:lnTo>
                <a:lnTo>
                  <a:pt x="278434" y="202666"/>
                </a:lnTo>
                <a:lnTo>
                  <a:pt x="286042" y="191376"/>
                </a:lnTo>
                <a:lnTo>
                  <a:pt x="288836" y="177558"/>
                </a:lnTo>
                <a:lnTo>
                  <a:pt x="287731" y="168795"/>
                </a:lnTo>
                <a:lnTo>
                  <a:pt x="284581" y="160693"/>
                </a:lnTo>
                <a:lnTo>
                  <a:pt x="279539" y="153593"/>
                </a:lnTo>
                <a:lnTo>
                  <a:pt x="272821" y="147866"/>
                </a:lnTo>
                <a:lnTo>
                  <a:pt x="298970" y="71031"/>
                </a:lnTo>
                <a:lnTo>
                  <a:pt x="312775" y="68237"/>
                </a:lnTo>
                <a:lnTo>
                  <a:pt x="324053" y="60629"/>
                </a:lnTo>
                <a:lnTo>
                  <a:pt x="331647" y="49352"/>
                </a:lnTo>
                <a:lnTo>
                  <a:pt x="334441" y="35521"/>
                </a:lnTo>
                <a:close/>
              </a:path>
              <a:path w="349885" h="354964">
                <a:moveTo>
                  <a:pt x="349643" y="324015"/>
                </a:moveTo>
                <a:lnTo>
                  <a:pt x="30403" y="324015"/>
                </a:lnTo>
                <a:lnTo>
                  <a:pt x="30403" y="25"/>
                </a:lnTo>
                <a:lnTo>
                  <a:pt x="0" y="25"/>
                </a:lnTo>
                <a:lnTo>
                  <a:pt x="0" y="324015"/>
                </a:lnTo>
                <a:lnTo>
                  <a:pt x="0" y="354507"/>
                </a:lnTo>
                <a:lnTo>
                  <a:pt x="349643" y="354507"/>
                </a:lnTo>
                <a:lnTo>
                  <a:pt x="349643" y="3240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3360" y="2048771"/>
            <a:ext cx="19558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FF0000"/>
                </a:solidFill>
                <a:latin typeface="Calibri"/>
                <a:cs typeface="Calibri"/>
              </a:rPr>
              <a:t>requirements: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82396" y="3317747"/>
            <a:ext cx="1062355" cy="562610"/>
          </a:xfrm>
          <a:custGeom>
            <a:avLst/>
            <a:gdLst/>
            <a:ahLst/>
            <a:cxnLst/>
            <a:rect l="l" t="t" r="r" b="b"/>
            <a:pathLst>
              <a:path w="1062355" h="562610">
                <a:moveTo>
                  <a:pt x="781050" y="0"/>
                </a:moveTo>
                <a:lnTo>
                  <a:pt x="281178" y="0"/>
                </a:lnTo>
                <a:lnTo>
                  <a:pt x="235568" y="3680"/>
                </a:lnTo>
                <a:lnTo>
                  <a:pt x="192301" y="14334"/>
                </a:lnTo>
                <a:lnTo>
                  <a:pt x="151958" y="31383"/>
                </a:lnTo>
                <a:lnTo>
                  <a:pt x="115115" y="54249"/>
                </a:lnTo>
                <a:lnTo>
                  <a:pt x="82353" y="82353"/>
                </a:lnTo>
                <a:lnTo>
                  <a:pt x="54249" y="115115"/>
                </a:lnTo>
                <a:lnTo>
                  <a:pt x="31383" y="151958"/>
                </a:lnTo>
                <a:lnTo>
                  <a:pt x="14334" y="192301"/>
                </a:lnTo>
                <a:lnTo>
                  <a:pt x="3680" y="235568"/>
                </a:lnTo>
                <a:lnTo>
                  <a:pt x="0" y="281177"/>
                </a:lnTo>
                <a:lnTo>
                  <a:pt x="3680" y="326787"/>
                </a:lnTo>
                <a:lnTo>
                  <a:pt x="14334" y="370054"/>
                </a:lnTo>
                <a:lnTo>
                  <a:pt x="31383" y="410397"/>
                </a:lnTo>
                <a:lnTo>
                  <a:pt x="54249" y="447240"/>
                </a:lnTo>
                <a:lnTo>
                  <a:pt x="82353" y="480002"/>
                </a:lnTo>
                <a:lnTo>
                  <a:pt x="115115" y="508106"/>
                </a:lnTo>
                <a:lnTo>
                  <a:pt x="151958" y="530972"/>
                </a:lnTo>
                <a:lnTo>
                  <a:pt x="192301" y="548021"/>
                </a:lnTo>
                <a:lnTo>
                  <a:pt x="235568" y="558675"/>
                </a:lnTo>
                <a:lnTo>
                  <a:pt x="281178" y="562355"/>
                </a:lnTo>
                <a:lnTo>
                  <a:pt x="781050" y="562355"/>
                </a:lnTo>
                <a:lnTo>
                  <a:pt x="826659" y="558675"/>
                </a:lnTo>
                <a:lnTo>
                  <a:pt x="869926" y="548021"/>
                </a:lnTo>
                <a:lnTo>
                  <a:pt x="910269" y="530972"/>
                </a:lnTo>
                <a:lnTo>
                  <a:pt x="947112" y="508106"/>
                </a:lnTo>
                <a:lnTo>
                  <a:pt x="979874" y="480002"/>
                </a:lnTo>
                <a:lnTo>
                  <a:pt x="1007978" y="447240"/>
                </a:lnTo>
                <a:lnTo>
                  <a:pt x="1030844" y="410397"/>
                </a:lnTo>
                <a:lnTo>
                  <a:pt x="1047893" y="370054"/>
                </a:lnTo>
                <a:lnTo>
                  <a:pt x="1058547" y="326787"/>
                </a:lnTo>
                <a:lnTo>
                  <a:pt x="1062228" y="281177"/>
                </a:lnTo>
                <a:lnTo>
                  <a:pt x="1058547" y="235568"/>
                </a:lnTo>
                <a:lnTo>
                  <a:pt x="1047893" y="192301"/>
                </a:lnTo>
                <a:lnTo>
                  <a:pt x="1030844" y="151958"/>
                </a:lnTo>
                <a:lnTo>
                  <a:pt x="1007978" y="115115"/>
                </a:lnTo>
                <a:lnTo>
                  <a:pt x="979874" y="82353"/>
                </a:lnTo>
                <a:lnTo>
                  <a:pt x="947112" y="54249"/>
                </a:lnTo>
                <a:lnTo>
                  <a:pt x="910269" y="31383"/>
                </a:lnTo>
                <a:lnTo>
                  <a:pt x="869926" y="14334"/>
                </a:lnTo>
                <a:lnTo>
                  <a:pt x="826659" y="3680"/>
                </a:lnTo>
                <a:lnTo>
                  <a:pt x="78105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3360" y="2722963"/>
            <a:ext cx="8234680" cy="1025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Steps</a:t>
            </a:r>
            <a:r>
              <a:rPr sz="2000" b="1" i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achieve</a:t>
            </a:r>
            <a:r>
              <a:rPr sz="2000"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our</a:t>
            </a:r>
            <a:r>
              <a:rPr sz="2000"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goal: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2000" dirty="0">
              <a:latin typeface="Calibri"/>
              <a:cs typeface="Calibri"/>
            </a:endParaRPr>
          </a:p>
          <a:p>
            <a:pPr marL="201930">
              <a:lnSpc>
                <a:spcPct val="100000"/>
              </a:lnSpc>
              <a:tabLst>
                <a:tab pos="1697355" algn="l"/>
              </a:tabLst>
            </a:pPr>
            <a:r>
              <a:rPr sz="2000" b="1" i="1" dirty="0">
                <a:latin typeface="Calibri"/>
                <a:cs typeface="Calibri"/>
              </a:rPr>
              <a:t>Step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1</a:t>
            </a:r>
            <a:r>
              <a:rPr sz="2000" b="1" i="1" dirty="0">
                <a:latin typeface="Calibri"/>
                <a:cs typeface="Calibri"/>
              </a:rPr>
              <a:t>	Build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an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MQTT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subscriber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on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Node-</a:t>
            </a:r>
            <a:r>
              <a:rPr sz="2000" b="1" i="1" dirty="0">
                <a:latin typeface="Calibri"/>
                <a:cs typeface="Calibri"/>
              </a:rPr>
              <a:t>RED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to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get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uplink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data.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282987" y="3061089"/>
            <a:ext cx="1169035" cy="821690"/>
            <a:chOff x="9282987" y="3061089"/>
            <a:chExt cx="1169035" cy="82169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3506" y="3080131"/>
              <a:ext cx="1127580" cy="78194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92512" y="3070614"/>
              <a:ext cx="1149985" cy="802640"/>
            </a:xfrm>
            <a:custGeom>
              <a:avLst/>
              <a:gdLst/>
              <a:ahLst/>
              <a:cxnLst/>
              <a:rect l="l" t="t" r="r" b="b"/>
              <a:pathLst>
                <a:path w="1149984" h="802639">
                  <a:moveTo>
                    <a:pt x="83904" y="199127"/>
                  </a:moveTo>
                  <a:lnTo>
                    <a:pt x="925552" y="2774"/>
                  </a:lnTo>
                  <a:lnTo>
                    <a:pt x="946987" y="0"/>
                  </a:lnTo>
                  <a:lnTo>
                    <a:pt x="968406" y="1540"/>
                  </a:lnTo>
                  <a:lnTo>
                    <a:pt x="1007524" y="16443"/>
                  </a:lnTo>
                  <a:lnTo>
                    <a:pt x="1038199" y="44928"/>
                  </a:lnTo>
                  <a:lnTo>
                    <a:pt x="1056055" y="83904"/>
                  </a:lnTo>
                  <a:lnTo>
                    <a:pt x="1146796" y="472857"/>
                  </a:lnTo>
                  <a:lnTo>
                    <a:pt x="1149570" y="494292"/>
                  </a:lnTo>
                  <a:lnTo>
                    <a:pt x="1148030" y="515711"/>
                  </a:lnTo>
                  <a:lnTo>
                    <a:pt x="1133127" y="554829"/>
                  </a:lnTo>
                  <a:lnTo>
                    <a:pt x="1104642" y="585503"/>
                  </a:lnTo>
                  <a:lnTo>
                    <a:pt x="1065666" y="603360"/>
                  </a:lnTo>
                  <a:lnTo>
                    <a:pt x="224018" y="799713"/>
                  </a:lnTo>
                  <a:lnTo>
                    <a:pt x="202583" y="802487"/>
                  </a:lnTo>
                  <a:lnTo>
                    <a:pt x="181164" y="800947"/>
                  </a:lnTo>
                  <a:lnTo>
                    <a:pt x="142046" y="786044"/>
                  </a:lnTo>
                  <a:lnTo>
                    <a:pt x="111371" y="757559"/>
                  </a:lnTo>
                  <a:lnTo>
                    <a:pt x="93515" y="718582"/>
                  </a:lnTo>
                  <a:lnTo>
                    <a:pt x="2774" y="329630"/>
                  </a:lnTo>
                  <a:lnTo>
                    <a:pt x="0" y="308195"/>
                  </a:lnTo>
                  <a:lnTo>
                    <a:pt x="1540" y="286776"/>
                  </a:lnTo>
                  <a:lnTo>
                    <a:pt x="16442" y="247658"/>
                  </a:lnTo>
                  <a:lnTo>
                    <a:pt x="44928" y="216983"/>
                  </a:lnTo>
                  <a:lnTo>
                    <a:pt x="83904" y="1991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882396" y="4165091"/>
            <a:ext cx="1062355" cy="562610"/>
          </a:xfrm>
          <a:custGeom>
            <a:avLst/>
            <a:gdLst/>
            <a:ahLst/>
            <a:cxnLst/>
            <a:rect l="l" t="t" r="r" b="b"/>
            <a:pathLst>
              <a:path w="1062355" h="562610">
                <a:moveTo>
                  <a:pt x="781050" y="0"/>
                </a:moveTo>
                <a:lnTo>
                  <a:pt x="281178" y="0"/>
                </a:lnTo>
                <a:lnTo>
                  <a:pt x="235568" y="3680"/>
                </a:lnTo>
                <a:lnTo>
                  <a:pt x="192301" y="14334"/>
                </a:lnTo>
                <a:lnTo>
                  <a:pt x="151958" y="31383"/>
                </a:lnTo>
                <a:lnTo>
                  <a:pt x="115115" y="54249"/>
                </a:lnTo>
                <a:lnTo>
                  <a:pt x="82353" y="82353"/>
                </a:lnTo>
                <a:lnTo>
                  <a:pt x="54249" y="115115"/>
                </a:lnTo>
                <a:lnTo>
                  <a:pt x="31383" y="151958"/>
                </a:lnTo>
                <a:lnTo>
                  <a:pt x="14334" y="192301"/>
                </a:lnTo>
                <a:lnTo>
                  <a:pt x="3680" y="235568"/>
                </a:lnTo>
                <a:lnTo>
                  <a:pt x="0" y="281178"/>
                </a:lnTo>
                <a:lnTo>
                  <a:pt x="3680" y="326787"/>
                </a:lnTo>
                <a:lnTo>
                  <a:pt x="14334" y="370054"/>
                </a:lnTo>
                <a:lnTo>
                  <a:pt x="31383" y="410397"/>
                </a:lnTo>
                <a:lnTo>
                  <a:pt x="54249" y="447240"/>
                </a:lnTo>
                <a:lnTo>
                  <a:pt x="82353" y="480002"/>
                </a:lnTo>
                <a:lnTo>
                  <a:pt x="115115" y="508106"/>
                </a:lnTo>
                <a:lnTo>
                  <a:pt x="151958" y="530972"/>
                </a:lnTo>
                <a:lnTo>
                  <a:pt x="192301" y="548021"/>
                </a:lnTo>
                <a:lnTo>
                  <a:pt x="235568" y="558675"/>
                </a:lnTo>
                <a:lnTo>
                  <a:pt x="281178" y="562356"/>
                </a:lnTo>
                <a:lnTo>
                  <a:pt x="781050" y="562356"/>
                </a:lnTo>
                <a:lnTo>
                  <a:pt x="826659" y="558675"/>
                </a:lnTo>
                <a:lnTo>
                  <a:pt x="869926" y="548021"/>
                </a:lnTo>
                <a:lnTo>
                  <a:pt x="910269" y="530972"/>
                </a:lnTo>
                <a:lnTo>
                  <a:pt x="947112" y="508106"/>
                </a:lnTo>
                <a:lnTo>
                  <a:pt x="979874" y="480002"/>
                </a:lnTo>
                <a:lnTo>
                  <a:pt x="1007978" y="447240"/>
                </a:lnTo>
                <a:lnTo>
                  <a:pt x="1030844" y="410397"/>
                </a:lnTo>
                <a:lnTo>
                  <a:pt x="1047893" y="370054"/>
                </a:lnTo>
                <a:lnTo>
                  <a:pt x="1058547" y="326787"/>
                </a:lnTo>
                <a:lnTo>
                  <a:pt x="1062228" y="281178"/>
                </a:lnTo>
                <a:lnTo>
                  <a:pt x="1058547" y="235568"/>
                </a:lnTo>
                <a:lnTo>
                  <a:pt x="1047893" y="192301"/>
                </a:lnTo>
                <a:lnTo>
                  <a:pt x="1030844" y="151958"/>
                </a:lnTo>
                <a:lnTo>
                  <a:pt x="1007978" y="115115"/>
                </a:lnTo>
                <a:lnTo>
                  <a:pt x="979874" y="82353"/>
                </a:lnTo>
                <a:lnTo>
                  <a:pt x="947112" y="54249"/>
                </a:lnTo>
                <a:lnTo>
                  <a:pt x="910269" y="31383"/>
                </a:lnTo>
                <a:lnTo>
                  <a:pt x="869926" y="14334"/>
                </a:lnTo>
                <a:lnTo>
                  <a:pt x="826659" y="3680"/>
                </a:lnTo>
                <a:lnTo>
                  <a:pt x="78105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43059" y="4265086"/>
            <a:ext cx="673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Step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38294" y="4038600"/>
            <a:ext cx="645858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Extract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exact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value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we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want: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temperature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lang="en-US" sz="2000" b="1" i="1" dirty="0">
                <a:latin typeface="Calibri"/>
                <a:cs typeface="Calibri"/>
              </a:rPr>
              <a:t>LDR value, </a:t>
            </a:r>
            <a:r>
              <a:rPr lang="en-US" sz="2000" b="1" i="1" dirty="0" err="1">
                <a:latin typeface="Calibri"/>
                <a:cs typeface="Calibri"/>
              </a:rPr>
              <a:t>potar</a:t>
            </a:r>
            <a:r>
              <a:rPr lang="en-US" sz="2000" b="1" i="1" dirty="0">
                <a:latin typeface="Calibri"/>
                <a:cs typeface="Calibri"/>
              </a:rPr>
              <a:t> value, LEDs state</a:t>
            </a:r>
            <a:r>
              <a:rPr sz="2000" b="1" i="1" spc="-10" dirty="0">
                <a:latin typeface="Calibri"/>
                <a:cs typeface="Calibri"/>
              </a:rPr>
              <a:t>. </a:t>
            </a:r>
            <a:r>
              <a:rPr sz="2000" b="1" i="1" dirty="0">
                <a:latin typeface="Calibri"/>
                <a:cs typeface="Calibri"/>
              </a:rPr>
              <a:t>Send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extracted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values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to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Influxdb.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i="1" dirty="0">
                <a:latin typeface="Calibri"/>
                <a:cs typeface="Calibri"/>
              </a:rPr>
              <a:t>Check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our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data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are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available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on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Influxdb.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284442" y="4035466"/>
            <a:ext cx="1393825" cy="1131570"/>
            <a:chOff x="9284442" y="4035466"/>
            <a:chExt cx="1393825" cy="113157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05022" y="4054513"/>
              <a:ext cx="1127518" cy="78202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293967" y="4044991"/>
              <a:ext cx="1149985" cy="802640"/>
            </a:xfrm>
            <a:custGeom>
              <a:avLst/>
              <a:gdLst/>
              <a:ahLst/>
              <a:cxnLst/>
              <a:rect l="l" t="t" r="r" b="b"/>
              <a:pathLst>
                <a:path w="1149984" h="802639">
                  <a:moveTo>
                    <a:pt x="83904" y="199127"/>
                  </a:moveTo>
                  <a:lnTo>
                    <a:pt x="925552" y="2774"/>
                  </a:lnTo>
                  <a:lnTo>
                    <a:pt x="946987" y="0"/>
                  </a:lnTo>
                  <a:lnTo>
                    <a:pt x="968406" y="1540"/>
                  </a:lnTo>
                  <a:lnTo>
                    <a:pt x="1007524" y="16443"/>
                  </a:lnTo>
                  <a:lnTo>
                    <a:pt x="1038199" y="44928"/>
                  </a:lnTo>
                  <a:lnTo>
                    <a:pt x="1056055" y="83904"/>
                  </a:lnTo>
                  <a:lnTo>
                    <a:pt x="1146796" y="472857"/>
                  </a:lnTo>
                  <a:lnTo>
                    <a:pt x="1149570" y="494292"/>
                  </a:lnTo>
                  <a:lnTo>
                    <a:pt x="1148030" y="515711"/>
                  </a:lnTo>
                  <a:lnTo>
                    <a:pt x="1133127" y="554829"/>
                  </a:lnTo>
                  <a:lnTo>
                    <a:pt x="1104642" y="585503"/>
                  </a:lnTo>
                  <a:lnTo>
                    <a:pt x="1065666" y="603360"/>
                  </a:lnTo>
                  <a:lnTo>
                    <a:pt x="224018" y="799713"/>
                  </a:lnTo>
                  <a:lnTo>
                    <a:pt x="202583" y="802487"/>
                  </a:lnTo>
                  <a:lnTo>
                    <a:pt x="181164" y="800947"/>
                  </a:lnTo>
                  <a:lnTo>
                    <a:pt x="142046" y="786044"/>
                  </a:lnTo>
                  <a:lnTo>
                    <a:pt x="111371" y="757559"/>
                  </a:lnTo>
                  <a:lnTo>
                    <a:pt x="93515" y="718582"/>
                  </a:lnTo>
                  <a:lnTo>
                    <a:pt x="2774" y="329630"/>
                  </a:lnTo>
                  <a:lnTo>
                    <a:pt x="0" y="308195"/>
                  </a:lnTo>
                  <a:lnTo>
                    <a:pt x="1540" y="286776"/>
                  </a:lnTo>
                  <a:lnTo>
                    <a:pt x="16442" y="247658"/>
                  </a:lnTo>
                  <a:lnTo>
                    <a:pt x="44928" y="216983"/>
                  </a:lnTo>
                  <a:lnTo>
                    <a:pt x="83904" y="19912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4217" y="4454867"/>
              <a:ext cx="1094790" cy="6929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554740" y="4445627"/>
              <a:ext cx="1114425" cy="711835"/>
            </a:xfrm>
            <a:custGeom>
              <a:avLst/>
              <a:gdLst/>
              <a:ahLst/>
              <a:cxnLst/>
              <a:rect l="l" t="t" r="r" b="b"/>
              <a:pathLst>
                <a:path w="1114425" h="711835">
                  <a:moveTo>
                    <a:pt x="102024" y="75394"/>
                  </a:moveTo>
                  <a:lnTo>
                    <a:pt x="955584" y="0"/>
                  </a:lnTo>
                  <a:lnTo>
                    <a:pt x="977943" y="276"/>
                  </a:lnTo>
                  <a:lnTo>
                    <a:pt x="999641" y="4966"/>
                  </a:lnTo>
                  <a:lnTo>
                    <a:pt x="1037512" y="25906"/>
                  </a:lnTo>
                  <a:lnTo>
                    <a:pt x="1064766" y="59520"/>
                  </a:lnTo>
                  <a:lnTo>
                    <a:pt x="1077378" y="102024"/>
                  </a:lnTo>
                  <a:lnTo>
                    <a:pt x="1113817" y="514556"/>
                  </a:lnTo>
                  <a:lnTo>
                    <a:pt x="1113540" y="536915"/>
                  </a:lnTo>
                  <a:lnTo>
                    <a:pt x="1100168" y="578634"/>
                  </a:lnTo>
                  <a:lnTo>
                    <a:pt x="1072486" y="611680"/>
                  </a:lnTo>
                  <a:lnTo>
                    <a:pt x="1033757" y="632158"/>
                  </a:lnTo>
                  <a:lnTo>
                    <a:pt x="158232" y="711745"/>
                  </a:lnTo>
                  <a:lnTo>
                    <a:pt x="135873" y="711468"/>
                  </a:lnTo>
                  <a:lnTo>
                    <a:pt x="94154" y="698095"/>
                  </a:lnTo>
                  <a:lnTo>
                    <a:pt x="61108" y="670414"/>
                  </a:lnTo>
                  <a:lnTo>
                    <a:pt x="40630" y="631685"/>
                  </a:lnTo>
                  <a:lnTo>
                    <a:pt x="0" y="197188"/>
                  </a:lnTo>
                  <a:lnTo>
                    <a:pt x="276" y="174829"/>
                  </a:lnTo>
                  <a:lnTo>
                    <a:pt x="13649" y="133110"/>
                  </a:lnTo>
                  <a:lnTo>
                    <a:pt x="41330" y="100064"/>
                  </a:lnTo>
                  <a:lnTo>
                    <a:pt x="80059" y="79586"/>
                  </a:lnTo>
                  <a:lnTo>
                    <a:pt x="102024" y="7539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882396" y="5603747"/>
            <a:ext cx="1062355" cy="562610"/>
          </a:xfrm>
          <a:custGeom>
            <a:avLst/>
            <a:gdLst/>
            <a:ahLst/>
            <a:cxnLst/>
            <a:rect l="l" t="t" r="r" b="b"/>
            <a:pathLst>
              <a:path w="1062355" h="562610">
                <a:moveTo>
                  <a:pt x="781050" y="0"/>
                </a:moveTo>
                <a:lnTo>
                  <a:pt x="281178" y="0"/>
                </a:lnTo>
                <a:lnTo>
                  <a:pt x="235568" y="3680"/>
                </a:lnTo>
                <a:lnTo>
                  <a:pt x="192301" y="14334"/>
                </a:lnTo>
                <a:lnTo>
                  <a:pt x="151958" y="31383"/>
                </a:lnTo>
                <a:lnTo>
                  <a:pt x="115115" y="54249"/>
                </a:lnTo>
                <a:lnTo>
                  <a:pt x="82353" y="82353"/>
                </a:lnTo>
                <a:lnTo>
                  <a:pt x="54249" y="115115"/>
                </a:lnTo>
                <a:lnTo>
                  <a:pt x="31383" y="151958"/>
                </a:lnTo>
                <a:lnTo>
                  <a:pt x="14334" y="192301"/>
                </a:lnTo>
                <a:lnTo>
                  <a:pt x="3680" y="235568"/>
                </a:lnTo>
                <a:lnTo>
                  <a:pt x="0" y="281177"/>
                </a:lnTo>
                <a:lnTo>
                  <a:pt x="3680" y="326787"/>
                </a:lnTo>
                <a:lnTo>
                  <a:pt x="14334" y="370054"/>
                </a:lnTo>
                <a:lnTo>
                  <a:pt x="31383" y="410397"/>
                </a:lnTo>
                <a:lnTo>
                  <a:pt x="54249" y="447240"/>
                </a:lnTo>
                <a:lnTo>
                  <a:pt x="82353" y="480002"/>
                </a:lnTo>
                <a:lnTo>
                  <a:pt x="115115" y="508106"/>
                </a:lnTo>
                <a:lnTo>
                  <a:pt x="151958" y="530972"/>
                </a:lnTo>
                <a:lnTo>
                  <a:pt x="192301" y="548021"/>
                </a:lnTo>
                <a:lnTo>
                  <a:pt x="235568" y="558675"/>
                </a:lnTo>
                <a:lnTo>
                  <a:pt x="281178" y="562355"/>
                </a:lnTo>
                <a:lnTo>
                  <a:pt x="781050" y="562355"/>
                </a:lnTo>
                <a:lnTo>
                  <a:pt x="826659" y="558675"/>
                </a:lnTo>
                <a:lnTo>
                  <a:pt x="869926" y="548021"/>
                </a:lnTo>
                <a:lnTo>
                  <a:pt x="910269" y="530972"/>
                </a:lnTo>
                <a:lnTo>
                  <a:pt x="947112" y="508106"/>
                </a:lnTo>
                <a:lnTo>
                  <a:pt x="979874" y="480002"/>
                </a:lnTo>
                <a:lnTo>
                  <a:pt x="1007978" y="447240"/>
                </a:lnTo>
                <a:lnTo>
                  <a:pt x="1030844" y="410397"/>
                </a:lnTo>
                <a:lnTo>
                  <a:pt x="1047893" y="370054"/>
                </a:lnTo>
                <a:lnTo>
                  <a:pt x="1058547" y="326787"/>
                </a:lnTo>
                <a:lnTo>
                  <a:pt x="1062228" y="281177"/>
                </a:lnTo>
                <a:lnTo>
                  <a:pt x="1058547" y="235568"/>
                </a:lnTo>
                <a:lnTo>
                  <a:pt x="1047893" y="192301"/>
                </a:lnTo>
                <a:lnTo>
                  <a:pt x="1030844" y="151958"/>
                </a:lnTo>
                <a:lnTo>
                  <a:pt x="1007978" y="115115"/>
                </a:lnTo>
                <a:lnTo>
                  <a:pt x="979874" y="82353"/>
                </a:lnTo>
                <a:lnTo>
                  <a:pt x="947112" y="54249"/>
                </a:lnTo>
                <a:lnTo>
                  <a:pt x="910269" y="31383"/>
                </a:lnTo>
                <a:lnTo>
                  <a:pt x="869926" y="14334"/>
                </a:lnTo>
                <a:lnTo>
                  <a:pt x="826659" y="3680"/>
                </a:lnTo>
                <a:lnTo>
                  <a:pt x="781050" y="0"/>
                </a:lnTo>
                <a:close/>
              </a:path>
            </a:pathLst>
          </a:custGeom>
          <a:solidFill>
            <a:srgbClr val="F4B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3059" y="5703361"/>
            <a:ext cx="673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latin typeface="Calibri"/>
                <a:cs typeface="Calibri"/>
              </a:rPr>
              <a:t>Step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50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10298" y="5551929"/>
            <a:ext cx="467677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i="1" spc="-25" dirty="0">
                <a:latin typeface="Calibri"/>
                <a:cs typeface="Calibri"/>
              </a:rPr>
              <a:t>Tell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Grafana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how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it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can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access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database. </a:t>
            </a:r>
            <a:r>
              <a:rPr sz="2000" b="1" i="1" dirty="0">
                <a:latin typeface="Calibri"/>
                <a:cs typeface="Calibri"/>
              </a:rPr>
              <a:t>Create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request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to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get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values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we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need.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05800" y="5346636"/>
            <a:ext cx="1207770" cy="1216660"/>
            <a:chOff x="9467408" y="5346636"/>
            <a:chExt cx="1207770" cy="1216660"/>
          </a:xfrm>
        </p:grpSpPr>
        <p:sp>
          <p:nvSpPr>
            <p:cNvPr id="24" name="object 24"/>
            <p:cNvSpPr/>
            <p:nvPr/>
          </p:nvSpPr>
          <p:spPr>
            <a:xfrm>
              <a:off x="9476933" y="5356161"/>
              <a:ext cx="1188720" cy="1197610"/>
            </a:xfrm>
            <a:custGeom>
              <a:avLst/>
              <a:gdLst/>
              <a:ahLst/>
              <a:cxnLst/>
              <a:rect l="l" t="t" r="r" b="b"/>
              <a:pathLst>
                <a:path w="1188720" h="1197609">
                  <a:moveTo>
                    <a:pt x="0" y="278015"/>
                  </a:moveTo>
                  <a:lnTo>
                    <a:pt x="2112" y="226013"/>
                  </a:lnTo>
                  <a:lnTo>
                    <a:pt x="23266" y="180441"/>
                  </a:lnTo>
                  <a:lnTo>
                    <a:pt x="59964" y="146127"/>
                  </a:lnTo>
                  <a:lnTo>
                    <a:pt x="108712" y="127901"/>
                  </a:lnTo>
                  <a:lnTo>
                    <a:pt x="908469" y="0"/>
                  </a:lnTo>
                  <a:lnTo>
                    <a:pt x="960470" y="2112"/>
                  </a:lnTo>
                  <a:lnTo>
                    <a:pt x="1006043" y="23266"/>
                  </a:lnTo>
                  <a:lnTo>
                    <a:pt x="1040357" y="59964"/>
                  </a:lnTo>
                  <a:lnTo>
                    <a:pt x="1058583" y="108711"/>
                  </a:lnTo>
                  <a:lnTo>
                    <a:pt x="1188186" y="919060"/>
                  </a:lnTo>
                  <a:lnTo>
                    <a:pt x="1186071" y="971060"/>
                  </a:lnTo>
                  <a:lnTo>
                    <a:pt x="1164915" y="1016628"/>
                  </a:lnTo>
                  <a:lnTo>
                    <a:pt x="1128216" y="1050938"/>
                  </a:lnTo>
                  <a:lnTo>
                    <a:pt x="1079474" y="1069162"/>
                  </a:lnTo>
                  <a:lnTo>
                    <a:pt x="279717" y="1197076"/>
                  </a:lnTo>
                  <a:lnTo>
                    <a:pt x="227715" y="1194963"/>
                  </a:lnTo>
                  <a:lnTo>
                    <a:pt x="182143" y="1173810"/>
                  </a:lnTo>
                  <a:lnTo>
                    <a:pt x="147829" y="1137111"/>
                  </a:lnTo>
                  <a:lnTo>
                    <a:pt x="129603" y="1088364"/>
                  </a:lnTo>
                  <a:lnTo>
                    <a:pt x="0" y="27801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7096" y="5430431"/>
              <a:ext cx="992449" cy="1040714"/>
            </a:xfrm>
            <a:prstGeom prst="rect">
              <a:avLst/>
            </a:prstGeom>
          </p:spPr>
        </p:pic>
      </p:grpSp>
      <p:pic>
        <p:nvPicPr>
          <p:cNvPr id="26" name="object 7">
            <a:extLst>
              <a:ext uri="{FF2B5EF4-FFF2-40B4-BE49-F238E27FC236}">
                <a16:creationId xmlns:a16="http://schemas.microsoft.com/office/drawing/2014/main" id="{F1DC4544-4797-C43D-FC59-B20F81F0B33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2A43-211B-81CF-A80A-E95198C1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379E1D6-7FA5-0F81-E82D-C5B843128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spc="-10" dirty="0">
                <a:solidFill>
                  <a:srgbClr val="0000FF"/>
                </a:solidFill>
              </a:rPr>
              <a:t>Embedded </a:t>
            </a:r>
            <a:r>
              <a:rPr lang="fr-MA" spc="-10" dirty="0" err="1">
                <a:solidFill>
                  <a:srgbClr val="0000FF"/>
                </a:solidFill>
              </a:rPr>
              <a:t>systems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E169E1AE-32FD-722A-26D8-A52919F6B2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grpSp>
        <p:nvGrpSpPr>
          <p:cNvPr id="27" name="object 12"/>
          <p:cNvGrpSpPr/>
          <p:nvPr/>
        </p:nvGrpSpPr>
        <p:grpSpPr>
          <a:xfrm>
            <a:off x="2268634" y="2590800"/>
            <a:ext cx="4513166" cy="2170416"/>
            <a:chOff x="1849534" y="2401556"/>
            <a:chExt cx="5078730" cy="2359660"/>
          </a:xfrm>
        </p:grpSpPr>
        <p:pic>
          <p:nvPicPr>
            <p:cNvPr id="28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49534" y="3290187"/>
              <a:ext cx="2339564" cy="1470416"/>
            </a:xfrm>
            <a:prstGeom prst="rect">
              <a:avLst/>
            </a:prstGeom>
          </p:spPr>
        </p:pic>
        <p:sp>
          <p:nvSpPr>
            <p:cNvPr id="29" name="object 14"/>
            <p:cNvSpPr/>
            <p:nvPr/>
          </p:nvSpPr>
          <p:spPr>
            <a:xfrm>
              <a:off x="3309251" y="2401557"/>
              <a:ext cx="3618865" cy="1663064"/>
            </a:xfrm>
            <a:custGeom>
              <a:avLst/>
              <a:gdLst/>
              <a:ahLst/>
              <a:cxnLst/>
              <a:rect l="l" t="t" r="r" b="b"/>
              <a:pathLst>
                <a:path w="3618865" h="1663064">
                  <a:moveTo>
                    <a:pt x="1853641" y="32029"/>
                  </a:moveTo>
                  <a:lnTo>
                    <a:pt x="1832991" y="0"/>
                  </a:lnTo>
                  <a:lnTo>
                    <a:pt x="85737" y="1126553"/>
                  </a:lnTo>
                  <a:lnTo>
                    <a:pt x="65100" y="1094524"/>
                  </a:lnTo>
                  <a:lnTo>
                    <a:pt x="0" y="1204493"/>
                  </a:lnTo>
                  <a:lnTo>
                    <a:pt x="127038" y="1190586"/>
                  </a:lnTo>
                  <a:lnTo>
                    <a:pt x="113042" y="1168895"/>
                  </a:lnTo>
                  <a:lnTo>
                    <a:pt x="106387" y="1158570"/>
                  </a:lnTo>
                  <a:lnTo>
                    <a:pt x="1853641" y="32029"/>
                  </a:lnTo>
                  <a:close/>
                </a:path>
                <a:path w="3618865" h="1663064">
                  <a:moveTo>
                    <a:pt x="3618661" y="1586814"/>
                  </a:moveTo>
                  <a:lnTo>
                    <a:pt x="1026185" y="1586814"/>
                  </a:lnTo>
                  <a:lnTo>
                    <a:pt x="1026185" y="1548714"/>
                  </a:lnTo>
                  <a:lnTo>
                    <a:pt x="911885" y="1605864"/>
                  </a:lnTo>
                  <a:lnTo>
                    <a:pt x="1026185" y="1663014"/>
                  </a:lnTo>
                  <a:lnTo>
                    <a:pt x="1026185" y="1624914"/>
                  </a:lnTo>
                  <a:lnTo>
                    <a:pt x="3618661" y="1624914"/>
                  </a:lnTo>
                  <a:lnTo>
                    <a:pt x="3618661" y="1586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8792" y="3200365"/>
            <a:ext cx="2411317" cy="2313119"/>
          </a:xfrm>
          <a:prstGeom prst="rect">
            <a:avLst/>
          </a:prstGeom>
        </p:spPr>
      </p:pic>
      <p:sp>
        <p:nvSpPr>
          <p:cNvPr id="32" name="object 18"/>
          <p:cNvSpPr/>
          <p:nvPr/>
        </p:nvSpPr>
        <p:spPr>
          <a:xfrm>
            <a:off x="8157301" y="2417566"/>
            <a:ext cx="114300" cy="594360"/>
          </a:xfrm>
          <a:custGeom>
            <a:avLst/>
            <a:gdLst/>
            <a:ahLst/>
            <a:cxnLst/>
            <a:rect l="l" t="t" r="r" b="b"/>
            <a:pathLst>
              <a:path w="114300" h="594360">
                <a:moveTo>
                  <a:pt x="38099" y="479940"/>
                </a:moveTo>
                <a:lnTo>
                  <a:pt x="0" y="479940"/>
                </a:lnTo>
                <a:lnTo>
                  <a:pt x="57150" y="594240"/>
                </a:lnTo>
                <a:lnTo>
                  <a:pt x="104774" y="498990"/>
                </a:lnTo>
                <a:lnTo>
                  <a:pt x="38100" y="498990"/>
                </a:lnTo>
                <a:lnTo>
                  <a:pt x="38099" y="479940"/>
                </a:lnTo>
                <a:close/>
              </a:path>
              <a:path w="114300" h="594360">
                <a:moveTo>
                  <a:pt x="76198" y="0"/>
                </a:moveTo>
                <a:lnTo>
                  <a:pt x="38098" y="0"/>
                </a:lnTo>
                <a:lnTo>
                  <a:pt x="38100" y="498990"/>
                </a:lnTo>
                <a:lnTo>
                  <a:pt x="76200" y="498990"/>
                </a:lnTo>
                <a:lnTo>
                  <a:pt x="76198" y="0"/>
                </a:lnTo>
                <a:close/>
              </a:path>
              <a:path w="114300" h="594360">
                <a:moveTo>
                  <a:pt x="114299" y="479940"/>
                </a:moveTo>
                <a:lnTo>
                  <a:pt x="76199" y="479940"/>
                </a:lnTo>
                <a:lnTo>
                  <a:pt x="76200" y="498990"/>
                </a:lnTo>
                <a:lnTo>
                  <a:pt x="104774" y="498990"/>
                </a:lnTo>
                <a:lnTo>
                  <a:pt x="114299" y="4799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">
            <a:extLst>
              <a:ext uri="{FF2B5EF4-FFF2-40B4-BE49-F238E27FC236}">
                <a16:creationId xmlns:a16="http://schemas.microsoft.com/office/drawing/2014/main" id="{1967A250-A07D-D86C-E8A8-DB84CD5F4E73}"/>
              </a:ext>
            </a:extLst>
          </p:cNvPr>
          <p:cNvSpPr txBox="1"/>
          <p:nvPr/>
        </p:nvSpPr>
        <p:spPr>
          <a:xfrm>
            <a:off x="1295400" y="1878995"/>
            <a:ext cx="992964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MA" sz="2800" b="1" i="1" dirty="0" err="1">
                <a:solidFill>
                  <a:srgbClr val="FF0000"/>
                </a:solidFill>
                <a:latin typeface="Calibri"/>
                <a:cs typeface="Calibri"/>
              </a:rPr>
              <a:t>Embeddded</a:t>
            </a:r>
            <a:r>
              <a:rPr lang="fr-MA" sz="2800" b="1" i="1" dirty="0">
                <a:solidFill>
                  <a:srgbClr val="FF0000"/>
                </a:solidFill>
                <a:latin typeface="Calibri"/>
                <a:cs typeface="Calibri"/>
              </a:rPr>
              <a:t> system  =  Hardware part  +  Software part</a:t>
            </a:r>
            <a:endParaRPr sz="2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4" name="object 4">
            <a:extLst>
              <a:ext uri="{FF2B5EF4-FFF2-40B4-BE49-F238E27FC236}">
                <a16:creationId xmlns:a16="http://schemas.microsoft.com/office/drawing/2014/main" id="{D4E1F001-472A-3EC7-0E30-8EEB2068E4DB}"/>
              </a:ext>
            </a:extLst>
          </p:cNvPr>
          <p:cNvSpPr txBox="1"/>
          <p:nvPr/>
        </p:nvSpPr>
        <p:spPr>
          <a:xfrm>
            <a:off x="2304118" y="4904292"/>
            <a:ext cx="219168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MA" sz="3200" b="1" i="1" dirty="0" err="1">
                <a:solidFill>
                  <a:schemeClr val="tx1"/>
                </a:solidFill>
                <a:latin typeface="Calibri"/>
                <a:cs typeface="Calibri"/>
              </a:rPr>
              <a:t>electronic</a:t>
            </a:r>
            <a:endParaRPr sz="3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5" name="object 4">
            <a:extLst>
              <a:ext uri="{FF2B5EF4-FFF2-40B4-BE49-F238E27FC236}">
                <a16:creationId xmlns:a16="http://schemas.microsoft.com/office/drawing/2014/main" id="{AC43A8E9-6681-1223-45A0-C716923C77FB}"/>
              </a:ext>
            </a:extLst>
          </p:cNvPr>
          <p:cNvSpPr txBox="1"/>
          <p:nvPr/>
        </p:nvSpPr>
        <p:spPr>
          <a:xfrm>
            <a:off x="6928116" y="5579361"/>
            <a:ext cx="295884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MA" sz="3200" b="1" i="1" dirty="0">
                <a:solidFill>
                  <a:schemeClr val="tx1"/>
                </a:solidFill>
                <a:latin typeface="Calibri"/>
                <a:cs typeface="Calibri"/>
              </a:rPr>
              <a:t>User application</a:t>
            </a:r>
            <a:endParaRPr sz="32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26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304C-C276-D6EE-CE01-44677550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A58F605-FA65-5792-63A9-9046483F5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spc="-10" dirty="0">
                <a:solidFill>
                  <a:srgbClr val="0000FF"/>
                </a:solidFill>
              </a:rPr>
              <a:t>Embedded </a:t>
            </a:r>
            <a:r>
              <a:rPr lang="fr-MA" spc="-10" dirty="0" err="1">
                <a:solidFill>
                  <a:srgbClr val="0000FF"/>
                </a:solidFill>
              </a:rPr>
              <a:t>systems</a:t>
            </a:r>
            <a:r>
              <a:rPr lang="fr-MA" spc="-10" dirty="0">
                <a:solidFill>
                  <a:srgbClr val="0000FF"/>
                </a:solidFill>
              </a:rPr>
              <a:t> – Hardware architecture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3297E49D-2935-3F0C-37B7-7E5372689B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F879972-AC22-386E-1064-859394BBD4EB}"/>
              </a:ext>
            </a:extLst>
          </p:cNvPr>
          <p:cNvSpPr txBox="1"/>
          <p:nvPr/>
        </p:nvSpPr>
        <p:spPr>
          <a:xfrm>
            <a:off x="838199" y="1295400"/>
            <a:ext cx="109790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The embedded hardware is where the software (user application) will be embedded. It may be a microcontroller board or a CPU based board.</a:t>
            </a:r>
            <a:endParaRPr lang="en-US" sz="2400" dirty="0">
              <a:latin typeface="Calibri"/>
              <a:cs typeface="Calibri"/>
            </a:endParaRP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BE87E93D-8312-D0EB-7F9E-F6E34DF67D6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051" y="2680842"/>
            <a:ext cx="1617022" cy="1230274"/>
          </a:xfrm>
          <a:prstGeom prst="rect">
            <a:avLst/>
          </a:prstGeom>
        </p:spPr>
      </p:pic>
      <p:pic>
        <p:nvPicPr>
          <p:cNvPr id="10" name="object 11">
            <a:extLst>
              <a:ext uri="{FF2B5EF4-FFF2-40B4-BE49-F238E27FC236}">
                <a16:creationId xmlns:a16="http://schemas.microsoft.com/office/drawing/2014/main" id="{A65E617E-3F5F-8C8F-F24E-5E2E5363C77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27185" y="1981201"/>
            <a:ext cx="2350015" cy="1650066"/>
          </a:xfrm>
          <a:prstGeom prst="rect">
            <a:avLst/>
          </a:prstGeom>
        </p:spPr>
      </p:pic>
      <p:pic>
        <p:nvPicPr>
          <p:cNvPr id="11" name="object 13">
            <a:extLst>
              <a:ext uri="{FF2B5EF4-FFF2-40B4-BE49-F238E27FC236}">
                <a16:creationId xmlns:a16="http://schemas.microsoft.com/office/drawing/2014/main" id="{446A7999-0AAB-9D7C-71ED-B50CFFFA52B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00" y="4574028"/>
            <a:ext cx="2857961" cy="1824744"/>
          </a:xfrm>
          <a:prstGeom prst="rect">
            <a:avLst/>
          </a:prstGeom>
        </p:spPr>
      </p:pic>
      <p:pic>
        <p:nvPicPr>
          <p:cNvPr id="12" name="object 15">
            <a:extLst>
              <a:ext uri="{FF2B5EF4-FFF2-40B4-BE49-F238E27FC236}">
                <a16:creationId xmlns:a16="http://schemas.microsoft.com/office/drawing/2014/main" id="{5DF35D8F-5BD2-512A-7300-BEEB3AD73CE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37236" y="3768686"/>
            <a:ext cx="2129915" cy="2973748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933C921B-580B-8A03-5EF3-507347357A9F}"/>
              </a:ext>
            </a:extLst>
          </p:cNvPr>
          <p:cNvSpPr txBox="1"/>
          <p:nvPr/>
        </p:nvSpPr>
        <p:spPr>
          <a:xfrm>
            <a:off x="2133600" y="2969763"/>
            <a:ext cx="2191682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MA" sz="2400" b="1" i="1" dirty="0" err="1">
                <a:solidFill>
                  <a:schemeClr val="tx1"/>
                </a:solidFill>
                <a:latin typeface="Calibri"/>
                <a:cs typeface="Calibri"/>
              </a:rPr>
              <a:t>Microcontroller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4C204A3D-43AE-2DF6-497F-6634C9C5EA92}"/>
              </a:ext>
            </a:extLst>
          </p:cNvPr>
          <p:cNvSpPr txBox="1"/>
          <p:nvPr/>
        </p:nvSpPr>
        <p:spPr>
          <a:xfrm>
            <a:off x="8383262" y="2680842"/>
            <a:ext cx="2665738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MA" sz="2400" b="1" i="1" dirty="0">
                <a:solidFill>
                  <a:schemeClr val="tx1"/>
                </a:solidFill>
                <a:latin typeface="Calibri"/>
                <a:cs typeface="Calibri"/>
              </a:rPr>
              <a:t>MCU </a:t>
            </a:r>
            <a:r>
              <a:rPr lang="fr-MA" sz="2400" b="1" i="1" dirty="0" err="1">
                <a:solidFill>
                  <a:schemeClr val="tx1"/>
                </a:solidFill>
                <a:latin typeface="Calibri"/>
                <a:cs typeface="Calibri"/>
              </a:rPr>
              <a:t>based</a:t>
            </a:r>
            <a:r>
              <a:rPr lang="fr-MA" sz="2400" b="1" i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fr-MA" sz="2400" b="1" i="1" dirty="0" err="1">
                <a:solidFill>
                  <a:schemeClr val="tx1"/>
                </a:solidFill>
                <a:latin typeface="Calibri"/>
                <a:cs typeface="Calibri"/>
              </a:rPr>
              <a:t>board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205FBE43-AAE5-94A9-F026-965302BA4DA4}"/>
              </a:ext>
            </a:extLst>
          </p:cNvPr>
          <p:cNvSpPr txBox="1"/>
          <p:nvPr/>
        </p:nvSpPr>
        <p:spPr>
          <a:xfrm>
            <a:off x="8229600" y="4699399"/>
            <a:ext cx="2208538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MA" sz="2400" b="1" i="1" dirty="0">
                <a:solidFill>
                  <a:schemeClr val="tx1"/>
                </a:solidFill>
                <a:latin typeface="Calibri"/>
                <a:cs typeface="Calibri"/>
              </a:rPr>
              <a:t>DSP </a:t>
            </a:r>
            <a:r>
              <a:rPr lang="fr-MA" sz="2400" b="1" i="1" dirty="0" err="1">
                <a:solidFill>
                  <a:schemeClr val="tx1"/>
                </a:solidFill>
                <a:latin typeface="Calibri"/>
                <a:cs typeface="Calibri"/>
              </a:rPr>
              <a:t>based</a:t>
            </a:r>
            <a:r>
              <a:rPr lang="fr-MA" sz="2400" b="1" i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fr-MA" sz="2400" b="1" i="1" dirty="0" err="1">
                <a:solidFill>
                  <a:schemeClr val="tx1"/>
                </a:solidFill>
                <a:latin typeface="Calibri"/>
                <a:cs typeface="Calibri"/>
              </a:rPr>
              <a:t>board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3743E096-098B-D684-20D5-F1BAAE37A92B}"/>
              </a:ext>
            </a:extLst>
          </p:cNvPr>
          <p:cNvSpPr txBox="1"/>
          <p:nvPr/>
        </p:nvSpPr>
        <p:spPr>
          <a:xfrm>
            <a:off x="2987230" y="5295001"/>
            <a:ext cx="2587557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MA" sz="2400" b="1" i="1" dirty="0">
                <a:solidFill>
                  <a:schemeClr val="tx1"/>
                </a:solidFill>
                <a:latin typeface="Calibri"/>
                <a:cs typeface="Calibri"/>
              </a:rPr>
              <a:t>FPGA </a:t>
            </a:r>
            <a:r>
              <a:rPr lang="fr-MA" sz="2400" b="1" i="1" dirty="0" err="1">
                <a:solidFill>
                  <a:schemeClr val="tx1"/>
                </a:solidFill>
                <a:latin typeface="Calibri"/>
                <a:cs typeface="Calibri"/>
              </a:rPr>
              <a:t>based</a:t>
            </a:r>
            <a:r>
              <a:rPr lang="fr-MA" sz="2400" b="1" i="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fr-MA" sz="2400" b="1" i="1" dirty="0" err="1">
                <a:solidFill>
                  <a:schemeClr val="tx1"/>
                </a:solidFill>
                <a:latin typeface="Calibri"/>
                <a:cs typeface="Calibri"/>
              </a:rPr>
              <a:t>board</a:t>
            </a:r>
            <a:endParaRPr sz="2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5424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2FC2-2D50-B036-C776-80351E79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A5F2EE-CC36-969E-EEF1-443AFACB51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	</a:t>
            </a:r>
            <a:endParaRPr spc="-10" dirty="0">
              <a:solidFill>
                <a:srgbClr val="0000FF"/>
              </a:solidFill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A18853C-31CE-9C99-A4B4-507B0FB0A37C}"/>
              </a:ext>
            </a:extLst>
          </p:cNvPr>
          <p:cNvSpPr txBox="1"/>
          <p:nvPr/>
        </p:nvSpPr>
        <p:spPr>
          <a:xfrm>
            <a:off x="8826500" y="1371600"/>
            <a:ext cx="3200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3200" b="1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cs typeface="Calibri"/>
              </a:rPr>
              <a:t>Operating System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23B66CB-5F64-D319-CE03-6DD53A7BE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760951"/>
            <a:ext cx="1537275" cy="19621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799BB84-A743-70A1-C495-4A86E08C6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13246"/>
            <a:ext cx="3815089" cy="2525354"/>
          </a:xfrm>
          <a:prstGeom prst="rect">
            <a:avLst/>
          </a:prstGeom>
        </p:spPr>
      </p:pic>
      <p:sp>
        <p:nvSpPr>
          <p:cNvPr id="14" name="object 6">
            <a:extLst>
              <a:ext uri="{FF2B5EF4-FFF2-40B4-BE49-F238E27FC236}">
                <a16:creationId xmlns:a16="http://schemas.microsoft.com/office/drawing/2014/main" id="{6122AA45-947B-BA5E-2E89-CBA04AF9E573}"/>
              </a:ext>
            </a:extLst>
          </p:cNvPr>
          <p:cNvSpPr txBox="1"/>
          <p:nvPr/>
        </p:nvSpPr>
        <p:spPr>
          <a:xfrm>
            <a:off x="9144000" y="2012307"/>
            <a:ext cx="21113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Raspberry pi OS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5CF1404B-E03E-BB63-3987-F8A9C5795F52}"/>
              </a:ext>
            </a:extLst>
          </p:cNvPr>
          <p:cNvSpPr txBox="1"/>
          <p:nvPr/>
        </p:nvSpPr>
        <p:spPr>
          <a:xfrm>
            <a:off x="9144000" y="2413448"/>
            <a:ext cx="21113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Ubuntu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6">
            <a:extLst>
              <a:ext uri="{FF2B5EF4-FFF2-40B4-BE49-F238E27FC236}">
                <a16:creationId xmlns:a16="http://schemas.microsoft.com/office/drawing/2014/main" id="{4E825F80-EA53-8966-042A-19814FE29D9C}"/>
              </a:ext>
            </a:extLst>
          </p:cNvPr>
          <p:cNvSpPr txBox="1"/>
          <p:nvPr/>
        </p:nvSpPr>
        <p:spPr>
          <a:xfrm>
            <a:off x="9144000" y="2814589"/>
            <a:ext cx="234400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Windows 10 Arm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BCD41D81-86D3-0535-B06A-B7A4B7D0A263}"/>
              </a:ext>
            </a:extLst>
          </p:cNvPr>
          <p:cNvSpPr txBox="1"/>
          <p:nvPr/>
        </p:nvSpPr>
        <p:spPr>
          <a:xfrm>
            <a:off x="381000" y="4129393"/>
            <a:ext cx="3429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Single </a:t>
            </a:r>
            <a:r>
              <a:rPr kumimoji="0" lang="fr-MA" sz="2400" b="1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board</a:t>
            </a:r>
            <a:r>
              <a:rPr kumimoji="0" lang="fr-MA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computer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F9367CA3-8FA7-62CB-3DD4-2170A888A4F0}"/>
              </a:ext>
            </a:extLst>
          </p:cNvPr>
          <p:cNvSpPr txBox="1"/>
          <p:nvPr/>
        </p:nvSpPr>
        <p:spPr>
          <a:xfrm>
            <a:off x="381000" y="4506764"/>
            <a:ext cx="3429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MA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Single </a:t>
            </a:r>
            <a:r>
              <a:rPr kumimoji="0" lang="fr-MA" sz="2400" b="1" i="1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board</a:t>
            </a:r>
            <a:r>
              <a:rPr kumimoji="0" lang="fr-MA" sz="24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computer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9" name="object 7">
            <a:extLst>
              <a:ext uri="{FF2B5EF4-FFF2-40B4-BE49-F238E27FC236}">
                <a16:creationId xmlns:a16="http://schemas.microsoft.com/office/drawing/2014/main" id="{B15FF870-ACBB-BF99-B38B-F41DA8A1F2E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4032" y="6214970"/>
            <a:ext cx="1960768" cy="5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36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70FD5-00C6-BBA6-E27A-939389ED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246AC1-9AE9-C22A-A541-8F6A246A4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 	</a:t>
            </a:r>
            <a:endParaRPr lang="fr-MA" spc="-10" dirty="0">
              <a:solidFill>
                <a:srgbClr val="0000FF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845216-5B4A-9D4F-D95D-F3CCEC9CE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371600"/>
            <a:ext cx="7467600" cy="5227320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3C368750-CA2B-AF30-1DAD-CA66DEC216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74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CD54-A6FF-F49E-14CC-9DC6FB6F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FBC91C-F459-27A0-25CF-EBEB24821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 	</a:t>
            </a:r>
            <a:endParaRPr lang="fr-MA" spc="-10" dirty="0">
              <a:solidFill>
                <a:srgbClr val="0000FF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FE6BA11-C730-4E3D-5EF7-CCC73C27E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453" y="1262156"/>
            <a:ext cx="7807147" cy="5519644"/>
          </a:xfrm>
          <a:prstGeom prst="rect">
            <a:avLst/>
          </a:prstGeom>
        </p:spPr>
      </p:pic>
      <p:pic>
        <p:nvPicPr>
          <p:cNvPr id="4" name="object 7">
            <a:extLst>
              <a:ext uri="{FF2B5EF4-FFF2-40B4-BE49-F238E27FC236}">
                <a16:creationId xmlns:a16="http://schemas.microsoft.com/office/drawing/2014/main" id="{E80CD362-91CD-60BA-D986-F84A3EF4C2A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77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1EA7-1523-1561-B212-4A743BF37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B337E6-4D01-55D3-4E0B-252308FF8D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 	</a:t>
            </a:r>
            <a:endParaRPr lang="fr-MA" spc="-10" dirty="0">
              <a:solidFill>
                <a:srgbClr val="0000FF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681EBDB-380C-2D4B-AC25-8519B1C47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0" y="1600200"/>
            <a:ext cx="6686550" cy="4457700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46967E90-4758-A1DC-F7C5-A063094247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92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1A97-D138-F457-495E-FAE774D2A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62FBC0-9DB0-A7BE-DBF1-C7EDA7636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 	</a:t>
            </a:r>
            <a:endParaRPr lang="fr-MA" spc="-10" dirty="0">
              <a:solidFill>
                <a:srgbClr val="0000FF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CFCAE1-7516-A1AD-2834-9AD73815B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02459"/>
            <a:ext cx="7848600" cy="5555541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C3EE2D5F-2CFA-00D7-0B3B-56979D1DE9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549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826-5259-BCC4-4F73-0523AB8BA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2F79D0-98B7-70F4-9E04-BCB25F9AC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 	</a:t>
            </a:r>
            <a:endParaRPr lang="fr-MA" spc="-10" dirty="0">
              <a:solidFill>
                <a:srgbClr val="0000FF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B52E9F-99D1-81EA-9EDD-DAEF4B269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600202"/>
            <a:ext cx="7086600" cy="4724398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AA4CDE87-92C0-777E-B63C-D12FFF6C76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54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83C6-E572-A113-491D-52C0CC23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C0F6F1-46CF-B15E-4496-22FCC26B2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 	</a:t>
            </a:r>
            <a:endParaRPr lang="fr-MA" spc="-10" dirty="0">
              <a:solidFill>
                <a:srgbClr val="0000FF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990EDA-579B-FF79-62D2-B8C8967D8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965" y="1219200"/>
            <a:ext cx="5576635" cy="5576635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F9E9B91A-6ED6-4590-919A-8E45C6960ED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10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1F32C-2E25-E961-8708-9AEC0709C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02384F-E47D-9C97-622D-E734E5C5B7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dirty="0">
                <a:solidFill>
                  <a:srgbClr val="0000FF"/>
                </a:solidFill>
              </a:rPr>
              <a:t>Raspberry pi 	</a:t>
            </a:r>
            <a:endParaRPr lang="fr-MA" spc="-10" dirty="0">
              <a:solidFill>
                <a:srgbClr val="0000FF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300AF3-BD4F-9DB3-4055-F389F8A43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41081"/>
            <a:ext cx="9526063" cy="5540719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38DD6868-6383-AF46-D40F-6B8AB25CB9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7325" y="6217451"/>
            <a:ext cx="2216075" cy="59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91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E3655-99F2-E221-57D6-D91259A6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CB09E53-9DF8-8750-978D-0C8AF810A7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spc="-10" dirty="0">
                <a:solidFill>
                  <a:srgbClr val="0000FF"/>
                </a:solidFill>
              </a:rPr>
              <a:t>Embedded </a:t>
            </a:r>
            <a:r>
              <a:rPr lang="fr-MA" spc="-10" dirty="0" err="1">
                <a:solidFill>
                  <a:srgbClr val="0000FF"/>
                </a:solidFill>
              </a:rPr>
              <a:t>systems</a:t>
            </a:r>
            <a:r>
              <a:rPr lang="fr-MA" spc="-10" dirty="0">
                <a:solidFill>
                  <a:srgbClr val="0000FF"/>
                </a:solidFill>
              </a:rPr>
              <a:t> – Hardware architecture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0806F5ED-503A-591E-CF40-6EFA70E7BD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61F0CF78-87F6-027E-5ED2-CC7F07350E64}"/>
              </a:ext>
            </a:extLst>
          </p:cNvPr>
          <p:cNvSpPr txBox="1"/>
          <p:nvPr/>
        </p:nvSpPr>
        <p:spPr>
          <a:xfrm>
            <a:off x="3647945" y="1233330"/>
            <a:ext cx="53436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ESP </a:t>
            </a:r>
            <a:r>
              <a:rPr lang="fr-MA" sz="2800" b="1" i="1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boards</a:t>
            </a: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 ESP32 &amp; ESP8266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095707-8FEA-6327-7E2A-EB216E504981}"/>
              </a:ext>
            </a:extLst>
          </p:cNvPr>
          <p:cNvSpPr txBox="1"/>
          <p:nvPr/>
        </p:nvSpPr>
        <p:spPr>
          <a:xfrm>
            <a:off x="292643" y="1905000"/>
            <a:ext cx="10979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ESP32 and ESP8266 are series of  MCU chips developed by </a:t>
            </a:r>
            <a:r>
              <a:rPr lang="en-US" sz="2400" b="1" i="1" dirty="0" err="1">
                <a:latin typeface="Calibri"/>
                <a:cs typeface="Calibri"/>
              </a:rPr>
              <a:t>Espressif</a:t>
            </a:r>
            <a:r>
              <a:rPr lang="en-US" sz="2400" b="1" i="1" dirty="0">
                <a:latin typeface="Calibri"/>
                <a:cs typeface="Calibri"/>
              </a:rPr>
              <a:t>.  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0D1EB9A-B1D2-063F-47CB-5EFDBFB08A04}"/>
              </a:ext>
            </a:extLst>
          </p:cNvPr>
          <p:cNvSpPr txBox="1"/>
          <p:nvPr/>
        </p:nvSpPr>
        <p:spPr>
          <a:xfrm>
            <a:off x="292642" y="2971800"/>
            <a:ext cx="10979075" cy="313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Why ESP32 ?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2400" b="1" i="1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  <a:cs typeface="Calibri"/>
              </a:rPr>
              <a:t>Low cost : 150Dh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  <a:cs typeface="Calibri"/>
              </a:rPr>
              <a:t>Low energy consumption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Calibri"/>
                <a:cs typeface="Calibri"/>
              </a:rPr>
              <a:t>WiFi</a:t>
            </a:r>
            <a:r>
              <a:rPr lang="en-US" sz="2400" dirty="0">
                <a:latin typeface="Calibri"/>
                <a:cs typeface="Calibri"/>
              </a:rPr>
              <a:t> &amp; Bluetooth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  <a:cs typeface="Calibri"/>
              </a:rPr>
              <a:t>Two cores : Xtensa 32 bits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  <a:cs typeface="Calibri"/>
              </a:rPr>
              <a:t>I/O interfaces : ADC DAC, SPI, I2C, UART, PWM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/>
                <a:cs typeface="Calibri"/>
              </a:rPr>
              <a:t>Supports Arduino programming language and </a:t>
            </a:r>
            <a:r>
              <a:rPr lang="en-US" sz="2400" dirty="0" err="1">
                <a:latin typeface="Calibri"/>
                <a:cs typeface="Calibri"/>
              </a:rPr>
              <a:t>MicroPython</a:t>
            </a:r>
            <a:r>
              <a:rPr lang="en-US" sz="2400" dirty="0">
                <a:latin typeface="Calibri"/>
                <a:cs typeface="Calibri"/>
              </a:rPr>
              <a:t> 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D666BDA-7C99-7345-A612-377C17B35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2514600"/>
            <a:ext cx="3409950" cy="96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23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A2C5-B26C-6193-24AB-7E21F3064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37E618-4C1A-4155-0F34-8AC1C4A0D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spc="-10" dirty="0">
                <a:solidFill>
                  <a:srgbClr val="0000FF"/>
                </a:solidFill>
              </a:rPr>
              <a:t>Embedded system – Hardware architecture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F0C5EEFC-5271-E44E-18A1-DC284FFB5C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AE7BDE3D-A6A9-58E4-1DA2-C40D380251CA}"/>
              </a:ext>
            </a:extLst>
          </p:cNvPr>
          <p:cNvSpPr txBox="1"/>
          <p:nvPr/>
        </p:nvSpPr>
        <p:spPr>
          <a:xfrm>
            <a:off x="3647945" y="1233330"/>
            <a:ext cx="53436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ESP </a:t>
            </a:r>
            <a:r>
              <a:rPr lang="fr-MA" sz="2800" b="1" i="1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boards</a:t>
            </a: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 ESP32 &amp; ESP8266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4190B55E-1F09-D016-65A9-634CD7C7FCC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787729"/>
            <a:ext cx="7455498" cy="505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136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FAD8-D025-D1E4-F44F-2B86FECB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5675A0-A695-D8DD-C92B-D141639E36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spc="-10" dirty="0">
                <a:solidFill>
                  <a:srgbClr val="0000FF"/>
                </a:solidFill>
              </a:rPr>
              <a:t>Embedded system – Hardware architecture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9AC38FE9-7D13-E82D-B211-01FF71D20B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D3E18EE3-2B27-6EB1-342D-3FD8F296140F}"/>
              </a:ext>
            </a:extLst>
          </p:cNvPr>
          <p:cNvSpPr txBox="1"/>
          <p:nvPr/>
        </p:nvSpPr>
        <p:spPr>
          <a:xfrm>
            <a:off x="3647945" y="1233330"/>
            <a:ext cx="53436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ESP </a:t>
            </a:r>
            <a:r>
              <a:rPr lang="fr-MA" sz="2800" b="1" i="1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boards</a:t>
            </a: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 ESP32 &amp; ESP8266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2751ABE-4302-B696-0F19-836E1A214337}"/>
              </a:ext>
            </a:extLst>
          </p:cNvPr>
          <p:cNvSpPr txBox="1"/>
          <p:nvPr/>
        </p:nvSpPr>
        <p:spPr>
          <a:xfrm>
            <a:off x="1143000" y="2445044"/>
            <a:ext cx="10979075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How to program ESP boards ?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2400" b="1" i="1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b="1" i="1" dirty="0" err="1">
                <a:latin typeface="Calibri"/>
                <a:cs typeface="Calibri"/>
              </a:rPr>
              <a:t>Espressif</a:t>
            </a:r>
            <a:r>
              <a:rPr lang="en-US" sz="2400" b="1" i="1" dirty="0">
                <a:latin typeface="Calibri"/>
                <a:cs typeface="Calibri"/>
              </a:rPr>
              <a:t> IDF (IoT Development Framework)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b="1" i="1" dirty="0">
                <a:latin typeface="Calibri"/>
                <a:cs typeface="Calibri"/>
              </a:rPr>
              <a:t>Arduino C/C++ with Arduino ESP core: 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US" sz="2400" b="1" i="1" dirty="0">
                <a:latin typeface="Calibri"/>
                <a:cs typeface="Calibri"/>
              </a:rPr>
              <a:t> </a:t>
            </a:r>
            <a:r>
              <a:rPr lang="en-US" sz="2400" b="1" i="1" dirty="0" err="1">
                <a:latin typeface="Calibri"/>
                <a:cs typeface="Calibri"/>
              </a:rPr>
              <a:t>MicroPython</a:t>
            </a:r>
            <a:endParaRPr lang="en-US" sz="2400" b="1" i="1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endParaRPr lang="en-US" sz="2400" b="1" i="1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In this course we’ll used Arduino with </a:t>
            </a:r>
            <a:r>
              <a:rPr lang="en-US" sz="2400" b="1" i="1" dirty="0" err="1">
                <a:latin typeface="Calibri"/>
                <a:cs typeface="Calibri"/>
              </a:rPr>
              <a:t>PlatformIO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0626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7EAC8-3F13-641C-3855-58254252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B335D4-E18B-3C09-264C-B166E72EB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spc="-10" dirty="0">
                <a:solidFill>
                  <a:srgbClr val="0000FF"/>
                </a:solidFill>
              </a:rPr>
              <a:t>Embedded system – Hardware architecture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E1C456B0-8305-AE1D-C5A7-78F1EBEBF3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610904D-A3E3-9E55-4923-4BB48C9BBD18}"/>
              </a:ext>
            </a:extLst>
          </p:cNvPr>
          <p:cNvSpPr txBox="1"/>
          <p:nvPr/>
        </p:nvSpPr>
        <p:spPr>
          <a:xfrm>
            <a:off x="3647945" y="1233330"/>
            <a:ext cx="53436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ESP </a:t>
            </a:r>
            <a:r>
              <a:rPr lang="fr-MA" sz="2800" b="1" i="1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boards</a:t>
            </a: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 ESP32 &amp; ESP8266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4F2B0-BF57-DE7C-BC33-203BDB309BA3}"/>
              </a:ext>
            </a:extLst>
          </p:cNvPr>
          <p:cNvSpPr txBox="1"/>
          <p:nvPr/>
        </p:nvSpPr>
        <p:spPr>
          <a:xfrm>
            <a:off x="990600" y="2057400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Configuration of development environment</a:t>
            </a: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0B4ED187-147D-ECA2-1DD4-EC752E5A808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501" y="3646760"/>
            <a:ext cx="3203444" cy="2052935"/>
          </a:xfrm>
          <a:prstGeom prst="rect">
            <a:avLst/>
          </a:prstGeom>
        </p:spPr>
      </p:pic>
      <p:pic>
        <p:nvPicPr>
          <p:cNvPr id="6" name="object 11">
            <a:extLst>
              <a:ext uri="{FF2B5EF4-FFF2-40B4-BE49-F238E27FC236}">
                <a16:creationId xmlns:a16="http://schemas.microsoft.com/office/drawing/2014/main" id="{8DBF2F9D-1519-3690-4F03-3114156420F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67200" y="3811642"/>
            <a:ext cx="7772400" cy="172317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719784A-950D-3AC0-64F2-456733B70A46}"/>
              </a:ext>
            </a:extLst>
          </p:cNvPr>
          <p:cNvSpPr txBox="1"/>
          <p:nvPr/>
        </p:nvSpPr>
        <p:spPr>
          <a:xfrm>
            <a:off x="444501" y="3172733"/>
            <a:ext cx="2984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Download and install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807CAE-D343-6D6F-B2C3-BD30FDE9B269}"/>
              </a:ext>
            </a:extLst>
          </p:cNvPr>
          <p:cNvSpPr txBox="1"/>
          <p:nvPr/>
        </p:nvSpPr>
        <p:spPr>
          <a:xfrm>
            <a:off x="5943600" y="3172733"/>
            <a:ext cx="5497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Install </a:t>
            </a:r>
            <a:r>
              <a:rPr lang="en-US" sz="2400" b="1" i="1" dirty="0" err="1">
                <a:latin typeface="Calibri"/>
                <a:cs typeface="Calibri"/>
              </a:rPr>
              <a:t>PlatformIO</a:t>
            </a:r>
            <a:r>
              <a:rPr lang="en-US" sz="2400" b="1" i="1" dirty="0">
                <a:latin typeface="Calibri"/>
                <a:cs typeface="Calibri"/>
              </a:rPr>
              <a:t> extension in VS Code</a:t>
            </a:r>
          </a:p>
        </p:txBody>
      </p:sp>
    </p:spTree>
    <p:extLst>
      <p:ext uri="{BB962C8B-B14F-4D97-AF65-F5344CB8AC3E}">
        <p14:creationId xmlns:p14="http://schemas.microsoft.com/office/powerpoint/2010/main" val="36224004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6C43C-37C0-3657-D78F-9191242A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83EBB97-E8D2-6C02-5790-C15CD4A4D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MA" spc="-10" dirty="0">
                <a:solidFill>
                  <a:srgbClr val="0000FF"/>
                </a:solidFill>
              </a:rPr>
              <a:t>Embedded system – Hardware architecture</a:t>
            </a:r>
            <a:endParaRPr spc="-10" dirty="0">
              <a:solidFill>
                <a:srgbClr val="0000FF"/>
              </a:solidFill>
            </a:endParaRPr>
          </a:p>
        </p:txBody>
      </p:sp>
      <p:pic>
        <p:nvPicPr>
          <p:cNvPr id="26" name="object 7">
            <a:extLst>
              <a:ext uri="{FF2B5EF4-FFF2-40B4-BE49-F238E27FC236}">
                <a16:creationId xmlns:a16="http://schemas.microsoft.com/office/drawing/2014/main" id="{2A6E3969-A7B3-5D65-20A8-447EBE9451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200" y="6217451"/>
            <a:ext cx="2216075" cy="59759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2D6C17F-107C-5891-4918-4563269FC7F4}"/>
              </a:ext>
            </a:extLst>
          </p:cNvPr>
          <p:cNvSpPr txBox="1"/>
          <p:nvPr/>
        </p:nvSpPr>
        <p:spPr>
          <a:xfrm>
            <a:off x="3647945" y="1233330"/>
            <a:ext cx="53436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ESP </a:t>
            </a:r>
            <a:r>
              <a:rPr lang="fr-MA" sz="2800" b="1" i="1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boards</a:t>
            </a:r>
            <a:r>
              <a:rPr lang="fr-MA" sz="28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 ESP32 &amp; ESP8266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FF45CC-0B94-8820-143C-6901CC4A6D02}"/>
              </a:ext>
            </a:extLst>
          </p:cNvPr>
          <p:cNvSpPr txBox="1"/>
          <p:nvPr/>
        </p:nvSpPr>
        <p:spPr>
          <a:xfrm>
            <a:off x="381000" y="2057400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Configuration of development environment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5A5D24-937D-1D9D-6570-77B9D177B144}"/>
              </a:ext>
            </a:extLst>
          </p:cNvPr>
          <p:cNvSpPr txBox="1"/>
          <p:nvPr/>
        </p:nvSpPr>
        <p:spPr>
          <a:xfrm>
            <a:off x="228600" y="2839209"/>
            <a:ext cx="29844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1. Download and install Arduino </a:t>
            </a:r>
            <a:r>
              <a:rPr lang="en-US" sz="2400" b="1" i="1" dirty="0" err="1">
                <a:latin typeface="Calibri"/>
                <a:cs typeface="Calibri"/>
              </a:rPr>
              <a:t>sw</a:t>
            </a:r>
            <a:r>
              <a:rPr lang="en-US" sz="2400" b="1" i="1" dirty="0">
                <a:latin typeface="Calibri"/>
                <a:cs typeface="Calibri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CC56B4F-2BB3-9B4A-C573-2C91C1FB8C15}"/>
              </a:ext>
            </a:extLst>
          </p:cNvPr>
          <p:cNvSpPr txBox="1"/>
          <p:nvPr/>
        </p:nvSpPr>
        <p:spPr>
          <a:xfrm>
            <a:off x="4800600" y="2856969"/>
            <a:ext cx="6858000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2. Install esp32 and esp8266 Arduino core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b="1" i="1" dirty="0">
                <a:latin typeface="Calibri"/>
                <a:cs typeface="Calibri"/>
              </a:rPr>
              <a:t>3. Add esp32 and esp8266 boards </a:t>
            </a:r>
            <a:r>
              <a:rPr lang="en-US" sz="2400" b="1" i="1" dirty="0" err="1">
                <a:latin typeface="Calibri"/>
                <a:cs typeface="Calibri"/>
              </a:rPr>
              <a:t>url</a:t>
            </a:r>
            <a:r>
              <a:rPr lang="en-US" sz="2400" b="1" i="1" dirty="0">
                <a:latin typeface="Calibri"/>
                <a:cs typeface="Calibri"/>
              </a:rPr>
              <a:t> in Arduino </a:t>
            </a:r>
            <a:r>
              <a:rPr lang="en-US" sz="2400" b="1" i="1" dirty="0" err="1">
                <a:latin typeface="Calibri"/>
                <a:cs typeface="Calibri"/>
              </a:rPr>
              <a:t>sw</a:t>
            </a:r>
            <a:endParaRPr lang="en-US" sz="2400" b="1" i="1" dirty="0">
              <a:latin typeface="Calibri"/>
              <a:cs typeface="Calibri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2B383B2-9941-54CB-8098-7C71EF24A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1" y="3990538"/>
            <a:ext cx="2143125" cy="214312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E709EDE-6B66-A839-DDD7-4C4AEC3169DC}"/>
              </a:ext>
            </a:extLst>
          </p:cNvPr>
          <p:cNvSpPr txBox="1"/>
          <p:nvPr/>
        </p:nvSpPr>
        <p:spPr>
          <a:xfrm>
            <a:off x="3429000" y="3886200"/>
            <a:ext cx="8762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ESP32 url : http://arduino.esp8266.com/stable/package_esp8266com_index.json</a:t>
            </a:r>
          </a:p>
          <a:p>
            <a:endParaRPr lang="fr-MA" dirty="0"/>
          </a:p>
          <a:p>
            <a:r>
              <a:rPr lang="fr-MA" dirty="0"/>
              <a:t>ESP8266 url: https://raw.githubusercontent.com/espressif/arduino-esp32/gh-pages/package_esp32_index.json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3E57286-A374-312C-6FB1-31A0E626818E}"/>
              </a:ext>
            </a:extLst>
          </p:cNvPr>
          <p:cNvSpPr txBox="1"/>
          <p:nvPr/>
        </p:nvSpPr>
        <p:spPr>
          <a:xfrm>
            <a:off x="3581400" y="5181600"/>
            <a:ext cx="7086600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000" b="1" i="1" dirty="0">
                <a:solidFill>
                  <a:srgbClr val="FF0000"/>
                </a:solidFill>
                <a:latin typeface="Calibri"/>
                <a:cs typeface="Calibri"/>
              </a:rPr>
              <a:t>Copy two </a:t>
            </a:r>
            <a:r>
              <a:rPr lang="en-US" sz="2000" b="1" i="1" dirty="0" err="1">
                <a:solidFill>
                  <a:srgbClr val="FF0000"/>
                </a:solidFill>
                <a:latin typeface="Calibri"/>
                <a:cs typeface="Calibri"/>
              </a:rPr>
              <a:t>url</a:t>
            </a:r>
            <a:r>
              <a:rPr lang="en-US" sz="2000" b="1" i="1" dirty="0">
                <a:solidFill>
                  <a:srgbClr val="FF0000"/>
                </a:solidFill>
                <a:latin typeface="Calibri"/>
                <a:cs typeface="Calibri"/>
              </a:rPr>
              <a:t> and </a:t>
            </a:r>
            <a:r>
              <a:rPr lang="en-US" sz="2000" b="1" i="1" dirty="0" err="1">
                <a:solidFill>
                  <a:srgbClr val="FF0000"/>
                </a:solidFill>
                <a:latin typeface="Calibri"/>
                <a:cs typeface="Calibri"/>
              </a:rPr>
              <a:t>colle</a:t>
            </a:r>
            <a:r>
              <a:rPr lang="en-US" sz="2000" b="1" i="1" dirty="0">
                <a:solidFill>
                  <a:srgbClr val="FF0000"/>
                </a:solidFill>
                <a:latin typeface="Calibri"/>
                <a:cs typeface="Calibri"/>
              </a:rPr>
              <a:t> in :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000" b="1" i="1" dirty="0">
                <a:solidFill>
                  <a:srgbClr val="FF0000"/>
                </a:solidFill>
                <a:latin typeface="Calibri"/>
                <a:cs typeface="Calibri"/>
              </a:rPr>
              <a:t>File -&gt; Preferences -&gt; Additional boards manager </a:t>
            </a:r>
            <a:r>
              <a:rPr lang="en-US" sz="2000" b="1" i="1" dirty="0" err="1">
                <a:solidFill>
                  <a:srgbClr val="FF0000"/>
                </a:solidFill>
                <a:latin typeface="Calibri"/>
                <a:cs typeface="Calibri"/>
              </a:rPr>
              <a:t>urls</a:t>
            </a:r>
            <a:endParaRPr lang="en-US" sz="2000" b="1" i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091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1693</TotalTime>
  <Words>1695</Words>
  <Application>Microsoft Office PowerPoint</Application>
  <PresentationFormat>Grand écran</PresentationFormat>
  <Paragraphs>349</Paragraphs>
  <Slides>49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49</vt:i4>
      </vt:variant>
    </vt:vector>
  </HeadingPairs>
  <TitlesOfParts>
    <vt:vector size="56" baseType="lpstr">
      <vt:lpstr>Arial MT</vt:lpstr>
      <vt:lpstr>Calibri</vt:lpstr>
      <vt:lpstr>Segoe UI Light</vt:lpstr>
      <vt:lpstr>Times New Roman</vt:lpstr>
      <vt:lpstr>Wingdings</vt:lpstr>
      <vt:lpstr>Office Theme</vt:lpstr>
      <vt:lpstr>1_Office Theme</vt:lpstr>
      <vt:lpstr>MASTER1 INTELLIGENCE ARTIFICIELLE ET INTERNET DES OBJETS</vt:lpstr>
      <vt:lpstr>Programme</vt:lpstr>
      <vt:lpstr>Objectifs du programme</vt:lpstr>
      <vt:lpstr>Introduction to Internet of Things</vt:lpstr>
      <vt:lpstr>Introduction to Internet of Things</vt:lpstr>
      <vt:lpstr>Introduction to Internet of Things</vt:lpstr>
      <vt:lpstr>Introduction to Internet of Things</vt:lpstr>
      <vt:lpstr>Introduction to Internet of Things</vt:lpstr>
      <vt:lpstr>Introduction to Internet of Things</vt:lpstr>
      <vt:lpstr>MQTT - Publisher - Broker - Subscriber</vt:lpstr>
      <vt:lpstr>MQTT - Publisher - Broker - Subscriber</vt:lpstr>
      <vt:lpstr>MQTT - Publisher - Broker – Subscriber</vt:lpstr>
      <vt:lpstr>MQTT - Publisher - Broker - Subscriber</vt:lpstr>
      <vt:lpstr>MQTT - Publisher - Broker - Subscriber</vt:lpstr>
      <vt:lpstr>MQTT - Publisher - Broker - Subscriber</vt:lpstr>
      <vt:lpstr>MQTT – Demonstration with a public broker</vt:lpstr>
      <vt:lpstr>MQTT – Demonstration with a public broker</vt:lpstr>
      <vt:lpstr>MQTT – Demonstration with a public broker</vt:lpstr>
      <vt:lpstr>MQTT – Demonstration with a public broker</vt:lpstr>
      <vt:lpstr>IoT Platform architectures</vt:lpstr>
      <vt:lpstr>IoT Platform architectures</vt:lpstr>
      <vt:lpstr>IoT Platform architectures</vt:lpstr>
      <vt:lpstr>IoT Platform architectures</vt:lpstr>
      <vt:lpstr>IoT Platform architectures</vt:lpstr>
      <vt:lpstr>IoT Platform architectures</vt:lpstr>
      <vt:lpstr>IoT Platform architectures</vt:lpstr>
      <vt:lpstr>Our IoT platform solution</vt:lpstr>
      <vt:lpstr>Our IoT platform solution</vt:lpstr>
      <vt:lpstr>Our IoT platform solution</vt:lpstr>
      <vt:lpstr>Our IoT platform solution</vt:lpstr>
      <vt:lpstr>Our IoT platform solution</vt:lpstr>
      <vt:lpstr>Our IoT platform solution</vt:lpstr>
      <vt:lpstr>Our IoT platform solution</vt:lpstr>
      <vt:lpstr>Our IoT platform specifications</vt:lpstr>
      <vt:lpstr>Embedded systems</vt:lpstr>
      <vt:lpstr>Embedded systems – Hardware architecture</vt:lpstr>
      <vt:lpstr>Raspberry pi </vt:lpstr>
      <vt:lpstr>Raspberry pi  </vt:lpstr>
      <vt:lpstr>Raspberry pi  </vt:lpstr>
      <vt:lpstr>Raspberry pi  </vt:lpstr>
      <vt:lpstr>Raspberry pi  </vt:lpstr>
      <vt:lpstr>Raspberry pi  </vt:lpstr>
      <vt:lpstr>Raspberry pi  </vt:lpstr>
      <vt:lpstr>Raspberry pi  </vt:lpstr>
      <vt:lpstr>Embedded systems – Hardware architecture</vt:lpstr>
      <vt:lpstr>Embedded system – Hardware architecture</vt:lpstr>
      <vt:lpstr>Embedded system – Hardware architecture</vt:lpstr>
      <vt:lpstr>Embedded system – Hardware architecture</vt:lpstr>
      <vt:lpstr>Embedded system – Hardware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HALIDOU KABORE</dc:creator>
  <cp:lastModifiedBy>HALIDOU KABORE</cp:lastModifiedBy>
  <cp:revision>28</cp:revision>
  <dcterms:created xsi:type="dcterms:W3CDTF">2024-12-19T22:41:30Z</dcterms:created>
  <dcterms:modified xsi:type="dcterms:W3CDTF">2024-12-21T02:55:05Z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2024-10-21T00:00:00Z</vt:filetime>
  </property>
  <property fmtid="{D5CDD505-2E9C-101B-9397-08002B2CF9AE}" pid="3" name="LastSaved">
    <vt:filetime>2024-12-19T00:00:00Z</vt:filetime>
  </property>
  <property fmtid="{D5CDD505-2E9C-101B-9397-08002B2CF9AE}" pid="4" name="Producer">
    <vt:lpwstr>macOS Version 12.7.1 (assemblage 21G920) Quartz PDFContext</vt:lpwstr>
  </property>
</Properties>
</file>