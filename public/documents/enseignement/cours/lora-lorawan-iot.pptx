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60" r:id="rId3"/>
    <p:sldId id="261" r:id="rId4"/>
    <p:sldId id="274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604" r:id="rId22"/>
    <p:sldId id="293" r:id="rId23"/>
    <p:sldId id="294" r:id="rId24"/>
    <p:sldId id="295" r:id="rId25"/>
    <p:sldId id="296" r:id="rId26"/>
    <p:sldId id="297" r:id="rId27"/>
    <p:sldId id="605" r:id="rId28"/>
    <p:sldId id="299" r:id="rId29"/>
    <p:sldId id="298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88"/>
  </p:normalViewPr>
  <p:slideViewPr>
    <p:cSldViewPr snapToGrid="0">
      <p:cViewPr varScale="1">
        <p:scale>
          <a:sx n="106" d="100"/>
          <a:sy n="106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4C9B3-5CF3-2C43-B1E1-AA96583D6CFA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620A-E8E7-5B41-9534-F42494EEAD5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91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04E58-45B0-A74C-BC8C-FB257D245CE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6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B2F5-4166-D70C-2B58-46B06FDE7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396F-E89B-C523-E09D-1C2373326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EDE84-1B6A-83AE-D9FA-03FEC590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892AC-EF07-EDB3-9B82-1A911EFA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5DF8-D818-F2AD-F9B0-31E27362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92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A778-E3B5-F9C2-5C7D-D76ACDD9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1BC0E-BA58-A9E8-885C-4505233E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2257D-10E5-CB34-3AF5-47F0AFEE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42337-5E06-E957-3B95-DC001B12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C4996-1DA3-C412-A42E-B398804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29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1526-FFC3-0571-7A61-581E1C80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8CE8-0235-45FC-D553-7FD872D0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EB567-4877-A540-2FD9-8693C1CC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223E-A2AA-3EEB-5072-E10B8E11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7A6D-4FCB-00F6-6DDA-15F4259E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97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2EB9-CEC3-3A28-AA98-740A9FD9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F621-5209-8B97-8599-747230446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9FDB-703A-A333-C22C-88DAB8C22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716F8-BC3E-4BD8-F005-3AA7E112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A4723-27F2-6440-7D3E-F2840C25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3C9F7-E836-3CD4-C214-E279AE58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10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AE84-2601-F98D-8734-E1EA9B84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83750-8B3B-3B4C-45DD-4E649A262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018D6-D76C-24D6-B236-6E6EFFD42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A8E59-90B8-69A8-EDBB-EC3FF7A26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5136C-3E19-D438-35A2-273FD3153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76FAA-B456-2C4C-88D2-49EF2279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2C8A9-88DA-5C59-A506-CE2AAF65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8B302-5493-E3C1-96D2-22BE2B3A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538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DAED-C21F-8930-6F7F-C6B1053C8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AEA12-CF16-CE9C-EEA9-7C97F968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7A0CA-1215-04FE-402E-9F180370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4B343-40D5-6FA1-1730-F1345864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3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6FB20-B787-672B-49B6-E76C0126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82158-5996-2318-3F28-109F8899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4754C-2415-F23D-692A-713C0862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87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5557-1ECA-842B-F889-6FE98431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A32F2-AED5-6EFA-B1AD-A766F4802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FDF32-849A-153E-86EF-B6F5F97F1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25D75-44EC-DA66-C9DF-E71AF36FB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D0FE0-AC2C-0F16-7B2D-9C9FCCB5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1C832-5FF8-9302-28AD-9420FF15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8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F611-B183-1901-85B4-F46E631A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70FC7F-A623-AB6F-371F-4ED36D564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33278-B6B2-48C1-D22C-06EE095F2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1AB3D-523A-AB60-6BFD-551E3962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7E8C9-BEDE-0A92-81F4-F2DD121D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5A6FA-8C6E-F3D1-3917-34E23034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60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7435-685D-5450-C868-8F884B0C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25B5B-ADAC-7889-B777-29B97E3DF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23FAC-B1F1-C566-DF73-DE397A15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43E73-276F-C432-AC98-7829E81B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21B21-2444-8153-1E9D-A4E45AFC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8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A66C6-F889-B8DC-514A-677701D60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C97F3-3257-0334-A790-9D0A34C16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4B8E-288A-0DAA-D1FF-90B32D28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E45A-C3D1-A715-8F04-57A3FD25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2396F-2294-6C86-1089-A90AD0FA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447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80808" y="1963590"/>
            <a:ext cx="3666490" cy="4382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008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64EBE-0762-24CC-C343-C6CD970A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1C0F8-2752-AE53-3C98-B7A2E76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24EDB-CA63-BE85-5BFB-F637598D0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7636-7DE6-EB41-83A7-CF6B81F6C300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A2900-60A6-BE35-67DA-C01F66563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B2B72-BAA1-DF00-23C7-419610850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C3577-7E80-5346-B94A-7F0713A2C2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88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://www.univ-smb.fr/lorawan/en/" TargetMode="External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hyperlink" Target="http://www.univ-smb.fr/lorawan/en/" TargetMode="External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jp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62.png"/><Relationship Id="rId7" Type="http://schemas.openxmlformats.org/officeDocument/2006/relationships/image" Target="../media/image7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99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62F0F9FB-63D0-B5AB-F8B2-A5BCF2A37047}"/>
              </a:ext>
            </a:extLst>
          </p:cNvPr>
          <p:cNvGrpSpPr/>
          <p:nvPr/>
        </p:nvGrpSpPr>
        <p:grpSpPr>
          <a:xfrm>
            <a:off x="67221" y="2034922"/>
            <a:ext cx="12058015" cy="979805"/>
            <a:chOff x="67221" y="2034922"/>
            <a:chExt cx="12058015" cy="979805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2927BF1E-3FAC-3555-8EC7-58B0D55BF0D5}"/>
                </a:ext>
              </a:extLst>
            </p:cNvPr>
            <p:cNvSpPr/>
            <p:nvPr/>
          </p:nvSpPr>
          <p:spPr>
            <a:xfrm>
              <a:off x="73571" y="2041272"/>
              <a:ext cx="12045315" cy="967105"/>
            </a:xfrm>
            <a:custGeom>
              <a:avLst/>
              <a:gdLst/>
              <a:ahLst/>
              <a:cxnLst/>
              <a:rect l="l" t="t" r="r" b="b"/>
              <a:pathLst>
                <a:path w="12045315" h="967105">
                  <a:moveTo>
                    <a:pt x="11883692" y="0"/>
                  </a:moveTo>
                  <a:lnTo>
                    <a:pt x="161164" y="0"/>
                  </a:lnTo>
                  <a:lnTo>
                    <a:pt x="118320" y="5756"/>
                  </a:lnTo>
                  <a:lnTo>
                    <a:pt x="79821" y="22003"/>
                  </a:lnTo>
                  <a:lnTo>
                    <a:pt x="47203" y="47204"/>
                  </a:lnTo>
                  <a:lnTo>
                    <a:pt x="22003" y="79822"/>
                  </a:lnTo>
                  <a:lnTo>
                    <a:pt x="5756" y="118321"/>
                  </a:lnTo>
                  <a:lnTo>
                    <a:pt x="0" y="161165"/>
                  </a:lnTo>
                  <a:lnTo>
                    <a:pt x="0" y="805787"/>
                  </a:lnTo>
                  <a:lnTo>
                    <a:pt x="5756" y="848630"/>
                  </a:lnTo>
                  <a:lnTo>
                    <a:pt x="22003" y="887129"/>
                  </a:lnTo>
                  <a:lnTo>
                    <a:pt x="47203" y="919747"/>
                  </a:lnTo>
                  <a:lnTo>
                    <a:pt x="79821" y="944947"/>
                  </a:lnTo>
                  <a:lnTo>
                    <a:pt x="118320" y="961194"/>
                  </a:lnTo>
                  <a:lnTo>
                    <a:pt x="161164" y="966951"/>
                  </a:lnTo>
                  <a:lnTo>
                    <a:pt x="11883692" y="966951"/>
                  </a:lnTo>
                  <a:lnTo>
                    <a:pt x="11926536" y="961194"/>
                  </a:lnTo>
                  <a:lnTo>
                    <a:pt x="11965035" y="944947"/>
                  </a:lnTo>
                  <a:lnTo>
                    <a:pt x="11997652" y="919747"/>
                  </a:lnTo>
                  <a:lnTo>
                    <a:pt x="12022853" y="887129"/>
                  </a:lnTo>
                  <a:lnTo>
                    <a:pt x="12039099" y="848630"/>
                  </a:lnTo>
                  <a:lnTo>
                    <a:pt x="12044856" y="805787"/>
                  </a:lnTo>
                  <a:lnTo>
                    <a:pt x="12044856" y="161165"/>
                  </a:lnTo>
                  <a:lnTo>
                    <a:pt x="12039099" y="118321"/>
                  </a:lnTo>
                  <a:lnTo>
                    <a:pt x="12022853" y="79822"/>
                  </a:lnTo>
                  <a:lnTo>
                    <a:pt x="11997652" y="47204"/>
                  </a:lnTo>
                  <a:lnTo>
                    <a:pt x="11965035" y="22003"/>
                  </a:lnTo>
                  <a:lnTo>
                    <a:pt x="11926536" y="5756"/>
                  </a:lnTo>
                  <a:lnTo>
                    <a:pt x="118836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F5751A48-F596-4CB7-B5A1-C3824E0EB207}"/>
                </a:ext>
              </a:extLst>
            </p:cNvPr>
            <p:cNvSpPr/>
            <p:nvPr/>
          </p:nvSpPr>
          <p:spPr>
            <a:xfrm>
              <a:off x="73571" y="2041272"/>
              <a:ext cx="12045315" cy="967105"/>
            </a:xfrm>
            <a:custGeom>
              <a:avLst/>
              <a:gdLst/>
              <a:ahLst/>
              <a:cxnLst/>
              <a:rect l="l" t="t" r="r" b="b"/>
              <a:pathLst>
                <a:path w="12045315" h="967105">
                  <a:moveTo>
                    <a:pt x="0" y="161165"/>
                  </a:moveTo>
                  <a:lnTo>
                    <a:pt x="5756" y="118321"/>
                  </a:lnTo>
                  <a:lnTo>
                    <a:pt x="22003" y="79822"/>
                  </a:lnTo>
                  <a:lnTo>
                    <a:pt x="47203" y="47204"/>
                  </a:lnTo>
                  <a:lnTo>
                    <a:pt x="79821" y="22003"/>
                  </a:lnTo>
                  <a:lnTo>
                    <a:pt x="118320" y="5756"/>
                  </a:lnTo>
                  <a:lnTo>
                    <a:pt x="161164" y="0"/>
                  </a:lnTo>
                  <a:lnTo>
                    <a:pt x="11883692" y="0"/>
                  </a:lnTo>
                  <a:lnTo>
                    <a:pt x="11926536" y="5756"/>
                  </a:lnTo>
                  <a:lnTo>
                    <a:pt x="11965035" y="22003"/>
                  </a:lnTo>
                  <a:lnTo>
                    <a:pt x="11997653" y="47204"/>
                  </a:lnTo>
                  <a:lnTo>
                    <a:pt x="12022853" y="79822"/>
                  </a:lnTo>
                  <a:lnTo>
                    <a:pt x="12039100" y="118321"/>
                  </a:lnTo>
                  <a:lnTo>
                    <a:pt x="12044857" y="161165"/>
                  </a:lnTo>
                  <a:lnTo>
                    <a:pt x="12044857" y="805786"/>
                  </a:lnTo>
                  <a:lnTo>
                    <a:pt x="12039100" y="848630"/>
                  </a:lnTo>
                  <a:lnTo>
                    <a:pt x="12022853" y="887129"/>
                  </a:lnTo>
                  <a:lnTo>
                    <a:pt x="11997653" y="919747"/>
                  </a:lnTo>
                  <a:lnTo>
                    <a:pt x="11965035" y="944948"/>
                  </a:lnTo>
                  <a:lnTo>
                    <a:pt x="11926536" y="961195"/>
                  </a:lnTo>
                  <a:lnTo>
                    <a:pt x="11883692" y="966952"/>
                  </a:lnTo>
                  <a:lnTo>
                    <a:pt x="161164" y="966952"/>
                  </a:lnTo>
                  <a:lnTo>
                    <a:pt x="118320" y="961195"/>
                  </a:lnTo>
                  <a:lnTo>
                    <a:pt x="79821" y="944948"/>
                  </a:lnTo>
                  <a:lnTo>
                    <a:pt x="47203" y="919747"/>
                  </a:lnTo>
                  <a:lnTo>
                    <a:pt x="22003" y="887129"/>
                  </a:lnTo>
                  <a:lnTo>
                    <a:pt x="5756" y="848630"/>
                  </a:lnTo>
                  <a:lnTo>
                    <a:pt x="0" y="805786"/>
                  </a:lnTo>
                  <a:lnTo>
                    <a:pt x="0" y="16116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247A80FD-3DBB-100B-75CD-DA935315BE1A}"/>
              </a:ext>
            </a:extLst>
          </p:cNvPr>
          <p:cNvSpPr txBox="1"/>
          <p:nvPr/>
        </p:nvSpPr>
        <p:spPr>
          <a:xfrm>
            <a:off x="3503453" y="2195067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4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40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Things</a:t>
            </a:r>
            <a:r>
              <a:rPr sz="4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4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IoT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330D185-0A0B-FC79-2837-513B7547A2CE}"/>
              </a:ext>
            </a:extLst>
          </p:cNvPr>
          <p:cNvSpPr txBox="1"/>
          <p:nvPr/>
        </p:nvSpPr>
        <p:spPr>
          <a:xfrm>
            <a:off x="4576255" y="3287267"/>
            <a:ext cx="3227705" cy="95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Korota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Arsène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COULIBALY </a:t>
            </a:r>
            <a:r>
              <a:rPr sz="2000" dirty="0">
                <a:latin typeface="Times New Roman"/>
                <a:cs typeface="Times New Roman"/>
              </a:rPr>
              <a:t>ENSAM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Casablanca,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Maroc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07E2D4CC-FF01-B30E-A7B9-F505C5DF762A}"/>
              </a:ext>
            </a:extLst>
          </p:cNvPr>
          <p:cNvSpPr txBox="1">
            <a:spLocks/>
          </p:cNvSpPr>
          <p:nvPr/>
        </p:nvSpPr>
        <p:spPr>
          <a:xfrm>
            <a:off x="3593039" y="483107"/>
            <a:ext cx="516318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52500" marR="5080" indent="-940435">
              <a:spcBef>
                <a:spcPts val="100"/>
              </a:spcBef>
            </a:pPr>
            <a:r>
              <a:rPr lang="en-GB"/>
              <a:t>MASTER1</a:t>
            </a:r>
            <a:r>
              <a:rPr lang="en-GB" spc="25"/>
              <a:t> </a:t>
            </a:r>
            <a:r>
              <a:rPr lang="en-GB" spc="-20"/>
              <a:t>INTELLIGENCE</a:t>
            </a:r>
            <a:r>
              <a:rPr lang="en-GB" spc="-90"/>
              <a:t> </a:t>
            </a:r>
            <a:r>
              <a:rPr lang="en-GB" spc="-10"/>
              <a:t>ARTIFICIELLE </a:t>
            </a:r>
            <a:r>
              <a:rPr lang="en-GB"/>
              <a:t>ET</a:t>
            </a:r>
            <a:r>
              <a:rPr lang="en-GB" spc="-85"/>
              <a:t> </a:t>
            </a:r>
            <a:r>
              <a:rPr lang="en-GB"/>
              <a:t>INTERNET</a:t>
            </a:r>
            <a:r>
              <a:rPr lang="en-GB" spc="-85"/>
              <a:t> </a:t>
            </a:r>
            <a:r>
              <a:rPr lang="en-GB"/>
              <a:t>DES</a:t>
            </a:r>
            <a:r>
              <a:rPr lang="en-GB" spc="-50"/>
              <a:t> </a:t>
            </a:r>
            <a:r>
              <a:rPr lang="en-GB" spc="-10"/>
              <a:t>OBJETS</a:t>
            </a:r>
            <a:endParaRPr lang="en-GB" spc="-10" dirty="0"/>
          </a:p>
        </p:txBody>
      </p:sp>
      <p:pic>
        <p:nvPicPr>
          <p:cNvPr id="9" name="object 8">
            <a:extLst>
              <a:ext uri="{FF2B5EF4-FFF2-40B4-BE49-F238E27FC236}">
                <a16:creationId xmlns:a16="http://schemas.microsoft.com/office/drawing/2014/main" id="{33FC7AF9-37D2-C8B0-07F5-BB12B71E6F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3080" y="4804209"/>
            <a:ext cx="2385834" cy="751700"/>
          </a:xfrm>
          <a:prstGeom prst="rect">
            <a:avLst/>
          </a:prstGeom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D27BCD04-76C0-2BB3-3C8A-42DCCDA77F97}"/>
              </a:ext>
            </a:extLst>
          </p:cNvPr>
          <p:cNvSpPr txBox="1"/>
          <p:nvPr/>
        </p:nvSpPr>
        <p:spPr>
          <a:xfrm>
            <a:off x="4436173" y="6359652"/>
            <a:ext cx="331977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898989"/>
                </a:solidFill>
                <a:latin typeface="Times New Roman"/>
                <a:cs typeface="Times New Roman"/>
              </a:rPr>
              <a:t>Année</a:t>
            </a:r>
            <a:r>
              <a:rPr sz="2000" b="1" spc="-55" dirty="0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898989"/>
                </a:solidFill>
                <a:latin typeface="Times New Roman"/>
                <a:cs typeface="Times New Roman"/>
              </a:rPr>
              <a:t>universitaire</a:t>
            </a:r>
            <a:r>
              <a:rPr sz="2000" b="1" spc="-55" dirty="0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898989"/>
                </a:solidFill>
                <a:latin typeface="Times New Roman"/>
                <a:cs typeface="Times New Roman"/>
              </a:rPr>
              <a:t>2024-</a:t>
            </a:r>
            <a:r>
              <a:rPr sz="2000" b="1" spc="-20" dirty="0">
                <a:solidFill>
                  <a:srgbClr val="898989"/>
                </a:solidFill>
                <a:latin typeface="Times New Roman"/>
                <a:cs typeface="Times New Roman"/>
              </a:rPr>
              <a:t>2025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40" dirty="0"/>
              <a:t>A</a:t>
            </a:r>
            <a:r>
              <a:rPr spc="-40" dirty="0"/>
              <a:t> </a:t>
            </a:r>
            <a:r>
              <a:rPr dirty="0"/>
              <a:t>serial</a:t>
            </a:r>
            <a:r>
              <a:rPr spc="-70" dirty="0"/>
              <a:t> </a:t>
            </a:r>
            <a:r>
              <a:rPr dirty="0"/>
              <a:t>link</a:t>
            </a:r>
            <a:r>
              <a:rPr spc="-75" dirty="0"/>
              <a:t> </a:t>
            </a:r>
            <a:r>
              <a:rPr spc="-10" dirty="0"/>
              <a:t>connection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88414" y="3051813"/>
            <a:ext cx="1091565" cy="1059180"/>
          </a:xfrm>
          <a:custGeom>
            <a:avLst/>
            <a:gdLst/>
            <a:ahLst/>
            <a:cxnLst/>
            <a:rect l="l" t="t" r="r" b="b"/>
            <a:pathLst>
              <a:path w="1091564" h="1059179">
                <a:moveTo>
                  <a:pt x="0" y="176529"/>
                </a:moveTo>
                <a:lnTo>
                  <a:pt x="6305" y="129600"/>
                </a:lnTo>
                <a:lnTo>
                  <a:pt x="24100" y="87430"/>
                </a:lnTo>
                <a:lnTo>
                  <a:pt x="51703" y="51703"/>
                </a:lnTo>
                <a:lnTo>
                  <a:pt x="87430" y="24100"/>
                </a:lnTo>
                <a:lnTo>
                  <a:pt x="129600" y="6305"/>
                </a:lnTo>
                <a:lnTo>
                  <a:pt x="176530" y="0"/>
                </a:lnTo>
                <a:lnTo>
                  <a:pt x="914654" y="0"/>
                </a:lnTo>
                <a:lnTo>
                  <a:pt x="961583" y="6305"/>
                </a:lnTo>
                <a:lnTo>
                  <a:pt x="1003753" y="24100"/>
                </a:lnTo>
                <a:lnTo>
                  <a:pt x="1039480" y="51703"/>
                </a:lnTo>
                <a:lnTo>
                  <a:pt x="1067083" y="87430"/>
                </a:lnTo>
                <a:lnTo>
                  <a:pt x="1084878" y="129600"/>
                </a:lnTo>
                <a:lnTo>
                  <a:pt x="1091184" y="176529"/>
                </a:lnTo>
                <a:lnTo>
                  <a:pt x="1091184" y="882637"/>
                </a:lnTo>
                <a:lnTo>
                  <a:pt x="1084878" y="929567"/>
                </a:lnTo>
                <a:lnTo>
                  <a:pt x="1067083" y="971740"/>
                </a:lnTo>
                <a:lnTo>
                  <a:pt x="1039480" y="1007470"/>
                </a:lnTo>
                <a:lnTo>
                  <a:pt x="1003753" y="1035075"/>
                </a:lnTo>
                <a:lnTo>
                  <a:pt x="961583" y="1052873"/>
                </a:lnTo>
                <a:lnTo>
                  <a:pt x="914654" y="1059179"/>
                </a:lnTo>
                <a:lnTo>
                  <a:pt x="176530" y="1059179"/>
                </a:lnTo>
                <a:lnTo>
                  <a:pt x="129600" y="1052873"/>
                </a:lnTo>
                <a:lnTo>
                  <a:pt x="87430" y="1035075"/>
                </a:lnTo>
                <a:lnTo>
                  <a:pt x="51703" y="1007470"/>
                </a:lnTo>
                <a:lnTo>
                  <a:pt x="24100" y="971740"/>
                </a:lnTo>
                <a:lnTo>
                  <a:pt x="6305" y="929567"/>
                </a:lnTo>
                <a:lnTo>
                  <a:pt x="0" y="882637"/>
                </a:lnTo>
                <a:lnTo>
                  <a:pt x="0" y="176529"/>
                </a:lnTo>
                <a:close/>
              </a:path>
            </a:pathLst>
          </a:custGeom>
          <a:ln w="38100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21902" y="3051813"/>
            <a:ext cx="1091565" cy="1059180"/>
          </a:xfrm>
          <a:custGeom>
            <a:avLst/>
            <a:gdLst/>
            <a:ahLst/>
            <a:cxnLst/>
            <a:rect l="l" t="t" r="r" b="b"/>
            <a:pathLst>
              <a:path w="1091565" h="1059179">
                <a:moveTo>
                  <a:pt x="0" y="176529"/>
                </a:moveTo>
                <a:lnTo>
                  <a:pt x="6305" y="129600"/>
                </a:lnTo>
                <a:lnTo>
                  <a:pt x="24100" y="87430"/>
                </a:lnTo>
                <a:lnTo>
                  <a:pt x="51703" y="51703"/>
                </a:lnTo>
                <a:lnTo>
                  <a:pt x="87430" y="24100"/>
                </a:lnTo>
                <a:lnTo>
                  <a:pt x="129600" y="6305"/>
                </a:lnTo>
                <a:lnTo>
                  <a:pt x="176530" y="0"/>
                </a:lnTo>
                <a:lnTo>
                  <a:pt x="914654" y="0"/>
                </a:lnTo>
                <a:lnTo>
                  <a:pt x="961583" y="6305"/>
                </a:lnTo>
                <a:lnTo>
                  <a:pt x="1003753" y="24100"/>
                </a:lnTo>
                <a:lnTo>
                  <a:pt x="1039480" y="51703"/>
                </a:lnTo>
                <a:lnTo>
                  <a:pt x="1067083" y="87430"/>
                </a:lnTo>
                <a:lnTo>
                  <a:pt x="1084878" y="129600"/>
                </a:lnTo>
                <a:lnTo>
                  <a:pt x="1091184" y="176529"/>
                </a:lnTo>
                <a:lnTo>
                  <a:pt x="1091184" y="882637"/>
                </a:lnTo>
                <a:lnTo>
                  <a:pt x="1084878" y="929567"/>
                </a:lnTo>
                <a:lnTo>
                  <a:pt x="1067083" y="971740"/>
                </a:lnTo>
                <a:lnTo>
                  <a:pt x="1039480" y="1007470"/>
                </a:lnTo>
                <a:lnTo>
                  <a:pt x="1003753" y="1035075"/>
                </a:lnTo>
                <a:lnTo>
                  <a:pt x="961583" y="1052873"/>
                </a:lnTo>
                <a:lnTo>
                  <a:pt x="914654" y="1059179"/>
                </a:lnTo>
                <a:lnTo>
                  <a:pt x="176530" y="1059179"/>
                </a:lnTo>
                <a:lnTo>
                  <a:pt x="129600" y="1052873"/>
                </a:lnTo>
                <a:lnTo>
                  <a:pt x="87430" y="1035075"/>
                </a:lnTo>
                <a:lnTo>
                  <a:pt x="51703" y="1007470"/>
                </a:lnTo>
                <a:lnTo>
                  <a:pt x="24100" y="971740"/>
                </a:lnTo>
                <a:lnTo>
                  <a:pt x="6305" y="929567"/>
                </a:lnTo>
                <a:lnTo>
                  <a:pt x="0" y="882637"/>
                </a:lnTo>
                <a:lnTo>
                  <a:pt x="0" y="176529"/>
                </a:lnTo>
                <a:close/>
              </a:path>
            </a:pathLst>
          </a:custGeom>
          <a:ln w="38100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87869" y="3415182"/>
            <a:ext cx="1053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Calibri"/>
                <a:cs typeface="Calibri"/>
              </a:rPr>
              <a:t>Serial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link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9303" y="3314700"/>
            <a:ext cx="559307" cy="5836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66469" y="4134622"/>
            <a:ext cx="8204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Entity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3373" y="4108917"/>
            <a:ext cx="8204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Entity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21722" y="3442526"/>
            <a:ext cx="828040" cy="320040"/>
          </a:xfrm>
          <a:custGeom>
            <a:avLst/>
            <a:gdLst/>
            <a:ahLst/>
            <a:cxnLst/>
            <a:rect l="l" t="t" r="r" b="b"/>
            <a:pathLst>
              <a:path w="828040" h="320039">
                <a:moveTo>
                  <a:pt x="667981" y="319878"/>
                </a:moveTo>
                <a:lnTo>
                  <a:pt x="657462" y="317829"/>
                </a:lnTo>
                <a:lnTo>
                  <a:pt x="648214" y="311682"/>
                </a:lnTo>
                <a:lnTo>
                  <a:pt x="642072" y="302426"/>
                </a:lnTo>
                <a:lnTo>
                  <a:pt x="640025" y="291898"/>
                </a:lnTo>
                <a:lnTo>
                  <a:pt x="642072" y="281370"/>
                </a:lnTo>
                <a:lnTo>
                  <a:pt x="648214" y="272113"/>
                </a:lnTo>
                <a:lnTo>
                  <a:pt x="731942" y="188312"/>
                </a:lnTo>
                <a:lnTo>
                  <a:pt x="28238" y="188312"/>
                </a:lnTo>
                <a:lnTo>
                  <a:pt x="0" y="160153"/>
                </a:lnTo>
                <a:lnTo>
                  <a:pt x="2218" y="149151"/>
                </a:lnTo>
                <a:lnTo>
                  <a:pt x="8270" y="140167"/>
                </a:lnTo>
                <a:lnTo>
                  <a:pt x="17246" y="134110"/>
                </a:lnTo>
                <a:lnTo>
                  <a:pt x="28238" y="131889"/>
                </a:lnTo>
                <a:lnTo>
                  <a:pt x="731914" y="131889"/>
                </a:lnTo>
                <a:lnTo>
                  <a:pt x="647866" y="47730"/>
                </a:lnTo>
                <a:lnTo>
                  <a:pt x="641468" y="37917"/>
                </a:lnTo>
                <a:lnTo>
                  <a:pt x="639720" y="27592"/>
                </a:lnTo>
                <a:lnTo>
                  <a:pt x="641970" y="17363"/>
                </a:lnTo>
                <a:lnTo>
                  <a:pt x="648487" y="8152"/>
                </a:lnTo>
                <a:lnTo>
                  <a:pt x="658301" y="1749"/>
                </a:lnTo>
                <a:lnTo>
                  <a:pt x="668618" y="0"/>
                </a:lnTo>
                <a:lnTo>
                  <a:pt x="678838" y="2251"/>
                </a:lnTo>
                <a:lnTo>
                  <a:pt x="687720" y="8473"/>
                </a:lnTo>
                <a:lnTo>
                  <a:pt x="820076" y="140896"/>
                </a:lnTo>
                <a:lnTo>
                  <a:pt x="826154" y="150398"/>
                </a:lnTo>
                <a:lnTo>
                  <a:pt x="827902" y="160724"/>
                </a:lnTo>
                <a:lnTo>
                  <a:pt x="825652" y="170952"/>
                </a:lnTo>
                <a:lnTo>
                  <a:pt x="819436" y="179843"/>
                </a:lnTo>
                <a:lnTo>
                  <a:pt x="687749" y="311682"/>
                </a:lnTo>
                <a:lnTo>
                  <a:pt x="678500" y="317829"/>
                </a:lnTo>
                <a:lnTo>
                  <a:pt x="667981" y="3198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51874" y="3452209"/>
            <a:ext cx="828040" cy="320040"/>
          </a:xfrm>
          <a:custGeom>
            <a:avLst/>
            <a:gdLst/>
            <a:ahLst/>
            <a:cxnLst/>
            <a:rect l="l" t="t" r="r" b="b"/>
            <a:pathLst>
              <a:path w="828039" h="320039">
                <a:moveTo>
                  <a:pt x="159920" y="0"/>
                </a:moveTo>
                <a:lnTo>
                  <a:pt x="170439" y="2049"/>
                </a:lnTo>
                <a:lnTo>
                  <a:pt x="179687" y="8196"/>
                </a:lnTo>
                <a:lnTo>
                  <a:pt x="185829" y="17452"/>
                </a:lnTo>
                <a:lnTo>
                  <a:pt x="187876" y="27980"/>
                </a:lnTo>
                <a:lnTo>
                  <a:pt x="185829" y="38508"/>
                </a:lnTo>
                <a:lnTo>
                  <a:pt x="179687" y="47765"/>
                </a:lnTo>
                <a:lnTo>
                  <a:pt x="95959" y="131566"/>
                </a:lnTo>
                <a:lnTo>
                  <a:pt x="799663" y="131566"/>
                </a:lnTo>
                <a:lnTo>
                  <a:pt x="827902" y="159725"/>
                </a:lnTo>
                <a:lnTo>
                  <a:pt x="825683" y="170727"/>
                </a:lnTo>
                <a:lnTo>
                  <a:pt x="819631" y="179711"/>
                </a:lnTo>
                <a:lnTo>
                  <a:pt x="810655" y="185768"/>
                </a:lnTo>
                <a:lnTo>
                  <a:pt x="799663" y="187989"/>
                </a:lnTo>
                <a:lnTo>
                  <a:pt x="95987" y="187989"/>
                </a:lnTo>
                <a:lnTo>
                  <a:pt x="180035" y="272148"/>
                </a:lnTo>
                <a:lnTo>
                  <a:pt x="186433" y="281961"/>
                </a:lnTo>
                <a:lnTo>
                  <a:pt x="188181" y="292286"/>
                </a:lnTo>
                <a:lnTo>
                  <a:pt x="185932" y="302515"/>
                </a:lnTo>
                <a:lnTo>
                  <a:pt x="179414" y="311726"/>
                </a:lnTo>
                <a:lnTo>
                  <a:pt x="169600" y="318129"/>
                </a:lnTo>
                <a:lnTo>
                  <a:pt x="159283" y="319878"/>
                </a:lnTo>
                <a:lnTo>
                  <a:pt x="149064" y="317627"/>
                </a:lnTo>
                <a:lnTo>
                  <a:pt x="140181" y="311405"/>
                </a:lnTo>
                <a:lnTo>
                  <a:pt x="7825" y="178982"/>
                </a:lnTo>
                <a:lnTo>
                  <a:pt x="1748" y="169480"/>
                </a:lnTo>
                <a:lnTo>
                  <a:pt x="0" y="159154"/>
                </a:lnTo>
                <a:lnTo>
                  <a:pt x="2249" y="148926"/>
                </a:lnTo>
                <a:lnTo>
                  <a:pt x="8465" y="140035"/>
                </a:lnTo>
                <a:lnTo>
                  <a:pt x="140153" y="8196"/>
                </a:lnTo>
                <a:lnTo>
                  <a:pt x="149401" y="2049"/>
                </a:lnTo>
                <a:lnTo>
                  <a:pt x="159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79598" y="3321170"/>
            <a:ext cx="6224270" cy="171450"/>
            <a:chOff x="2879598" y="3321170"/>
            <a:chExt cx="6224270" cy="171450"/>
          </a:xfrm>
        </p:grpSpPr>
        <p:sp>
          <p:nvSpPr>
            <p:cNvPr id="3" name="object 3"/>
            <p:cNvSpPr/>
            <p:nvPr/>
          </p:nvSpPr>
          <p:spPr>
            <a:xfrm>
              <a:off x="2879598" y="3406901"/>
              <a:ext cx="6205220" cy="0"/>
            </a:xfrm>
            <a:custGeom>
              <a:avLst/>
              <a:gdLst/>
              <a:ahLst/>
              <a:cxnLst/>
              <a:rect l="l" t="t" r="r" b="b"/>
              <a:pathLst>
                <a:path w="6205220">
                  <a:moveTo>
                    <a:pt x="0" y="0"/>
                  </a:moveTo>
                  <a:lnTo>
                    <a:pt x="6204991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70294" y="334022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769364" y="3032763"/>
            <a:ext cx="8463280" cy="1097280"/>
            <a:chOff x="1769364" y="3032763"/>
            <a:chExt cx="8463280" cy="1097280"/>
          </a:xfrm>
        </p:grpSpPr>
        <p:sp>
          <p:nvSpPr>
            <p:cNvPr id="6" name="object 6"/>
            <p:cNvSpPr/>
            <p:nvPr/>
          </p:nvSpPr>
          <p:spPr>
            <a:xfrm>
              <a:off x="2917319" y="3804665"/>
              <a:ext cx="6205220" cy="0"/>
            </a:xfrm>
            <a:custGeom>
              <a:avLst/>
              <a:gdLst/>
              <a:ahLst/>
              <a:cxnLst/>
              <a:rect l="l" t="t" r="r" b="b"/>
              <a:pathLst>
                <a:path w="6205220">
                  <a:moveTo>
                    <a:pt x="620499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17314" y="3737984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0"/>
                  </a:moveTo>
                  <a:lnTo>
                    <a:pt x="0" y="66675"/>
                  </a:lnTo>
                  <a:lnTo>
                    <a:pt x="114300" y="13335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8414" y="3051813"/>
              <a:ext cx="1091565" cy="1059180"/>
            </a:xfrm>
            <a:custGeom>
              <a:avLst/>
              <a:gdLst/>
              <a:ahLst/>
              <a:cxnLst/>
              <a:rect l="l" t="t" r="r" b="b"/>
              <a:pathLst>
                <a:path w="1091564" h="1059179">
                  <a:moveTo>
                    <a:pt x="0" y="176529"/>
                  </a:moveTo>
                  <a:lnTo>
                    <a:pt x="6305" y="129600"/>
                  </a:lnTo>
                  <a:lnTo>
                    <a:pt x="24100" y="87430"/>
                  </a:lnTo>
                  <a:lnTo>
                    <a:pt x="51703" y="51703"/>
                  </a:lnTo>
                  <a:lnTo>
                    <a:pt x="87430" y="24100"/>
                  </a:lnTo>
                  <a:lnTo>
                    <a:pt x="129600" y="6305"/>
                  </a:lnTo>
                  <a:lnTo>
                    <a:pt x="176530" y="0"/>
                  </a:lnTo>
                  <a:lnTo>
                    <a:pt x="914654" y="0"/>
                  </a:lnTo>
                  <a:lnTo>
                    <a:pt x="961583" y="6305"/>
                  </a:lnTo>
                  <a:lnTo>
                    <a:pt x="1003753" y="24100"/>
                  </a:lnTo>
                  <a:lnTo>
                    <a:pt x="1039480" y="51703"/>
                  </a:lnTo>
                  <a:lnTo>
                    <a:pt x="1067083" y="87430"/>
                  </a:lnTo>
                  <a:lnTo>
                    <a:pt x="1084878" y="129600"/>
                  </a:lnTo>
                  <a:lnTo>
                    <a:pt x="1091184" y="176529"/>
                  </a:lnTo>
                  <a:lnTo>
                    <a:pt x="1091184" y="882637"/>
                  </a:lnTo>
                  <a:lnTo>
                    <a:pt x="1084878" y="929567"/>
                  </a:lnTo>
                  <a:lnTo>
                    <a:pt x="1067083" y="971740"/>
                  </a:lnTo>
                  <a:lnTo>
                    <a:pt x="1039480" y="1007470"/>
                  </a:lnTo>
                  <a:lnTo>
                    <a:pt x="1003753" y="1035075"/>
                  </a:lnTo>
                  <a:lnTo>
                    <a:pt x="961583" y="1052873"/>
                  </a:lnTo>
                  <a:lnTo>
                    <a:pt x="914654" y="1059179"/>
                  </a:lnTo>
                  <a:lnTo>
                    <a:pt x="176530" y="1059179"/>
                  </a:lnTo>
                  <a:lnTo>
                    <a:pt x="129600" y="1052873"/>
                  </a:lnTo>
                  <a:lnTo>
                    <a:pt x="87430" y="1035075"/>
                  </a:lnTo>
                  <a:lnTo>
                    <a:pt x="51703" y="1007470"/>
                  </a:lnTo>
                  <a:lnTo>
                    <a:pt x="24100" y="971740"/>
                  </a:lnTo>
                  <a:lnTo>
                    <a:pt x="6305" y="929567"/>
                  </a:lnTo>
                  <a:lnTo>
                    <a:pt x="0" y="882637"/>
                  </a:lnTo>
                  <a:lnTo>
                    <a:pt x="0" y="176529"/>
                  </a:lnTo>
                  <a:close/>
                </a:path>
              </a:pathLst>
            </a:custGeom>
            <a:ln w="3810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21902" y="3051813"/>
              <a:ext cx="1091565" cy="1059180"/>
            </a:xfrm>
            <a:custGeom>
              <a:avLst/>
              <a:gdLst/>
              <a:ahLst/>
              <a:cxnLst/>
              <a:rect l="l" t="t" r="r" b="b"/>
              <a:pathLst>
                <a:path w="1091565" h="1059179">
                  <a:moveTo>
                    <a:pt x="0" y="176529"/>
                  </a:moveTo>
                  <a:lnTo>
                    <a:pt x="6305" y="129600"/>
                  </a:lnTo>
                  <a:lnTo>
                    <a:pt x="24100" y="87430"/>
                  </a:lnTo>
                  <a:lnTo>
                    <a:pt x="51703" y="51703"/>
                  </a:lnTo>
                  <a:lnTo>
                    <a:pt x="87430" y="24100"/>
                  </a:lnTo>
                  <a:lnTo>
                    <a:pt x="129600" y="6305"/>
                  </a:lnTo>
                  <a:lnTo>
                    <a:pt x="176530" y="0"/>
                  </a:lnTo>
                  <a:lnTo>
                    <a:pt x="914654" y="0"/>
                  </a:lnTo>
                  <a:lnTo>
                    <a:pt x="961583" y="6305"/>
                  </a:lnTo>
                  <a:lnTo>
                    <a:pt x="1003753" y="24100"/>
                  </a:lnTo>
                  <a:lnTo>
                    <a:pt x="1039480" y="51703"/>
                  </a:lnTo>
                  <a:lnTo>
                    <a:pt x="1067083" y="87430"/>
                  </a:lnTo>
                  <a:lnTo>
                    <a:pt x="1084878" y="129600"/>
                  </a:lnTo>
                  <a:lnTo>
                    <a:pt x="1091184" y="176529"/>
                  </a:lnTo>
                  <a:lnTo>
                    <a:pt x="1091184" y="882637"/>
                  </a:lnTo>
                  <a:lnTo>
                    <a:pt x="1084878" y="929567"/>
                  </a:lnTo>
                  <a:lnTo>
                    <a:pt x="1067083" y="971740"/>
                  </a:lnTo>
                  <a:lnTo>
                    <a:pt x="1039480" y="1007470"/>
                  </a:lnTo>
                  <a:lnTo>
                    <a:pt x="1003753" y="1035075"/>
                  </a:lnTo>
                  <a:lnTo>
                    <a:pt x="961583" y="1052873"/>
                  </a:lnTo>
                  <a:lnTo>
                    <a:pt x="914654" y="1059179"/>
                  </a:lnTo>
                  <a:lnTo>
                    <a:pt x="176530" y="1059179"/>
                  </a:lnTo>
                  <a:lnTo>
                    <a:pt x="129600" y="1052873"/>
                  </a:lnTo>
                  <a:lnTo>
                    <a:pt x="87430" y="1035075"/>
                  </a:lnTo>
                  <a:lnTo>
                    <a:pt x="51703" y="1007470"/>
                  </a:lnTo>
                  <a:lnTo>
                    <a:pt x="24100" y="971740"/>
                  </a:lnTo>
                  <a:lnTo>
                    <a:pt x="6305" y="929567"/>
                  </a:lnTo>
                  <a:lnTo>
                    <a:pt x="0" y="882637"/>
                  </a:lnTo>
                  <a:lnTo>
                    <a:pt x="0" y="176529"/>
                  </a:lnTo>
                  <a:close/>
                </a:path>
              </a:pathLst>
            </a:custGeom>
            <a:ln w="3810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serial</a:t>
            </a:r>
            <a:r>
              <a:rPr spc="-70" dirty="0"/>
              <a:t> </a:t>
            </a:r>
            <a:r>
              <a:rPr dirty="0"/>
              <a:t>link</a:t>
            </a:r>
            <a:r>
              <a:rPr spc="-75" dirty="0"/>
              <a:t> </a:t>
            </a:r>
            <a:r>
              <a:rPr spc="-10" dirty="0"/>
              <a:t>connection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66469" y="4134622"/>
            <a:ext cx="8204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Entity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13373" y="4108917"/>
            <a:ext cx="8204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Entity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3248" y="3098774"/>
            <a:ext cx="309245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25">
              <a:lnSpc>
                <a:spcPct val="131300"/>
              </a:lnSpc>
              <a:spcBef>
                <a:spcPts val="95"/>
              </a:spcBef>
            </a:pP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TX RX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3458" y="3098774"/>
            <a:ext cx="31877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25">
              <a:lnSpc>
                <a:spcPct val="131300"/>
              </a:lnSpc>
              <a:spcBef>
                <a:spcPts val="95"/>
              </a:spcBef>
            </a:pP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RX TX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05480" y="2218893"/>
            <a:ext cx="513715" cy="622300"/>
          </a:xfrm>
          <a:custGeom>
            <a:avLst/>
            <a:gdLst/>
            <a:ahLst/>
            <a:cxnLst/>
            <a:rect l="l" t="t" r="r" b="b"/>
            <a:pathLst>
              <a:path w="513715" h="622300">
                <a:moveTo>
                  <a:pt x="335495" y="435102"/>
                </a:moveTo>
                <a:lnTo>
                  <a:pt x="300850" y="417766"/>
                </a:lnTo>
                <a:lnTo>
                  <a:pt x="298323" y="409638"/>
                </a:lnTo>
                <a:lnTo>
                  <a:pt x="295427" y="401802"/>
                </a:lnTo>
                <a:lnTo>
                  <a:pt x="292735" y="395693"/>
                </a:lnTo>
                <a:lnTo>
                  <a:pt x="292100" y="394271"/>
                </a:lnTo>
                <a:lnTo>
                  <a:pt x="288251" y="387019"/>
                </a:lnTo>
                <a:lnTo>
                  <a:pt x="300850" y="349973"/>
                </a:lnTo>
                <a:lnTo>
                  <a:pt x="285102" y="334213"/>
                </a:lnTo>
                <a:lnTo>
                  <a:pt x="272491" y="321602"/>
                </a:lnTo>
                <a:lnTo>
                  <a:pt x="235483" y="334213"/>
                </a:lnTo>
                <a:lnTo>
                  <a:pt x="228130" y="330352"/>
                </a:lnTo>
                <a:lnTo>
                  <a:pt x="226822" y="329793"/>
                </a:lnTo>
                <a:lnTo>
                  <a:pt x="226822" y="454812"/>
                </a:lnTo>
                <a:lnTo>
                  <a:pt x="222237" y="477685"/>
                </a:lnTo>
                <a:lnTo>
                  <a:pt x="209689" y="496493"/>
                </a:lnTo>
                <a:lnTo>
                  <a:pt x="190931" y="509231"/>
                </a:lnTo>
                <a:lnTo>
                  <a:pt x="167754" y="513930"/>
                </a:lnTo>
                <a:lnTo>
                  <a:pt x="144564" y="509231"/>
                </a:lnTo>
                <a:lnTo>
                  <a:pt x="125818" y="496493"/>
                </a:lnTo>
                <a:lnTo>
                  <a:pt x="113258" y="477685"/>
                </a:lnTo>
                <a:lnTo>
                  <a:pt x="108686" y="454812"/>
                </a:lnTo>
                <a:lnTo>
                  <a:pt x="113372" y="431609"/>
                </a:lnTo>
                <a:lnTo>
                  <a:pt x="126111" y="412838"/>
                </a:lnTo>
                <a:lnTo>
                  <a:pt x="144894" y="400278"/>
                </a:lnTo>
                <a:lnTo>
                  <a:pt x="167754" y="395693"/>
                </a:lnTo>
                <a:lnTo>
                  <a:pt x="190385" y="400278"/>
                </a:lnTo>
                <a:lnTo>
                  <a:pt x="190766" y="400278"/>
                </a:lnTo>
                <a:lnTo>
                  <a:pt x="209689" y="413131"/>
                </a:lnTo>
                <a:lnTo>
                  <a:pt x="222237" y="431939"/>
                </a:lnTo>
                <a:lnTo>
                  <a:pt x="226822" y="454812"/>
                </a:lnTo>
                <a:lnTo>
                  <a:pt x="226822" y="329793"/>
                </a:lnTo>
                <a:lnTo>
                  <a:pt x="220421" y="327025"/>
                </a:lnTo>
                <a:lnTo>
                  <a:pt x="212559" y="324129"/>
                </a:lnTo>
                <a:lnTo>
                  <a:pt x="204762" y="321602"/>
                </a:lnTo>
                <a:lnTo>
                  <a:pt x="187439" y="286918"/>
                </a:lnTo>
                <a:lnTo>
                  <a:pt x="148056" y="286918"/>
                </a:lnTo>
                <a:lnTo>
                  <a:pt x="130733" y="321602"/>
                </a:lnTo>
                <a:lnTo>
                  <a:pt x="122618" y="324129"/>
                </a:lnTo>
                <a:lnTo>
                  <a:pt x="114782" y="327025"/>
                </a:lnTo>
                <a:lnTo>
                  <a:pt x="107251" y="330352"/>
                </a:lnTo>
                <a:lnTo>
                  <a:pt x="100025" y="334213"/>
                </a:lnTo>
                <a:lnTo>
                  <a:pt x="63004" y="321602"/>
                </a:lnTo>
                <a:lnTo>
                  <a:pt x="35445" y="349186"/>
                </a:lnTo>
                <a:lnTo>
                  <a:pt x="47256" y="386232"/>
                </a:lnTo>
                <a:lnTo>
                  <a:pt x="43408" y="393585"/>
                </a:lnTo>
                <a:lnTo>
                  <a:pt x="40068" y="401307"/>
                </a:lnTo>
                <a:lnTo>
                  <a:pt x="37172" y="409181"/>
                </a:lnTo>
                <a:lnTo>
                  <a:pt x="34658" y="416979"/>
                </a:lnTo>
                <a:lnTo>
                  <a:pt x="0" y="434314"/>
                </a:lnTo>
                <a:lnTo>
                  <a:pt x="0" y="473735"/>
                </a:lnTo>
                <a:lnTo>
                  <a:pt x="34658" y="491070"/>
                </a:lnTo>
                <a:lnTo>
                  <a:pt x="37172" y="499198"/>
                </a:lnTo>
                <a:lnTo>
                  <a:pt x="40068" y="507034"/>
                </a:lnTo>
                <a:lnTo>
                  <a:pt x="43408" y="514565"/>
                </a:lnTo>
                <a:lnTo>
                  <a:pt x="47256" y="521817"/>
                </a:lnTo>
                <a:lnTo>
                  <a:pt x="35445" y="558863"/>
                </a:lnTo>
                <a:lnTo>
                  <a:pt x="63004" y="586447"/>
                </a:lnTo>
                <a:lnTo>
                  <a:pt x="100025" y="574624"/>
                </a:lnTo>
                <a:lnTo>
                  <a:pt x="107251" y="578472"/>
                </a:lnTo>
                <a:lnTo>
                  <a:pt x="114782" y="581812"/>
                </a:lnTo>
                <a:lnTo>
                  <a:pt x="122618" y="584708"/>
                </a:lnTo>
                <a:lnTo>
                  <a:pt x="130733" y="587235"/>
                </a:lnTo>
                <a:lnTo>
                  <a:pt x="148056" y="621919"/>
                </a:lnTo>
                <a:lnTo>
                  <a:pt x="187439" y="621919"/>
                </a:lnTo>
                <a:lnTo>
                  <a:pt x="204762" y="587235"/>
                </a:lnTo>
                <a:lnTo>
                  <a:pt x="212890" y="584708"/>
                </a:lnTo>
                <a:lnTo>
                  <a:pt x="220713" y="581812"/>
                </a:lnTo>
                <a:lnTo>
                  <a:pt x="228244" y="578472"/>
                </a:lnTo>
                <a:lnTo>
                  <a:pt x="235483" y="574624"/>
                </a:lnTo>
                <a:lnTo>
                  <a:pt x="272491" y="587235"/>
                </a:lnTo>
                <a:lnTo>
                  <a:pt x="284746" y="574624"/>
                </a:lnTo>
                <a:lnTo>
                  <a:pt x="300062" y="558863"/>
                </a:lnTo>
                <a:lnTo>
                  <a:pt x="288251" y="522605"/>
                </a:lnTo>
                <a:lnTo>
                  <a:pt x="292100" y="515353"/>
                </a:lnTo>
                <a:lnTo>
                  <a:pt x="292735" y="513930"/>
                </a:lnTo>
                <a:lnTo>
                  <a:pt x="295427" y="507822"/>
                </a:lnTo>
                <a:lnTo>
                  <a:pt x="298323" y="499986"/>
                </a:lnTo>
                <a:lnTo>
                  <a:pt x="300850" y="491858"/>
                </a:lnTo>
                <a:lnTo>
                  <a:pt x="335495" y="474522"/>
                </a:lnTo>
                <a:lnTo>
                  <a:pt x="335495" y="435102"/>
                </a:lnTo>
                <a:close/>
              </a:path>
              <a:path w="513715" h="622300">
                <a:moveTo>
                  <a:pt x="513486" y="148183"/>
                </a:moveTo>
                <a:lnTo>
                  <a:pt x="478840" y="130848"/>
                </a:lnTo>
                <a:lnTo>
                  <a:pt x="476313" y="122720"/>
                </a:lnTo>
                <a:lnTo>
                  <a:pt x="473417" y="114884"/>
                </a:lnTo>
                <a:lnTo>
                  <a:pt x="470712" y="108775"/>
                </a:lnTo>
                <a:lnTo>
                  <a:pt x="470090" y="107353"/>
                </a:lnTo>
                <a:lnTo>
                  <a:pt x="466229" y="100101"/>
                </a:lnTo>
                <a:lnTo>
                  <a:pt x="478840" y="63055"/>
                </a:lnTo>
                <a:lnTo>
                  <a:pt x="463080" y="47294"/>
                </a:lnTo>
                <a:lnTo>
                  <a:pt x="450481" y="34683"/>
                </a:lnTo>
                <a:lnTo>
                  <a:pt x="413473" y="47294"/>
                </a:lnTo>
                <a:lnTo>
                  <a:pt x="406234" y="43434"/>
                </a:lnTo>
                <a:lnTo>
                  <a:pt x="404799" y="42811"/>
                </a:lnTo>
                <a:lnTo>
                  <a:pt x="404799" y="167894"/>
                </a:lnTo>
                <a:lnTo>
                  <a:pt x="400113" y="190766"/>
                </a:lnTo>
                <a:lnTo>
                  <a:pt x="387375" y="209575"/>
                </a:lnTo>
                <a:lnTo>
                  <a:pt x="368592" y="222313"/>
                </a:lnTo>
                <a:lnTo>
                  <a:pt x="345732" y="227012"/>
                </a:lnTo>
                <a:lnTo>
                  <a:pt x="322554" y="222313"/>
                </a:lnTo>
                <a:lnTo>
                  <a:pt x="303796" y="209575"/>
                </a:lnTo>
                <a:lnTo>
                  <a:pt x="291249" y="190766"/>
                </a:lnTo>
                <a:lnTo>
                  <a:pt x="286677" y="167894"/>
                </a:lnTo>
                <a:lnTo>
                  <a:pt x="291363" y="145021"/>
                </a:lnTo>
                <a:lnTo>
                  <a:pt x="322884" y="113474"/>
                </a:lnTo>
                <a:lnTo>
                  <a:pt x="368922" y="113474"/>
                </a:lnTo>
                <a:lnTo>
                  <a:pt x="400227" y="145021"/>
                </a:lnTo>
                <a:lnTo>
                  <a:pt x="404799" y="167894"/>
                </a:lnTo>
                <a:lnTo>
                  <a:pt x="404799" y="42811"/>
                </a:lnTo>
                <a:lnTo>
                  <a:pt x="398703" y="40106"/>
                </a:lnTo>
                <a:lnTo>
                  <a:pt x="390880" y="37211"/>
                </a:lnTo>
                <a:lnTo>
                  <a:pt x="382752" y="34683"/>
                </a:lnTo>
                <a:lnTo>
                  <a:pt x="365429" y="0"/>
                </a:lnTo>
                <a:lnTo>
                  <a:pt x="326047" y="0"/>
                </a:lnTo>
                <a:lnTo>
                  <a:pt x="308724" y="34683"/>
                </a:lnTo>
                <a:lnTo>
                  <a:pt x="300596" y="37211"/>
                </a:lnTo>
                <a:lnTo>
                  <a:pt x="292773" y="40106"/>
                </a:lnTo>
                <a:lnTo>
                  <a:pt x="285242" y="43434"/>
                </a:lnTo>
                <a:lnTo>
                  <a:pt x="278003" y="47294"/>
                </a:lnTo>
                <a:lnTo>
                  <a:pt x="240995" y="34683"/>
                </a:lnTo>
                <a:lnTo>
                  <a:pt x="212636" y="63055"/>
                </a:lnTo>
                <a:lnTo>
                  <a:pt x="225247" y="100101"/>
                </a:lnTo>
                <a:lnTo>
                  <a:pt x="221386" y="107353"/>
                </a:lnTo>
                <a:lnTo>
                  <a:pt x="218059" y="114884"/>
                </a:lnTo>
                <a:lnTo>
                  <a:pt x="215163" y="122720"/>
                </a:lnTo>
                <a:lnTo>
                  <a:pt x="212636" y="130848"/>
                </a:lnTo>
                <a:lnTo>
                  <a:pt x="177990" y="148183"/>
                </a:lnTo>
                <a:lnTo>
                  <a:pt x="177990" y="187604"/>
                </a:lnTo>
                <a:lnTo>
                  <a:pt x="212636" y="204939"/>
                </a:lnTo>
                <a:lnTo>
                  <a:pt x="215163" y="213067"/>
                </a:lnTo>
                <a:lnTo>
                  <a:pt x="218059" y="220903"/>
                </a:lnTo>
                <a:lnTo>
                  <a:pt x="221348" y="228333"/>
                </a:lnTo>
                <a:lnTo>
                  <a:pt x="225247" y="235686"/>
                </a:lnTo>
                <a:lnTo>
                  <a:pt x="212636" y="272732"/>
                </a:lnTo>
                <a:lnTo>
                  <a:pt x="240207" y="300316"/>
                </a:lnTo>
                <a:lnTo>
                  <a:pt x="277215" y="287705"/>
                </a:lnTo>
                <a:lnTo>
                  <a:pt x="284454" y="291566"/>
                </a:lnTo>
                <a:lnTo>
                  <a:pt x="291985" y="294894"/>
                </a:lnTo>
                <a:lnTo>
                  <a:pt x="299808" y="297789"/>
                </a:lnTo>
                <a:lnTo>
                  <a:pt x="307936" y="300316"/>
                </a:lnTo>
                <a:lnTo>
                  <a:pt x="325259" y="335000"/>
                </a:lnTo>
                <a:lnTo>
                  <a:pt x="364642" y="335000"/>
                </a:lnTo>
                <a:lnTo>
                  <a:pt x="381965" y="300316"/>
                </a:lnTo>
                <a:lnTo>
                  <a:pt x="390093" y="297789"/>
                </a:lnTo>
                <a:lnTo>
                  <a:pt x="397916" y="294894"/>
                </a:lnTo>
                <a:lnTo>
                  <a:pt x="405447" y="291566"/>
                </a:lnTo>
                <a:lnTo>
                  <a:pt x="412686" y="287705"/>
                </a:lnTo>
                <a:lnTo>
                  <a:pt x="449694" y="300316"/>
                </a:lnTo>
                <a:lnTo>
                  <a:pt x="462661" y="287705"/>
                </a:lnTo>
                <a:lnTo>
                  <a:pt x="478040" y="272732"/>
                </a:lnTo>
                <a:lnTo>
                  <a:pt x="465442" y="235686"/>
                </a:lnTo>
                <a:lnTo>
                  <a:pt x="469417" y="228333"/>
                </a:lnTo>
                <a:lnTo>
                  <a:pt x="470039" y="227012"/>
                </a:lnTo>
                <a:lnTo>
                  <a:pt x="473024" y="220611"/>
                </a:lnTo>
                <a:lnTo>
                  <a:pt x="476186" y="212737"/>
                </a:lnTo>
                <a:lnTo>
                  <a:pt x="478840" y="204939"/>
                </a:lnTo>
                <a:lnTo>
                  <a:pt x="513486" y="187604"/>
                </a:lnTo>
                <a:lnTo>
                  <a:pt x="513486" y="148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079066" y="2222266"/>
            <a:ext cx="9156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Serial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link </a:t>
            </a:r>
            <a:r>
              <a:rPr sz="1800" i="1" spc="-10" dirty="0">
                <a:latin typeface="Calibri"/>
                <a:cs typeface="Calibri"/>
              </a:rPr>
              <a:t>settings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17256" y="2211272"/>
            <a:ext cx="513715" cy="622300"/>
          </a:xfrm>
          <a:custGeom>
            <a:avLst/>
            <a:gdLst/>
            <a:ahLst/>
            <a:cxnLst/>
            <a:rect l="l" t="t" r="r" b="b"/>
            <a:pathLst>
              <a:path w="513714" h="622300">
                <a:moveTo>
                  <a:pt x="335495" y="435102"/>
                </a:moveTo>
                <a:lnTo>
                  <a:pt x="300850" y="417766"/>
                </a:lnTo>
                <a:lnTo>
                  <a:pt x="298323" y="409638"/>
                </a:lnTo>
                <a:lnTo>
                  <a:pt x="295440" y="401802"/>
                </a:lnTo>
                <a:lnTo>
                  <a:pt x="292735" y="395693"/>
                </a:lnTo>
                <a:lnTo>
                  <a:pt x="292100" y="394258"/>
                </a:lnTo>
                <a:lnTo>
                  <a:pt x="288251" y="387019"/>
                </a:lnTo>
                <a:lnTo>
                  <a:pt x="300850" y="349973"/>
                </a:lnTo>
                <a:lnTo>
                  <a:pt x="285102" y="334213"/>
                </a:lnTo>
                <a:lnTo>
                  <a:pt x="272491" y="321602"/>
                </a:lnTo>
                <a:lnTo>
                  <a:pt x="235483" y="334213"/>
                </a:lnTo>
                <a:lnTo>
                  <a:pt x="228130" y="330352"/>
                </a:lnTo>
                <a:lnTo>
                  <a:pt x="226822" y="329793"/>
                </a:lnTo>
                <a:lnTo>
                  <a:pt x="226822" y="454812"/>
                </a:lnTo>
                <a:lnTo>
                  <a:pt x="222237" y="477685"/>
                </a:lnTo>
                <a:lnTo>
                  <a:pt x="209689" y="496493"/>
                </a:lnTo>
                <a:lnTo>
                  <a:pt x="190931" y="509231"/>
                </a:lnTo>
                <a:lnTo>
                  <a:pt x="167754" y="513930"/>
                </a:lnTo>
                <a:lnTo>
                  <a:pt x="144564" y="509231"/>
                </a:lnTo>
                <a:lnTo>
                  <a:pt x="125818" y="496493"/>
                </a:lnTo>
                <a:lnTo>
                  <a:pt x="113258" y="477685"/>
                </a:lnTo>
                <a:lnTo>
                  <a:pt x="108686" y="454812"/>
                </a:lnTo>
                <a:lnTo>
                  <a:pt x="113372" y="431609"/>
                </a:lnTo>
                <a:lnTo>
                  <a:pt x="126111" y="412838"/>
                </a:lnTo>
                <a:lnTo>
                  <a:pt x="144907" y="400278"/>
                </a:lnTo>
                <a:lnTo>
                  <a:pt x="167754" y="395693"/>
                </a:lnTo>
                <a:lnTo>
                  <a:pt x="190385" y="400278"/>
                </a:lnTo>
                <a:lnTo>
                  <a:pt x="190766" y="400278"/>
                </a:lnTo>
                <a:lnTo>
                  <a:pt x="209689" y="413131"/>
                </a:lnTo>
                <a:lnTo>
                  <a:pt x="222237" y="431939"/>
                </a:lnTo>
                <a:lnTo>
                  <a:pt x="226822" y="454812"/>
                </a:lnTo>
                <a:lnTo>
                  <a:pt x="226822" y="329793"/>
                </a:lnTo>
                <a:lnTo>
                  <a:pt x="220421" y="327012"/>
                </a:lnTo>
                <a:lnTo>
                  <a:pt x="212559" y="324129"/>
                </a:lnTo>
                <a:lnTo>
                  <a:pt x="204762" y="321602"/>
                </a:lnTo>
                <a:lnTo>
                  <a:pt x="187439" y="286918"/>
                </a:lnTo>
                <a:lnTo>
                  <a:pt x="148069" y="286918"/>
                </a:lnTo>
                <a:lnTo>
                  <a:pt x="130733" y="321602"/>
                </a:lnTo>
                <a:lnTo>
                  <a:pt x="122618" y="324129"/>
                </a:lnTo>
                <a:lnTo>
                  <a:pt x="114795" y="327012"/>
                </a:lnTo>
                <a:lnTo>
                  <a:pt x="107264" y="330352"/>
                </a:lnTo>
                <a:lnTo>
                  <a:pt x="100025" y="334213"/>
                </a:lnTo>
                <a:lnTo>
                  <a:pt x="63004" y="321602"/>
                </a:lnTo>
                <a:lnTo>
                  <a:pt x="35445" y="349186"/>
                </a:lnTo>
                <a:lnTo>
                  <a:pt x="47256" y="386232"/>
                </a:lnTo>
                <a:lnTo>
                  <a:pt x="43408" y="393585"/>
                </a:lnTo>
                <a:lnTo>
                  <a:pt x="40068" y="401307"/>
                </a:lnTo>
                <a:lnTo>
                  <a:pt x="37172" y="409181"/>
                </a:lnTo>
                <a:lnTo>
                  <a:pt x="34658" y="416979"/>
                </a:lnTo>
                <a:lnTo>
                  <a:pt x="0" y="434314"/>
                </a:lnTo>
                <a:lnTo>
                  <a:pt x="0" y="473722"/>
                </a:lnTo>
                <a:lnTo>
                  <a:pt x="34658" y="491070"/>
                </a:lnTo>
                <a:lnTo>
                  <a:pt x="37172" y="499198"/>
                </a:lnTo>
                <a:lnTo>
                  <a:pt x="40068" y="507034"/>
                </a:lnTo>
                <a:lnTo>
                  <a:pt x="43408" y="514565"/>
                </a:lnTo>
                <a:lnTo>
                  <a:pt x="47256" y="521804"/>
                </a:lnTo>
                <a:lnTo>
                  <a:pt x="35445" y="558863"/>
                </a:lnTo>
                <a:lnTo>
                  <a:pt x="63004" y="586447"/>
                </a:lnTo>
                <a:lnTo>
                  <a:pt x="100025" y="574624"/>
                </a:lnTo>
                <a:lnTo>
                  <a:pt x="107264" y="578472"/>
                </a:lnTo>
                <a:lnTo>
                  <a:pt x="114795" y="581812"/>
                </a:lnTo>
                <a:lnTo>
                  <a:pt x="122618" y="584708"/>
                </a:lnTo>
                <a:lnTo>
                  <a:pt x="130733" y="587235"/>
                </a:lnTo>
                <a:lnTo>
                  <a:pt x="148069" y="621919"/>
                </a:lnTo>
                <a:lnTo>
                  <a:pt x="187439" y="621919"/>
                </a:lnTo>
                <a:lnTo>
                  <a:pt x="204762" y="587235"/>
                </a:lnTo>
                <a:lnTo>
                  <a:pt x="212890" y="584708"/>
                </a:lnTo>
                <a:lnTo>
                  <a:pt x="220713" y="581812"/>
                </a:lnTo>
                <a:lnTo>
                  <a:pt x="228244" y="578472"/>
                </a:lnTo>
                <a:lnTo>
                  <a:pt x="235483" y="574624"/>
                </a:lnTo>
                <a:lnTo>
                  <a:pt x="272491" y="587235"/>
                </a:lnTo>
                <a:lnTo>
                  <a:pt x="284746" y="574624"/>
                </a:lnTo>
                <a:lnTo>
                  <a:pt x="300062" y="558863"/>
                </a:lnTo>
                <a:lnTo>
                  <a:pt x="288251" y="522605"/>
                </a:lnTo>
                <a:lnTo>
                  <a:pt x="292100" y="515353"/>
                </a:lnTo>
                <a:lnTo>
                  <a:pt x="292735" y="513930"/>
                </a:lnTo>
                <a:lnTo>
                  <a:pt x="295440" y="507822"/>
                </a:lnTo>
                <a:lnTo>
                  <a:pt x="298323" y="499986"/>
                </a:lnTo>
                <a:lnTo>
                  <a:pt x="300850" y="491858"/>
                </a:lnTo>
                <a:lnTo>
                  <a:pt x="335495" y="474522"/>
                </a:lnTo>
                <a:lnTo>
                  <a:pt x="335495" y="435102"/>
                </a:lnTo>
                <a:close/>
              </a:path>
              <a:path w="513714" h="622300">
                <a:moveTo>
                  <a:pt x="513486" y="148183"/>
                </a:moveTo>
                <a:lnTo>
                  <a:pt x="478840" y="130848"/>
                </a:lnTo>
                <a:lnTo>
                  <a:pt x="476313" y="122720"/>
                </a:lnTo>
                <a:lnTo>
                  <a:pt x="473417" y="114884"/>
                </a:lnTo>
                <a:lnTo>
                  <a:pt x="470712" y="108775"/>
                </a:lnTo>
                <a:lnTo>
                  <a:pt x="470090" y="107353"/>
                </a:lnTo>
                <a:lnTo>
                  <a:pt x="466229" y="100101"/>
                </a:lnTo>
                <a:lnTo>
                  <a:pt x="478840" y="63055"/>
                </a:lnTo>
                <a:lnTo>
                  <a:pt x="463080" y="47294"/>
                </a:lnTo>
                <a:lnTo>
                  <a:pt x="450481" y="34683"/>
                </a:lnTo>
                <a:lnTo>
                  <a:pt x="413473" y="47294"/>
                </a:lnTo>
                <a:lnTo>
                  <a:pt x="406234" y="43434"/>
                </a:lnTo>
                <a:lnTo>
                  <a:pt x="404812" y="42811"/>
                </a:lnTo>
                <a:lnTo>
                  <a:pt x="404812" y="167894"/>
                </a:lnTo>
                <a:lnTo>
                  <a:pt x="400113" y="190766"/>
                </a:lnTo>
                <a:lnTo>
                  <a:pt x="387375" y="209575"/>
                </a:lnTo>
                <a:lnTo>
                  <a:pt x="368592" y="222313"/>
                </a:lnTo>
                <a:lnTo>
                  <a:pt x="345744" y="227012"/>
                </a:lnTo>
                <a:lnTo>
                  <a:pt x="322554" y="222313"/>
                </a:lnTo>
                <a:lnTo>
                  <a:pt x="303796" y="209575"/>
                </a:lnTo>
                <a:lnTo>
                  <a:pt x="291249" y="190766"/>
                </a:lnTo>
                <a:lnTo>
                  <a:pt x="286677" y="167894"/>
                </a:lnTo>
                <a:lnTo>
                  <a:pt x="291363" y="145021"/>
                </a:lnTo>
                <a:lnTo>
                  <a:pt x="322884" y="113474"/>
                </a:lnTo>
                <a:lnTo>
                  <a:pt x="368922" y="113474"/>
                </a:lnTo>
                <a:lnTo>
                  <a:pt x="400227" y="145021"/>
                </a:lnTo>
                <a:lnTo>
                  <a:pt x="404812" y="167894"/>
                </a:lnTo>
                <a:lnTo>
                  <a:pt x="404812" y="42811"/>
                </a:lnTo>
                <a:lnTo>
                  <a:pt x="398703" y="40106"/>
                </a:lnTo>
                <a:lnTo>
                  <a:pt x="390880" y="37211"/>
                </a:lnTo>
                <a:lnTo>
                  <a:pt x="382752" y="34683"/>
                </a:lnTo>
                <a:lnTo>
                  <a:pt x="365429" y="0"/>
                </a:lnTo>
                <a:lnTo>
                  <a:pt x="326047" y="0"/>
                </a:lnTo>
                <a:lnTo>
                  <a:pt x="308724" y="34683"/>
                </a:lnTo>
                <a:lnTo>
                  <a:pt x="300609" y="37211"/>
                </a:lnTo>
                <a:lnTo>
                  <a:pt x="292773" y="40106"/>
                </a:lnTo>
                <a:lnTo>
                  <a:pt x="285242" y="43434"/>
                </a:lnTo>
                <a:lnTo>
                  <a:pt x="278015" y="47294"/>
                </a:lnTo>
                <a:lnTo>
                  <a:pt x="240995" y="34683"/>
                </a:lnTo>
                <a:lnTo>
                  <a:pt x="212648" y="63055"/>
                </a:lnTo>
                <a:lnTo>
                  <a:pt x="225247" y="100101"/>
                </a:lnTo>
                <a:lnTo>
                  <a:pt x="221386" y="107353"/>
                </a:lnTo>
                <a:lnTo>
                  <a:pt x="218059" y="114884"/>
                </a:lnTo>
                <a:lnTo>
                  <a:pt x="215163" y="122720"/>
                </a:lnTo>
                <a:lnTo>
                  <a:pt x="212648" y="130848"/>
                </a:lnTo>
                <a:lnTo>
                  <a:pt x="177990" y="148183"/>
                </a:lnTo>
                <a:lnTo>
                  <a:pt x="177990" y="187604"/>
                </a:lnTo>
                <a:lnTo>
                  <a:pt x="212648" y="204939"/>
                </a:lnTo>
                <a:lnTo>
                  <a:pt x="215163" y="213067"/>
                </a:lnTo>
                <a:lnTo>
                  <a:pt x="218059" y="220903"/>
                </a:lnTo>
                <a:lnTo>
                  <a:pt x="221348" y="228333"/>
                </a:lnTo>
                <a:lnTo>
                  <a:pt x="225247" y="235686"/>
                </a:lnTo>
                <a:lnTo>
                  <a:pt x="212648" y="272732"/>
                </a:lnTo>
                <a:lnTo>
                  <a:pt x="240207" y="300316"/>
                </a:lnTo>
                <a:lnTo>
                  <a:pt x="277228" y="287705"/>
                </a:lnTo>
                <a:lnTo>
                  <a:pt x="284454" y="291566"/>
                </a:lnTo>
                <a:lnTo>
                  <a:pt x="291985" y="294894"/>
                </a:lnTo>
                <a:lnTo>
                  <a:pt x="299821" y="297789"/>
                </a:lnTo>
                <a:lnTo>
                  <a:pt x="307936" y="300316"/>
                </a:lnTo>
                <a:lnTo>
                  <a:pt x="325259" y="335000"/>
                </a:lnTo>
                <a:lnTo>
                  <a:pt x="364642" y="335000"/>
                </a:lnTo>
                <a:lnTo>
                  <a:pt x="381965" y="300316"/>
                </a:lnTo>
                <a:lnTo>
                  <a:pt x="390093" y="297789"/>
                </a:lnTo>
                <a:lnTo>
                  <a:pt x="397916" y="294894"/>
                </a:lnTo>
                <a:lnTo>
                  <a:pt x="405447" y="291566"/>
                </a:lnTo>
                <a:lnTo>
                  <a:pt x="412686" y="287705"/>
                </a:lnTo>
                <a:lnTo>
                  <a:pt x="449694" y="300316"/>
                </a:lnTo>
                <a:lnTo>
                  <a:pt x="462661" y="287705"/>
                </a:lnTo>
                <a:lnTo>
                  <a:pt x="478053" y="272732"/>
                </a:lnTo>
                <a:lnTo>
                  <a:pt x="465442" y="235686"/>
                </a:lnTo>
                <a:lnTo>
                  <a:pt x="469417" y="228333"/>
                </a:lnTo>
                <a:lnTo>
                  <a:pt x="470039" y="227012"/>
                </a:lnTo>
                <a:lnTo>
                  <a:pt x="473024" y="220611"/>
                </a:lnTo>
                <a:lnTo>
                  <a:pt x="476186" y="212737"/>
                </a:lnTo>
                <a:lnTo>
                  <a:pt x="478840" y="204939"/>
                </a:lnTo>
                <a:lnTo>
                  <a:pt x="513486" y="187604"/>
                </a:lnTo>
                <a:lnTo>
                  <a:pt x="513486" y="148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90473" y="2213922"/>
            <a:ext cx="9156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Serial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link </a:t>
            </a:r>
            <a:r>
              <a:rPr sz="1800" i="1" spc="-10" dirty="0">
                <a:latin typeface="Calibri"/>
                <a:cs typeface="Calibri"/>
              </a:rPr>
              <a:t>settings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7869" y="2846222"/>
            <a:ext cx="1053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Calibri"/>
                <a:cs typeface="Calibri"/>
              </a:rPr>
              <a:t>Serial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link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9303" y="2746248"/>
            <a:ext cx="559307" cy="583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923" y="3354323"/>
            <a:ext cx="11645265" cy="2813685"/>
            <a:chOff x="153923" y="3354323"/>
            <a:chExt cx="11645265" cy="2813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923" y="3596639"/>
              <a:ext cx="11644883" cy="25709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54852" y="3354323"/>
              <a:ext cx="274320" cy="266700"/>
            </a:xfrm>
            <a:custGeom>
              <a:avLst/>
              <a:gdLst/>
              <a:ahLst/>
              <a:cxnLst/>
              <a:rect l="l" t="t" r="r" b="b"/>
              <a:pathLst>
                <a:path w="274320" h="266700">
                  <a:moveTo>
                    <a:pt x="137160" y="0"/>
                  </a:moveTo>
                  <a:lnTo>
                    <a:pt x="93805" y="6798"/>
                  </a:lnTo>
                  <a:lnTo>
                    <a:pt x="56153" y="25728"/>
                  </a:lnTo>
                  <a:lnTo>
                    <a:pt x="26462" y="54595"/>
                  </a:lnTo>
                  <a:lnTo>
                    <a:pt x="6992" y="91201"/>
                  </a:lnTo>
                  <a:lnTo>
                    <a:pt x="0" y="133350"/>
                  </a:lnTo>
                  <a:lnTo>
                    <a:pt x="6992" y="175498"/>
                  </a:lnTo>
                  <a:lnTo>
                    <a:pt x="26462" y="212104"/>
                  </a:lnTo>
                  <a:lnTo>
                    <a:pt x="56153" y="240971"/>
                  </a:lnTo>
                  <a:lnTo>
                    <a:pt x="93805" y="259901"/>
                  </a:lnTo>
                  <a:lnTo>
                    <a:pt x="137160" y="266700"/>
                  </a:lnTo>
                  <a:lnTo>
                    <a:pt x="180514" y="259901"/>
                  </a:lnTo>
                  <a:lnTo>
                    <a:pt x="218166" y="240971"/>
                  </a:lnTo>
                  <a:lnTo>
                    <a:pt x="247857" y="212104"/>
                  </a:lnTo>
                  <a:lnTo>
                    <a:pt x="267327" y="175498"/>
                  </a:lnTo>
                  <a:lnTo>
                    <a:pt x="274320" y="133350"/>
                  </a:lnTo>
                  <a:lnTo>
                    <a:pt x="267327" y="91201"/>
                  </a:lnTo>
                  <a:lnTo>
                    <a:pt x="247857" y="54595"/>
                  </a:lnTo>
                  <a:lnTo>
                    <a:pt x="218166" y="25728"/>
                  </a:lnTo>
                  <a:lnTo>
                    <a:pt x="180514" y="679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6530" y="3666007"/>
              <a:ext cx="428002" cy="11788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9360" y="3499269"/>
              <a:ext cx="980617" cy="1671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5608" y="3497770"/>
              <a:ext cx="733717" cy="14270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5427865" y="996696"/>
            <a:ext cx="1145540" cy="546100"/>
            <a:chOff x="5427865" y="996696"/>
            <a:chExt cx="1145540" cy="5461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7865" y="996696"/>
              <a:ext cx="954049" cy="4359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6895" y="1382268"/>
              <a:ext cx="166115" cy="16002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20611" y="1403603"/>
            <a:ext cx="1637614" cy="7289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0" y="5333472"/>
            <a:ext cx="557530" cy="792480"/>
          </a:xfrm>
          <a:custGeom>
            <a:avLst/>
            <a:gdLst/>
            <a:ahLst/>
            <a:cxnLst/>
            <a:rect l="l" t="t" r="r" b="b"/>
            <a:pathLst>
              <a:path w="557530" h="792479">
                <a:moveTo>
                  <a:pt x="363664" y="0"/>
                </a:moveTo>
                <a:lnTo>
                  <a:pt x="0" y="402958"/>
                </a:lnTo>
                <a:lnTo>
                  <a:pt x="0" y="792200"/>
                </a:lnTo>
                <a:lnTo>
                  <a:pt x="557276" y="174739"/>
                </a:lnTo>
                <a:lnTo>
                  <a:pt x="3636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01519" y="3436246"/>
            <a:ext cx="1120775" cy="1202055"/>
          </a:xfrm>
          <a:custGeom>
            <a:avLst/>
            <a:gdLst/>
            <a:ahLst/>
            <a:cxnLst/>
            <a:rect l="l" t="t" r="r" b="b"/>
            <a:pathLst>
              <a:path w="1120775" h="1202054">
                <a:moveTo>
                  <a:pt x="926833" y="0"/>
                </a:moveTo>
                <a:lnTo>
                  <a:pt x="0" y="1026947"/>
                </a:lnTo>
                <a:lnTo>
                  <a:pt x="193611" y="1201686"/>
                </a:lnTo>
                <a:lnTo>
                  <a:pt x="1120444" y="174739"/>
                </a:lnTo>
                <a:lnTo>
                  <a:pt x="9268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57688" y="3325367"/>
            <a:ext cx="118872" cy="1143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92640" y="2150364"/>
            <a:ext cx="166116" cy="160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02114" y="1385341"/>
            <a:ext cx="306946" cy="72021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08591" y="2321953"/>
            <a:ext cx="676160" cy="99253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49270" y="2262771"/>
            <a:ext cx="710844" cy="28992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44330" y="3441966"/>
            <a:ext cx="1507883" cy="114749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9551" y="1997964"/>
            <a:ext cx="164592" cy="16002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901672" y="2143518"/>
            <a:ext cx="1801495" cy="1900555"/>
            <a:chOff x="1901672" y="2143518"/>
            <a:chExt cx="1801495" cy="1900555"/>
          </a:xfrm>
        </p:grpSpPr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95956" y="2944368"/>
              <a:ext cx="118871" cy="1158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81504" y="3085299"/>
              <a:ext cx="358127" cy="95858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28188" y="3047326"/>
              <a:ext cx="874356" cy="85535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01672" y="2143518"/>
              <a:ext cx="808901" cy="783081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09635" y="1294599"/>
            <a:ext cx="949172" cy="7199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07809" y="2095004"/>
            <a:ext cx="1011237" cy="379094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804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Segoe UI"/>
                <a:cs typeface="Segoe UI"/>
              </a:rPr>
              <a:t>LoRa</a:t>
            </a:r>
            <a:r>
              <a:rPr sz="3200" b="1" spc="-6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and</a:t>
            </a:r>
            <a:r>
              <a:rPr sz="3200" b="1" spc="-9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LoRaWAN®</a:t>
            </a:r>
            <a:r>
              <a:rPr sz="3200" b="1" spc="-8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for</a:t>
            </a:r>
            <a:r>
              <a:rPr sz="3200" b="1" spc="-6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the</a:t>
            </a:r>
            <a:r>
              <a:rPr sz="3200" b="1" spc="-8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Internet</a:t>
            </a:r>
            <a:r>
              <a:rPr sz="3200" b="1" spc="-7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of</a:t>
            </a:r>
            <a:r>
              <a:rPr sz="3200" b="1" spc="-70" dirty="0">
                <a:latin typeface="Segoe UI"/>
                <a:cs typeface="Segoe UI"/>
              </a:rPr>
              <a:t> </a:t>
            </a:r>
            <a:r>
              <a:rPr sz="3200" b="1" spc="-10" dirty="0">
                <a:latin typeface="Segoe UI"/>
                <a:cs typeface="Segoe UI"/>
              </a:rPr>
              <a:t>Things</a:t>
            </a:r>
            <a:endParaRPr sz="32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29956" y="4551831"/>
            <a:ext cx="1544320" cy="1024890"/>
            <a:chOff x="8029956" y="4551831"/>
            <a:chExt cx="1544320" cy="1024890"/>
          </a:xfrm>
        </p:grpSpPr>
        <p:sp>
          <p:nvSpPr>
            <p:cNvPr id="30" name="object 30"/>
            <p:cNvSpPr/>
            <p:nvPr/>
          </p:nvSpPr>
          <p:spPr>
            <a:xfrm>
              <a:off x="8029956" y="4573523"/>
              <a:ext cx="1544320" cy="1003300"/>
            </a:xfrm>
            <a:custGeom>
              <a:avLst/>
              <a:gdLst/>
              <a:ahLst/>
              <a:cxnLst/>
              <a:rect l="l" t="t" r="r" b="b"/>
              <a:pathLst>
                <a:path w="1544320" h="1003300">
                  <a:moveTo>
                    <a:pt x="1543811" y="0"/>
                  </a:moveTo>
                  <a:lnTo>
                    <a:pt x="0" y="0"/>
                  </a:lnTo>
                  <a:lnTo>
                    <a:pt x="0" y="1002791"/>
                  </a:lnTo>
                  <a:lnTo>
                    <a:pt x="1543811" y="1002791"/>
                  </a:lnTo>
                  <a:lnTo>
                    <a:pt x="1543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36591" y="4551831"/>
              <a:ext cx="219008" cy="1095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35145" y="4694309"/>
              <a:ext cx="43815" cy="132080"/>
            </a:xfrm>
            <a:custGeom>
              <a:avLst/>
              <a:gdLst/>
              <a:ahLst/>
              <a:cxnLst/>
              <a:rect l="l" t="t" r="r" b="b"/>
              <a:pathLst>
                <a:path w="43815" h="132079">
                  <a:moveTo>
                    <a:pt x="21900" y="131518"/>
                  </a:moveTo>
                  <a:lnTo>
                    <a:pt x="13397" y="129789"/>
                  </a:lnTo>
                  <a:lnTo>
                    <a:pt x="6433" y="125079"/>
                  </a:lnTo>
                  <a:lnTo>
                    <a:pt x="1728" y="118110"/>
                  </a:lnTo>
                  <a:lnTo>
                    <a:pt x="0" y="109599"/>
                  </a:lnTo>
                  <a:lnTo>
                    <a:pt x="0" y="21919"/>
                  </a:lnTo>
                  <a:lnTo>
                    <a:pt x="1728" y="13408"/>
                  </a:lnTo>
                  <a:lnTo>
                    <a:pt x="6433" y="6438"/>
                  </a:lnTo>
                  <a:lnTo>
                    <a:pt x="13397" y="1729"/>
                  </a:lnTo>
                  <a:lnTo>
                    <a:pt x="21900" y="0"/>
                  </a:lnTo>
                  <a:lnTo>
                    <a:pt x="30404" y="1729"/>
                  </a:lnTo>
                  <a:lnTo>
                    <a:pt x="37368" y="6438"/>
                  </a:lnTo>
                  <a:lnTo>
                    <a:pt x="42073" y="13408"/>
                  </a:lnTo>
                  <a:lnTo>
                    <a:pt x="43801" y="21919"/>
                  </a:lnTo>
                  <a:lnTo>
                    <a:pt x="43801" y="109599"/>
                  </a:lnTo>
                  <a:lnTo>
                    <a:pt x="42073" y="118110"/>
                  </a:lnTo>
                  <a:lnTo>
                    <a:pt x="37368" y="125079"/>
                  </a:lnTo>
                  <a:lnTo>
                    <a:pt x="30404" y="129789"/>
                  </a:lnTo>
                  <a:lnTo>
                    <a:pt x="21900" y="131518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15083" y="4693213"/>
              <a:ext cx="106219" cy="10631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96074" y="4694309"/>
              <a:ext cx="106219" cy="10631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42376" y="4552927"/>
              <a:ext cx="350520" cy="963930"/>
            </a:xfrm>
            <a:custGeom>
              <a:avLst/>
              <a:gdLst/>
              <a:ahLst/>
              <a:cxnLst/>
              <a:rect l="l" t="t" r="r" b="b"/>
              <a:pathLst>
                <a:path w="350520" h="963929">
                  <a:moveTo>
                    <a:pt x="153305" y="963376"/>
                  </a:moveTo>
                  <a:lnTo>
                    <a:pt x="0" y="963376"/>
                  </a:lnTo>
                  <a:lnTo>
                    <a:pt x="10950" y="777057"/>
                  </a:lnTo>
                  <a:lnTo>
                    <a:pt x="43801" y="777057"/>
                  </a:lnTo>
                  <a:lnTo>
                    <a:pt x="43801" y="327701"/>
                  </a:lnTo>
                  <a:lnTo>
                    <a:pt x="47092" y="281038"/>
                  </a:lnTo>
                  <a:lnTo>
                    <a:pt x="56662" y="236400"/>
                  </a:lnTo>
                  <a:lnTo>
                    <a:pt x="72057" y="194238"/>
                  </a:lnTo>
                  <a:lnTo>
                    <a:pt x="92822" y="155000"/>
                  </a:lnTo>
                  <a:lnTo>
                    <a:pt x="118504" y="119137"/>
                  </a:lnTo>
                  <a:lnTo>
                    <a:pt x="148649" y="87098"/>
                  </a:lnTo>
                  <a:lnTo>
                    <a:pt x="182802" y="59333"/>
                  </a:lnTo>
                  <a:lnTo>
                    <a:pt x="220509" y="36291"/>
                  </a:lnTo>
                  <a:lnTo>
                    <a:pt x="261316" y="18421"/>
                  </a:lnTo>
                  <a:lnTo>
                    <a:pt x="304768" y="6174"/>
                  </a:lnTo>
                  <a:lnTo>
                    <a:pt x="350413" y="0"/>
                  </a:lnTo>
                  <a:lnTo>
                    <a:pt x="350413" y="65759"/>
                  </a:lnTo>
                  <a:lnTo>
                    <a:pt x="301391" y="74497"/>
                  </a:lnTo>
                  <a:lnTo>
                    <a:pt x="255948" y="91891"/>
                  </a:lnTo>
                  <a:lnTo>
                    <a:pt x="214998" y="117044"/>
                  </a:lnTo>
                  <a:lnTo>
                    <a:pt x="179450" y="149054"/>
                  </a:lnTo>
                  <a:lnTo>
                    <a:pt x="150215" y="187024"/>
                  </a:lnTo>
                  <a:lnTo>
                    <a:pt x="128205" y="230055"/>
                  </a:lnTo>
                  <a:lnTo>
                    <a:pt x="114331" y="277247"/>
                  </a:lnTo>
                  <a:lnTo>
                    <a:pt x="109504" y="327701"/>
                  </a:lnTo>
                  <a:lnTo>
                    <a:pt x="109504" y="777057"/>
                  </a:lnTo>
                  <a:lnTo>
                    <a:pt x="142355" y="777057"/>
                  </a:lnTo>
                  <a:lnTo>
                    <a:pt x="153305" y="963376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67017" y="5397654"/>
              <a:ext cx="134793" cy="13491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62637" y="5397654"/>
              <a:ext cx="134793" cy="13491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661542" y="5161561"/>
              <a:ext cx="741680" cy="304165"/>
            </a:xfrm>
            <a:custGeom>
              <a:avLst/>
              <a:gdLst/>
              <a:ahLst/>
              <a:cxnLst/>
              <a:rect l="l" t="t" r="r" b="b"/>
              <a:pathLst>
                <a:path w="741679" h="304164">
                  <a:moveTo>
                    <a:pt x="665544" y="303548"/>
                  </a:moveTo>
                  <a:lnTo>
                    <a:pt x="673968" y="303548"/>
                  </a:lnTo>
                  <a:lnTo>
                    <a:pt x="700137" y="298225"/>
                  </a:lnTo>
                  <a:lnTo>
                    <a:pt x="721567" y="283733"/>
                  </a:lnTo>
                  <a:lnTo>
                    <a:pt x="736047" y="262284"/>
                  </a:lnTo>
                  <a:lnTo>
                    <a:pt x="741365" y="236093"/>
                  </a:lnTo>
                  <a:lnTo>
                    <a:pt x="741365" y="149244"/>
                  </a:lnTo>
                  <a:lnTo>
                    <a:pt x="626790" y="19393"/>
                  </a:lnTo>
                  <a:lnTo>
                    <a:pt x="591960" y="1251"/>
                  </a:lnTo>
                  <a:lnTo>
                    <a:pt x="578770" y="0"/>
                  </a:lnTo>
                  <a:lnTo>
                    <a:pt x="331929" y="0"/>
                  </a:lnTo>
                  <a:lnTo>
                    <a:pt x="294137" y="11027"/>
                  </a:lnTo>
                  <a:lnTo>
                    <a:pt x="269472" y="33727"/>
                  </a:lnTo>
                  <a:lnTo>
                    <a:pt x="578770" y="33727"/>
                  </a:lnTo>
                  <a:lnTo>
                    <a:pt x="585062" y="34360"/>
                  </a:lnTo>
                  <a:lnTo>
                    <a:pt x="591196" y="36257"/>
                  </a:lnTo>
                  <a:lnTo>
                    <a:pt x="597015" y="39419"/>
                  </a:lnTo>
                  <a:lnTo>
                    <a:pt x="602359" y="43845"/>
                  </a:lnTo>
                  <a:lnTo>
                    <a:pt x="693345" y="134910"/>
                  </a:lnTo>
                  <a:lnTo>
                    <a:pt x="84246" y="134910"/>
                  </a:lnTo>
                  <a:lnTo>
                    <a:pt x="51534" y="141563"/>
                  </a:lnTo>
                  <a:lnTo>
                    <a:pt x="24747" y="159679"/>
                  </a:lnTo>
                  <a:lnTo>
                    <a:pt x="6647" y="186490"/>
                  </a:lnTo>
                  <a:lnTo>
                    <a:pt x="1712" y="210797"/>
                  </a:lnTo>
                  <a:lnTo>
                    <a:pt x="572873" y="210797"/>
                  </a:lnTo>
                  <a:lnTo>
                    <a:pt x="609033" y="218056"/>
                  </a:lnTo>
                  <a:lnTo>
                    <a:pt x="638480" y="237885"/>
                  </a:lnTo>
                  <a:lnTo>
                    <a:pt x="658291" y="267357"/>
                  </a:lnTo>
                  <a:lnTo>
                    <a:pt x="665544" y="303548"/>
                  </a:lnTo>
                  <a:close/>
                </a:path>
                <a:path w="741679" h="304164">
                  <a:moveTo>
                    <a:pt x="446504" y="134910"/>
                  </a:moveTo>
                  <a:lnTo>
                    <a:pt x="480202" y="134910"/>
                  </a:lnTo>
                  <a:lnTo>
                    <a:pt x="480202" y="33727"/>
                  </a:lnTo>
                  <a:lnTo>
                    <a:pt x="446504" y="33727"/>
                  </a:lnTo>
                  <a:lnTo>
                    <a:pt x="446504" y="134910"/>
                  </a:lnTo>
                  <a:close/>
                </a:path>
                <a:path w="741679" h="304164">
                  <a:moveTo>
                    <a:pt x="154170" y="134910"/>
                  </a:moveTo>
                  <a:lnTo>
                    <a:pt x="216512" y="134910"/>
                  </a:lnTo>
                  <a:lnTo>
                    <a:pt x="307498" y="43845"/>
                  </a:lnTo>
                  <a:lnTo>
                    <a:pt x="312368" y="39419"/>
                  </a:lnTo>
                  <a:lnTo>
                    <a:pt x="318028" y="36257"/>
                  </a:lnTo>
                  <a:lnTo>
                    <a:pt x="324321" y="34360"/>
                  </a:lnTo>
                  <a:lnTo>
                    <a:pt x="331087" y="33727"/>
                  </a:lnTo>
                  <a:lnTo>
                    <a:pt x="269472" y="33727"/>
                  </a:lnTo>
                  <a:lnTo>
                    <a:pt x="177759" y="124792"/>
                  </a:lnTo>
                  <a:lnTo>
                    <a:pt x="172888" y="129218"/>
                  </a:lnTo>
                  <a:lnTo>
                    <a:pt x="167228" y="132380"/>
                  </a:lnTo>
                  <a:lnTo>
                    <a:pt x="160936" y="134278"/>
                  </a:lnTo>
                  <a:lnTo>
                    <a:pt x="154170" y="134910"/>
                  </a:lnTo>
                  <a:close/>
                </a:path>
                <a:path w="741679" h="304164">
                  <a:moveTo>
                    <a:pt x="261162" y="303548"/>
                  </a:moveTo>
                  <a:lnTo>
                    <a:pt x="480202" y="303548"/>
                  </a:lnTo>
                  <a:lnTo>
                    <a:pt x="487455" y="267357"/>
                  </a:lnTo>
                  <a:lnTo>
                    <a:pt x="507266" y="237885"/>
                  </a:lnTo>
                  <a:lnTo>
                    <a:pt x="536713" y="218056"/>
                  </a:lnTo>
                  <a:lnTo>
                    <a:pt x="572873" y="210797"/>
                  </a:lnTo>
                  <a:lnTo>
                    <a:pt x="168492" y="210797"/>
                  </a:lnTo>
                  <a:lnTo>
                    <a:pt x="204652" y="218056"/>
                  </a:lnTo>
                  <a:lnTo>
                    <a:pt x="234098" y="237885"/>
                  </a:lnTo>
                  <a:lnTo>
                    <a:pt x="253909" y="267357"/>
                  </a:lnTo>
                  <a:lnTo>
                    <a:pt x="261162" y="303548"/>
                  </a:lnTo>
                  <a:close/>
                </a:path>
                <a:path w="741679" h="304164">
                  <a:moveTo>
                    <a:pt x="33698" y="303548"/>
                  </a:moveTo>
                  <a:lnTo>
                    <a:pt x="75821" y="303548"/>
                  </a:lnTo>
                  <a:lnTo>
                    <a:pt x="83074" y="267357"/>
                  </a:lnTo>
                  <a:lnTo>
                    <a:pt x="102885" y="237885"/>
                  </a:lnTo>
                  <a:lnTo>
                    <a:pt x="132332" y="218056"/>
                  </a:lnTo>
                  <a:lnTo>
                    <a:pt x="168492" y="210797"/>
                  </a:lnTo>
                  <a:lnTo>
                    <a:pt x="1712" y="210797"/>
                  </a:lnTo>
                  <a:lnTo>
                    <a:pt x="0" y="219229"/>
                  </a:lnTo>
                  <a:lnTo>
                    <a:pt x="0" y="269820"/>
                  </a:lnTo>
                  <a:lnTo>
                    <a:pt x="2659" y="282916"/>
                  </a:lnTo>
                  <a:lnTo>
                    <a:pt x="9898" y="293641"/>
                  </a:lnTo>
                  <a:lnTo>
                    <a:pt x="20613" y="300887"/>
                  </a:lnTo>
                  <a:lnTo>
                    <a:pt x="33698" y="303548"/>
                  </a:lnTo>
                  <a:close/>
                </a:path>
              </a:pathLst>
            </a:custGeom>
            <a:solidFill>
              <a:srgbClr val="050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150464" y="4361555"/>
            <a:ext cx="1764664" cy="1398905"/>
            <a:chOff x="6150464" y="4361555"/>
            <a:chExt cx="1764664" cy="1398905"/>
          </a:xfrm>
        </p:grpSpPr>
        <p:sp>
          <p:nvSpPr>
            <p:cNvPr id="40" name="object 40"/>
            <p:cNvSpPr/>
            <p:nvPr/>
          </p:nvSpPr>
          <p:spPr>
            <a:xfrm>
              <a:off x="6150464" y="4361555"/>
              <a:ext cx="1764664" cy="1398905"/>
            </a:xfrm>
            <a:custGeom>
              <a:avLst/>
              <a:gdLst/>
              <a:ahLst/>
              <a:cxnLst/>
              <a:rect l="l" t="t" r="r" b="b"/>
              <a:pathLst>
                <a:path w="1764665" h="1398904">
                  <a:moveTo>
                    <a:pt x="1481277" y="0"/>
                  </a:moveTo>
                  <a:lnTo>
                    <a:pt x="0" y="435851"/>
                  </a:lnTo>
                  <a:lnTo>
                    <a:pt x="283298" y="1398701"/>
                  </a:lnTo>
                  <a:lnTo>
                    <a:pt x="1764576" y="962850"/>
                  </a:lnTo>
                  <a:lnTo>
                    <a:pt x="14812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26556" y="4982819"/>
              <a:ext cx="778510" cy="681990"/>
            </a:xfrm>
            <a:custGeom>
              <a:avLst/>
              <a:gdLst/>
              <a:ahLst/>
              <a:cxnLst/>
              <a:rect l="l" t="t" r="r" b="b"/>
              <a:pathLst>
                <a:path w="778509" h="681989">
                  <a:moveTo>
                    <a:pt x="343306" y="551713"/>
                  </a:moveTo>
                  <a:lnTo>
                    <a:pt x="337870" y="509130"/>
                  </a:lnTo>
                  <a:lnTo>
                    <a:pt x="310769" y="458787"/>
                  </a:lnTo>
                  <a:lnTo>
                    <a:pt x="287070" y="440156"/>
                  </a:lnTo>
                  <a:lnTo>
                    <a:pt x="287070" y="556171"/>
                  </a:lnTo>
                  <a:lnTo>
                    <a:pt x="278130" y="584784"/>
                  </a:lnTo>
                  <a:lnTo>
                    <a:pt x="259016" y="607872"/>
                  </a:lnTo>
                  <a:lnTo>
                    <a:pt x="231355" y="622439"/>
                  </a:lnTo>
                  <a:lnTo>
                    <a:pt x="200228" y="625284"/>
                  </a:lnTo>
                  <a:lnTo>
                    <a:pt x="171627" y="616318"/>
                  </a:lnTo>
                  <a:lnTo>
                    <a:pt x="148539" y="597179"/>
                  </a:lnTo>
                  <a:lnTo>
                    <a:pt x="133985" y="569493"/>
                  </a:lnTo>
                  <a:lnTo>
                    <a:pt x="131127" y="538340"/>
                  </a:lnTo>
                  <a:lnTo>
                    <a:pt x="140068" y="509714"/>
                  </a:lnTo>
                  <a:lnTo>
                    <a:pt x="159181" y="486625"/>
                  </a:lnTo>
                  <a:lnTo>
                    <a:pt x="186842" y="472071"/>
                  </a:lnTo>
                  <a:lnTo>
                    <a:pt x="217970" y="469226"/>
                  </a:lnTo>
                  <a:lnTo>
                    <a:pt x="246583" y="478180"/>
                  </a:lnTo>
                  <a:lnTo>
                    <a:pt x="269659" y="497332"/>
                  </a:lnTo>
                  <a:lnTo>
                    <a:pt x="284226" y="525018"/>
                  </a:lnTo>
                  <a:lnTo>
                    <a:pt x="287070" y="556171"/>
                  </a:lnTo>
                  <a:lnTo>
                    <a:pt x="287070" y="440156"/>
                  </a:lnTo>
                  <a:lnTo>
                    <a:pt x="271335" y="427774"/>
                  </a:lnTo>
                  <a:lnTo>
                    <a:pt x="223050" y="413423"/>
                  </a:lnTo>
                  <a:lnTo>
                    <a:pt x="170942" y="418363"/>
                  </a:lnTo>
                  <a:lnTo>
                    <a:pt x="125107" y="442226"/>
                  </a:lnTo>
                  <a:lnTo>
                    <a:pt x="92506" y="480136"/>
                  </a:lnTo>
                  <a:lnTo>
                    <a:pt x="75996" y="527291"/>
                  </a:lnTo>
                  <a:lnTo>
                    <a:pt x="78422" y="578929"/>
                  </a:lnTo>
                  <a:lnTo>
                    <a:pt x="98945" y="624039"/>
                  </a:lnTo>
                  <a:lnTo>
                    <a:pt x="127749" y="653986"/>
                  </a:lnTo>
                  <a:lnTo>
                    <a:pt x="163944" y="673658"/>
                  </a:lnTo>
                  <a:lnTo>
                    <a:pt x="204711" y="681558"/>
                  </a:lnTo>
                  <a:lnTo>
                    <a:pt x="247256" y="676135"/>
                  </a:lnTo>
                  <a:lnTo>
                    <a:pt x="285889" y="657517"/>
                  </a:lnTo>
                  <a:lnTo>
                    <a:pt x="315798" y="628713"/>
                  </a:lnTo>
                  <a:lnTo>
                    <a:pt x="335445" y="592505"/>
                  </a:lnTo>
                  <a:lnTo>
                    <a:pt x="335622" y="591566"/>
                  </a:lnTo>
                  <a:lnTo>
                    <a:pt x="343306" y="551713"/>
                  </a:lnTo>
                  <a:close/>
                </a:path>
                <a:path w="778509" h="681989">
                  <a:moveTo>
                    <a:pt x="564705" y="167462"/>
                  </a:moveTo>
                  <a:lnTo>
                    <a:pt x="536092" y="70802"/>
                  </a:lnTo>
                  <a:lnTo>
                    <a:pt x="535317" y="61950"/>
                  </a:lnTo>
                  <a:lnTo>
                    <a:pt x="537908" y="53759"/>
                  </a:lnTo>
                  <a:lnTo>
                    <a:pt x="543369" y="47129"/>
                  </a:lnTo>
                  <a:lnTo>
                    <a:pt x="551192" y="42964"/>
                  </a:lnTo>
                  <a:lnTo>
                    <a:pt x="538480" y="0"/>
                  </a:lnTo>
                  <a:lnTo>
                    <a:pt x="514985" y="12484"/>
                  </a:lnTo>
                  <a:lnTo>
                    <a:pt x="498614" y="32397"/>
                  </a:lnTo>
                  <a:lnTo>
                    <a:pt x="490842" y="56972"/>
                  </a:lnTo>
                  <a:lnTo>
                    <a:pt x="493166" y="83502"/>
                  </a:lnTo>
                  <a:lnTo>
                    <a:pt x="521779" y="180174"/>
                  </a:lnTo>
                  <a:lnTo>
                    <a:pt x="564705" y="167462"/>
                  </a:lnTo>
                  <a:close/>
                </a:path>
                <a:path w="778509" h="681989">
                  <a:moveTo>
                    <a:pt x="778065" y="257340"/>
                  </a:moveTo>
                  <a:lnTo>
                    <a:pt x="761847" y="202565"/>
                  </a:lnTo>
                  <a:lnTo>
                    <a:pt x="749122" y="159600"/>
                  </a:lnTo>
                  <a:lnTo>
                    <a:pt x="718858" y="129717"/>
                  </a:lnTo>
                  <a:lnTo>
                    <a:pt x="710133" y="127914"/>
                  </a:lnTo>
                  <a:lnTo>
                    <a:pt x="701281" y="127914"/>
                  </a:lnTo>
                  <a:lnTo>
                    <a:pt x="692416" y="129667"/>
                  </a:lnTo>
                  <a:lnTo>
                    <a:pt x="112928" y="301205"/>
                  </a:lnTo>
                  <a:lnTo>
                    <a:pt x="68414" y="150837"/>
                  </a:lnTo>
                  <a:lnTo>
                    <a:pt x="210058" y="108915"/>
                  </a:lnTo>
                  <a:lnTo>
                    <a:pt x="328625" y="237350"/>
                  </a:lnTo>
                  <a:lnTo>
                    <a:pt x="400519" y="216065"/>
                  </a:lnTo>
                  <a:lnTo>
                    <a:pt x="397103" y="212407"/>
                  </a:lnTo>
                  <a:lnTo>
                    <a:pt x="395071" y="209499"/>
                  </a:lnTo>
                  <a:lnTo>
                    <a:pt x="282321" y="87515"/>
                  </a:lnTo>
                  <a:lnTo>
                    <a:pt x="259422" y="62750"/>
                  </a:lnTo>
                  <a:lnTo>
                    <a:pt x="244817" y="50533"/>
                  </a:lnTo>
                  <a:lnTo>
                    <a:pt x="227812" y="43192"/>
                  </a:lnTo>
                  <a:lnTo>
                    <a:pt x="209511" y="41059"/>
                  </a:lnTo>
                  <a:lnTo>
                    <a:pt x="190982" y="44462"/>
                  </a:lnTo>
                  <a:lnTo>
                    <a:pt x="50406" y="86067"/>
                  </a:lnTo>
                  <a:lnTo>
                    <a:pt x="26911" y="98552"/>
                  </a:lnTo>
                  <a:lnTo>
                    <a:pt x="10541" y="118465"/>
                  </a:lnTo>
                  <a:lnTo>
                    <a:pt x="2768" y="143052"/>
                  </a:lnTo>
                  <a:lnTo>
                    <a:pt x="5092" y="169570"/>
                  </a:lnTo>
                  <a:lnTo>
                    <a:pt x="49606" y="319938"/>
                  </a:lnTo>
                  <a:lnTo>
                    <a:pt x="31203" y="340575"/>
                  </a:lnTo>
                  <a:lnTo>
                    <a:pt x="26035" y="346773"/>
                  </a:lnTo>
                  <a:lnTo>
                    <a:pt x="24726" y="354177"/>
                  </a:lnTo>
                  <a:lnTo>
                    <a:pt x="37439" y="397141"/>
                  </a:lnTo>
                  <a:lnTo>
                    <a:pt x="41503" y="402945"/>
                  </a:lnTo>
                  <a:lnTo>
                    <a:pt x="31280" y="414985"/>
                  </a:lnTo>
                  <a:lnTo>
                    <a:pt x="4330" y="454837"/>
                  </a:lnTo>
                  <a:lnTo>
                    <a:pt x="0" y="467791"/>
                  </a:lnTo>
                  <a:lnTo>
                    <a:pt x="3822" y="480682"/>
                  </a:lnTo>
                  <a:lnTo>
                    <a:pt x="8940" y="486181"/>
                  </a:lnTo>
                  <a:lnTo>
                    <a:pt x="14503" y="489204"/>
                  </a:lnTo>
                  <a:lnTo>
                    <a:pt x="22517" y="490740"/>
                  </a:lnTo>
                  <a:lnTo>
                    <a:pt x="30353" y="489483"/>
                  </a:lnTo>
                  <a:lnTo>
                    <a:pt x="37350" y="485406"/>
                  </a:lnTo>
                  <a:lnTo>
                    <a:pt x="42849" y="478472"/>
                  </a:lnTo>
                  <a:lnTo>
                    <a:pt x="71945" y="436359"/>
                  </a:lnTo>
                  <a:lnTo>
                    <a:pt x="101650" y="408508"/>
                  </a:lnTo>
                  <a:lnTo>
                    <a:pt x="127177" y="392404"/>
                  </a:lnTo>
                  <a:lnTo>
                    <a:pt x="143725" y="385533"/>
                  </a:lnTo>
                  <a:lnTo>
                    <a:pt x="159816" y="380771"/>
                  </a:lnTo>
                  <a:lnTo>
                    <a:pt x="206362" y="372999"/>
                  </a:lnTo>
                  <a:lnTo>
                    <a:pt x="251396" y="376770"/>
                  </a:lnTo>
                  <a:lnTo>
                    <a:pt x="293065" y="391261"/>
                  </a:lnTo>
                  <a:lnTo>
                    <a:pt x="329501" y="415696"/>
                  </a:lnTo>
                  <a:lnTo>
                    <a:pt x="358825" y="449224"/>
                  </a:lnTo>
                  <a:lnTo>
                    <a:pt x="379209" y="491058"/>
                  </a:lnTo>
                  <a:lnTo>
                    <a:pt x="385254" y="511467"/>
                  </a:lnTo>
                  <a:lnTo>
                    <a:pt x="388886" y="518820"/>
                  </a:lnTo>
                  <a:lnTo>
                    <a:pt x="394639" y="524446"/>
                  </a:lnTo>
                  <a:lnTo>
                    <a:pt x="401929" y="527875"/>
                  </a:lnTo>
                  <a:lnTo>
                    <a:pt x="410171" y="528612"/>
                  </a:lnTo>
                  <a:lnTo>
                    <a:pt x="416928" y="527786"/>
                  </a:lnTo>
                  <a:lnTo>
                    <a:pt x="422732" y="523735"/>
                  </a:lnTo>
                  <a:lnTo>
                    <a:pt x="428777" y="512597"/>
                  </a:lnTo>
                  <a:lnTo>
                    <a:pt x="430403" y="506272"/>
                  </a:lnTo>
                  <a:lnTo>
                    <a:pt x="422135" y="478345"/>
                  </a:lnTo>
                  <a:lnTo>
                    <a:pt x="611009" y="422440"/>
                  </a:lnTo>
                  <a:lnTo>
                    <a:pt x="619175" y="376974"/>
                  </a:lnTo>
                  <a:lnTo>
                    <a:pt x="640702" y="337426"/>
                  </a:lnTo>
                  <a:lnTo>
                    <a:pt x="673481" y="306362"/>
                  </a:lnTo>
                  <a:lnTo>
                    <a:pt x="715467" y="286385"/>
                  </a:lnTo>
                  <a:lnTo>
                    <a:pt x="722147" y="284695"/>
                  </a:lnTo>
                  <a:lnTo>
                    <a:pt x="724027" y="284137"/>
                  </a:lnTo>
                  <a:lnTo>
                    <a:pt x="734682" y="282295"/>
                  </a:lnTo>
                  <a:lnTo>
                    <a:pt x="744474" y="281241"/>
                  </a:lnTo>
                  <a:lnTo>
                    <a:pt x="754608" y="280631"/>
                  </a:lnTo>
                  <a:lnTo>
                    <a:pt x="761682" y="280873"/>
                  </a:lnTo>
                  <a:lnTo>
                    <a:pt x="768565" y="276504"/>
                  </a:lnTo>
                  <a:lnTo>
                    <a:pt x="773684" y="269151"/>
                  </a:lnTo>
                  <a:lnTo>
                    <a:pt x="776744" y="264731"/>
                  </a:lnTo>
                  <a:lnTo>
                    <a:pt x="778065" y="257340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082963" y="5308709"/>
              <a:ext cx="200691" cy="198679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766707" y="3808640"/>
            <a:ext cx="1124585" cy="1142365"/>
            <a:chOff x="1766707" y="3808640"/>
            <a:chExt cx="1124585" cy="1142365"/>
          </a:xfrm>
        </p:grpSpPr>
        <p:sp>
          <p:nvSpPr>
            <p:cNvPr id="44" name="object 44"/>
            <p:cNvSpPr/>
            <p:nvPr/>
          </p:nvSpPr>
          <p:spPr>
            <a:xfrm>
              <a:off x="1766707" y="3808640"/>
              <a:ext cx="1124585" cy="1142365"/>
            </a:xfrm>
            <a:custGeom>
              <a:avLst/>
              <a:gdLst/>
              <a:ahLst/>
              <a:cxnLst/>
              <a:rect l="l" t="t" r="r" b="b"/>
              <a:pathLst>
                <a:path w="1124585" h="1142364">
                  <a:moveTo>
                    <a:pt x="387731" y="0"/>
                  </a:moveTo>
                  <a:lnTo>
                    <a:pt x="0" y="369570"/>
                  </a:lnTo>
                  <a:lnTo>
                    <a:pt x="736295" y="1142047"/>
                  </a:lnTo>
                  <a:lnTo>
                    <a:pt x="1124026" y="772477"/>
                  </a:lnTo>
                  <a:lnTo>
                    <a:pt x="387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92418" y="4411412"/>
              <a:ext cx="142143" cy="13770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979803" y="4154131"/>
              <a:ext cx="628015" cy="692150"/>
            </a:xfrm>
            <a:custGeom>
              <a:avLst/>
              <a:gdLst/>
              <a:ahLst/>
              <a:cxnLst/>
              <a:rect l="l" t="t" r="r" b="b"/>
              <a:pathLst>
                <a:path w="628014" h="692150">
                  <a:moveTo>
                    <a:pt x="532295" y="673061"/>
                  </a:moveTo>
                  <a:lnTo>
                    <a:pt x="531291" y="666165"/>
                  </a:lnTo>
                  <a:lnTo>
                    <a:pt x="527532" y="660450"/>
                  </a:lnTo>
                  <a:lnTo>
                    <a:pt x="522122" y="656501"/>
                  </a:lnTo>
                  <a:lnTo>
                    <a:pt x="515607" y="654672"/>
                  </a:lnTo>
                  <a:lnTo>
                    <a:pt x="494969" y="656958"/>
                  </a:lnTo>
                  <a:lnTo>
                    <a:pt x="483425" y="654799"/>
                  </a:lnTo>
                  <a:lnTo>
                    <a:pt x="474776" y="651065"/>
                  </a:lnTo>
                  <a:lnTo>
                    <a:pt x="469912" y="647928"/>
                  </a:lnTo>
                  <a:lnTo>
                    <a:pt x="26492" y="139700"/>
                  </a:lnTo>
                  <a:lnTo>
                    <a:pt x="0" y="161632"/>
                  </a:lnTo>
                  <a:lnTo>
                    <a:pt x="444614" y="671449"/>
                  </a:lnTo>
                  <a:lnTo>
                    <a:pt x="486359" y="691210"/>
                  </a:lnTo>
                  <a:lnTo>
                    <a:pt x="502945" y="691883"/>
                  </a:lnTo>
                  <a:lnTo>
                    <a:pt x="521093" y="687857"/>
                  </a:lnTo>
                  <a:lnTo>
                    <a:pt x="526821" y="684441"/>
                  </a:lnTo>
                  <a:lnTo>
                    <a:pt x="530682" y="679323"/>
                  </a:lnTo>
                  <a:lnTo>
                    <a:pt x="532295" y="673061"/>
                  </a:lnTo>
                  <a:close/>
                </a:path>
                <a:path w="628014" h="692150">
                  <a:moveTo>
                    <a:pt x="627672" y="488645"/>
                  </a:moveTo>
                  <a:lnTo>
                    <a:pt x="626110" y="475551"/>
                  </a:lnTo>
                  <a:lnTo>
                    <a:pt x="618985" y="463105"/>
                  </a:lnTo>
                  <a:lnTo>
                    <a:pt x="551637" y="385953"/>
                  </a:lnTo>
                  <a:lnTo>
                    <a:pt x="618756" y="256019"/>
                  </a:lnTo>
                  <a:lnTo>
                    <a:pt x="624446" y="239306"/>
                  </a:lnTo>
                  <a:lnTo>
                    <a:pt x="624941" y="221792"/>
                  </a:lnTo>
                  <a:lnTo>
                    <a:pt x="620141" y="204622"/>
                  </a:lnTo>
                  <a:lnTo>
                    <a:pt x="609942" y="188899"/>
                  </a:lnTo>
                  <a:lnTo>
                    <a:pt x="464413" y="22263"/>
                  </a:lnTo>
                  <a:lnTo>
                    <a:pt x="444652" y="6807"/>
                  </a:lnTo>
                  <a:lnTo>
                    <a:pt x="421551" y="0"/>
                  </a:lnTo>
                  <a:lnTo>
                    <a:pt x="397992" y="2171"/>
                  </a:lnTo>
                  <a:lnTo>
                    <a:pt x="362699" y="30238"/>
                  </a:lnTo>
                  <a:lnTo>
                    <a:pt x="343598" y="211099"/>
                  </a:lnTo>
                  <a:lnTo>
                    <a:pt x="197904" y="193598"/>
                  </a:lnTo>
                  <a:lnTo>
                    <a:pt x="180327" y="194830"/>
                  </a:lnTo>
                  <a:lnTo>
                    <a:pt x="165544" y="202387"/>
                  </a:lnTo>
                  <a:lnTo>
                    <a:pt x="154978" y="215011"/>
                  </a:lnTo>
                  <a:lnTo>
                    <a:pt x="150037" y="231432"/>
                  </a:lnTo>
                  <a:lnTo>
                    <a:pt x="151117" y="244779"/>
                  </a:lnTo>
                  <a:lnTo>
                    <a:pt x="179374" y="276440"/>
                  </a:lnTo>
                  <a:lnTo>
                    <a:pt x="191325" y="278765"/>
                  </a:lnTo>
                  <a:lnTo>
                    <a:pt x="382397" y="300456"/>
                  </a:lnTo>
                  <a:lnTo>
                    <a:pt x="420458" y="285165"/>
                  </a:lnTo>
                  <a:lnTo>
                    <a:pt x="436003" y="171234"/>
                  </a:lnTo>
                  <a:lnTo>
                    <a:pt x="527024" y="276974"/>
                  </a:lnTo>
                  <a:lnTo>
                    <a:pt x="477177" y="373481"/>
                  </a:lnTo>
                  <a:lnTo>
                    <a:pt x="474116" y="382600"/>
                  </a:lnTo>
                  <a:lnTo>
                    <a:pt x="473875" y="392353"/>
                  </a:lnTo>
                  <a:lnTo>
                    <a:pt x="476529" y="401980"/>
                  </a:lnTo>
                  <a:lnTo>
                    <a:pt x="564400" y="506145"/>
                  </a:lnTo>
                  <a:lnTo>
                    <a:pt x="595210" y="518693"/>
                  </a:lnTo>
                  <a:lnTo>
                    <a:pt x="605180" y="516293"/>
                  </a:lnTo>
                  <a:lnTo>
                    <a:pt x="614540" y="510870"/>
                  </a:lnTo>
                  <a:lnTo>
                    <a:pt x="623785" y="500913"/>
                  </a:lnTo>
                  <a:lnTo>
                    <a:pt x="627672" y="488645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473196" y="1316736"/>
            <a:ext cx="5218175" cy="2284475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0" y="5928359"/>
            <a:ext cx="12192000" cy="262255"/>
          </a:xfrm>
          <a:custGeom>
            <a:avLst/>
            <a:gdLst/>
            <a:ahLst/>
            <a:cxnLst/>
            <a:rect l="l" t="t" r="r" b="b"/>
            <a:pathLst>
              <a:path w="12192000" h="262254">
                <a:moveTo>
                  <a:pt x="12192000" y="0"/>
                </a:moveTo>
                <a:lnTo>
                  <a:pt x="0" y="0"/>
                </a:lnTo>
                <a:lnTo>
                  <a:pt x="0" y="262127"/>
                </a:lnTo>
                <a:lnTo>
                  <a:pt x="12192000" y="262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5600" y="2465832"/>
            <a:ext cx="6486525" cy="2284730"/>
            <a:chOff x="2895600" y="2465832"/>
            <a:chExt cx="6486525" cy="2284730"/>
          </a:xfrm>
        </p:grpSpPr>
        <p:sp>
          <p:nvSpPr>
            <p:cNvPr id="3" name="object 3"/>
            <p:cNvSpPr/>
            <p:nvPr/>
          </p:nvSpPr>
          <p:spPr>
            <a:xfrm>
              <a:off x="2895600" y="3386325"/>
              <a:ext cx="6486525" cy="332740"/>
            </a:xfrm>
            <a:custGeom>
              <a:avLst/>
              <a:gdLst/>
              <a:ahLst/>
              <a:cxnLst/>
              <a:rect l="l" t="t" r="r" b="b"/>
              <a:pathLst>
                <a:path w="6486525" h="332739">
                  <a:moveTo>
                    <a:pt x="6320028" y="0"/>
                  </a:moveTo>
                  <a:lnTo>
                    <a:pt x="6320028" y="83058"/>
                  </a:lnTo>
                  <a:lnTo>
                    <a:pt x="0" y="83058"/>
                  </a:lnTo>
                  <a:lnTo>
                    <a:pt x="0" y="249174"/>
                  </a:lnTo>
                  <a:lnTo>
                    <a:pt x="6320028" y="249174"/>
                  </a:lnTo>
                  <a:lnTo>
                    <a:pt x="6320028" y="332232"/>
                  </a:lnTo>
                  <a:lnTo>
                    <a:pt x="6486144" y="166116"/>
                  </a:lnTo>
                  <a:lnTo>
                    <a:pt x="6320028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13988" y="3150108"/>
              <a:ext cx="4805680" cy="914400"/>
            </a:xfrm>
            <a:custGeom>
              <a:avLst/>
              <a:gdLst/>
              <a:ahLst/>
              <a:cxnLst/>
              <a:rect l="l" t="t" r="r" b="b"/>
              <a:pathLst>
                <a:path w="4805680" h="914400">
                  <a:moveTo>
                    <a:pt x="4805171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4805171" y="914400"/>
                  </a:lnTo>
                  <a:lnTo>
                    <a:pt x="480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2068" y="2465832"/>
              <a:ext cx="5218175" cy="228447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804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Segoe UI"/>
                <a:cs typeface="Segoe UI"/>
              </a:rPr>
              <a:t>LoRa</a:t>
            </a:r>
            <a:r>
              <a:rPr sz="3200" b="1" spc="-6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and</a:t>
            </a:r>
            <a:r>
              <a:rPr sz="3200" b="1" spc="-9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LoRaWAN®</a:t>
            </a:r>
            <a:r>
              <a:rPr sz="3200" b="1" spc="-8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for</a:t>
            </a:r>
            <a:r>
              <a:rPr sz="3200" b="1" spc="-6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the</a:t>
            </a:r>
            <a:r>
              <a:rPr sz="3200" b="1" spc="-8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Internet</a:t>
            </a:r>
            <a:r>
              <a:rPr sz="3200" b="1" spc="-7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of</a:t>
            </a:r>
            <a:r>
              <a:rPr sz="3200" b="1" spc="-70" dirty="0">
                <a:latin typeface="Segoe UI"/>
                <a:cs typeface="Segoe UI"/>
              </a:rPr>
              <a:t> </a:t>
            </a:r>
            <a:r>
              <a:rPr sz="3200" b="1" spc="-10" dirty="0">
                <a:latin typeface="Segoe UI"/>
                <a:cs typeface="Segoe UI"/>
              </a:rPr>
              <a:t>Things</a:t>
            </a:r>
            <a:endParaRPr sz="32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3522" y="2719489"/>
            <a:ext cx="755015" cy="692150"/>
            <a:chOff x="673522" y="2719489"/>
            <a:chExt cx="755015" cy="6921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6133" y="2976772"/>
              <a:ext cx="142143" cy="1377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3519" y="2719501"/>
              <a:ext cx="628015" cy="692150"/>
            </a:xfrm>
            <a:custGeom>
              <a:avLst/>
              <a:gdLst/>
              <a:ahLst/>
              <a:cxnLst/>
              <a:rect l="l" t="t" r="r" b="b"/>
              <a:pathLst>
                <a:path w="628015" h="692150">
                  <a:moveTo>
                    <a:pt x="532295" y="673049"/>
                  </a:moveTo>
                  <a:lnTo>
                    <a:pt x="531291" y="666153"/>
                  </a:lnTo>
                  <a:lnTo>
                    <a:pt x="527532" y="660438"/>
                  </a:lnTo>
                  <a:lnTo>
                    <a:pt x="522122" y="656488"/>
                  </a:lnTo>
                  <a:lnTo>
                    <a:pt x="515607" y="654672"/>
                  </a:lnTo>
                  <a:lnTo>
                    <a:pt x="494969" y="656945"/>
                  </a:lnTo>
                  <a:lnTo>
                    <a:pt x="483425" y="654786"/>
                  </a:lnTo>
                  <a:lnTo>
                    <a:pt x="474776" y="651052"/>
                  </a:lnTo>
                  <a:lnTo>
                    <a:pt x="469900" y="647928"/>
                  </a:lnTo>
                  <a:lnTo>
                    <a:pt x="26492" y="139687"/>
                  </a:lnTo>
                  <a:lnTo>
                    <a:pt x="0" y="161620"/>
                  </a:lnTo>
                  <a:lnTo>
                    <a:pt x="444614" y="671436"/>
                  </a:lnTo>
                  <a:lnTo>
                    <a:pt x="486359" y="691197"/>
                  </a:lnTo>
                  <a:lnTo>
                    <a:pt x="502945" y="691870"/>
                  </a:lnTo>
                  <a:lnTo>
                    <a:pt x="521093" y="687844"/>
                  </a:lnTo>
                  <a:lnTo>
                    <a:pt x="526821" y="684428"/>
                  </a:lnTo>
                  <a:lnTo>
                    <a:pt x="530682" y="679323"/>
                  </a:lnTo>
                  <a:lnTo>
                    <a:pt x="532295" y="673049"/>
                  </a:lnTo>
                  <a:close/>
                </a:path>
                <a:path w="628015" h="692150">
                  <a:moveTo>
                    <a:pt x="627672" y="488645"/>
                  </a:moveTo>
                  <a:lnTo>
                    <a:pt x="626110" y="475551"/>
                  </a:lnTo>
                  <a:lnTo>
                    <a:pt x="618985" y="463105"/>
                  </a:lnTo>
                  <a:lnTo>
                    <a:pt x="551637" y="385953"/>
                  </a:lnTo>
                  <a:lnTo>
                    <a:pt x="618756" y="256019"/>
                  </a:lnTo>
                  <a:lnTo>
                    <a:pt x="624446" y="239293"/>
                  </a:lnTo>
                  <a:lnTo>
                    <a:pt x="624941" y="221780"/>
                  </a:lnTo>
                  <a:lnTo>
                    <a:pt x="620141" y="204609"/>
                  </a:lnTo>
                  <a:lnTo>
                    <a:pt x="609942" y="188887"/>
                  </a:lnTo>
                  <a:lnTo>
                    <a:pt x="464413" y="22263"/>
                  </a:lnTo>
                  <a:lnTo>
                    <a:pt x="444652" y="6794"/>
                  </a:lnTo>
                  <a:lnTo>
                    <a:pt x="421551" y="0"/>
                  </a:lnTo>
                  <a:lnTo>
                    <a:pt x="397992" y="2159"/>
                  </a:lnTo>
                  <a:lnTo>
                    <a:pt x="362699" y="30238"/>
                  </a:lnTo>
                  <a:lnTo>
                    <a:pt x="343598" y="211099"/>
                  </a:lnTo>
                  <a:lnTo>
                    <a:pt x="197904" y="193586"/>
                  </a:lnTo>
                  <a:lnTo>
                    <a:pt x="180327" y="194818"/>
                  </a:lnTo>
                  <a:lnTo>
                    <a:pt x="165544" y="202374"/>
                  </a:lnTo>
                  <a:lnTo>
                    <a:pt x="154978" y="214998"/>
                  </a:lnTo>
                  <a:lnTo>
                    <a:pt x="150037" y="231432"/>
                  </a:lnTo>
                  <a:lnTo>
                    <a:pt x="151117" y="244767"/>
                  </a:lnTo>
                  <a:lnTo>
                    <a:pt x="179374" y="276428"/>
                  </a:lnTo>
                  <a:lnTo>
                    <a:pt x="191325" y="278752"/>
                  </a:lnTo>
                  <a:lnTo>
                    <a:pt x="382397" y="300443"/>
                  </a:lnTo>
                  <a:lnTo>
                    <a:pt x="420458" y="285153"/>
                  </a:lnTo>
                  <a:lnTo>
                    <a:pt x="436003" y="171234"/>
                  </a:lnTo>
                  <a:lnTo>
                    <a:pt x="527024" y="276974"/>
                  </a:lnTo>
                  <a:lnTo>
                    <a:pt x="477164" y="373468"/>
                  </a:lnTo>
                  <a:lnTo>
                    <a:pt x="474116" y="382587"/>
                  </a:lnTo>
                  <a:lnTo>
                    <a:pt x="473875" y="392341"/>
                  </a:lnTo>
                  <a:lnTo>
                    <a:pt x="476529" y="401967"/>
                  </a:lnTo>
                  <a:lnTo>
                    <a:pt x="564400" y="506133"/>
                  </a:lnTo>
                  <a:lnTo>
                    <a:pt x="595210" y="518680"/>
                  </a:lnTo>
                  <a:lnTo>
                    <a:pt x="605180" y="516280"/>
                  </a:lnTo>
                  <a:lnTo>
                    <a:pt x="614540" y="510857"/>
                  </a:lnTo>
                  <a:lnTo>
                    <a:pt x="623785" y="500913"/>
                  </a:lnTo>
                  <a:lnTo>
                    <a:pt x="627672" y="488645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35429" y="3498996"/>
            <a:ext cx="857250" cy="681990"/>
            <a:chOff x="535429" y="3498996"/>
            <a:chExt cx="857250" cy="681990"/>
          </a:xfrm>
        </p:grpSpPr>
        <p:sp>
          <p:nvSpPr>
            <p:cNvPr id="11" name="object 11"/>
            <p:cNvSpPr/>
            <p:nvPr/>
          </p:nvSpPr>
          <p:spPr>
            <a:xfrm>
              <a:off x="535419" y="3499002"/>
              <a:ext cx="778510" cy="681990"/>
            </a:xfrm>
            <a:custGeom>
              <a:avLst/>
              <a:gdLst/>
              <a:ahLst/>
              <a:cxnLst/>
              <a:rect l="l" t="t" r="r" b="b"/>
              <a:pathLst>
                <a:path w="778510" h="681989">
                  <a:moveTo>
                    <a:pt x="343306" y="551700"/>
                  </a:moveTo>
                  <a:lnTo>
                    <a:pt x="337883" y="509130"/>
                  </a:lnTo>
                  <a:lnTo>
                    <a:pt x="310769" y="458787"/>
                  </a:lnTo>
                  <a:lnTo>
                    <a:pt x="287083" y="440156"/>
                  </a:lnTo>
                  <a:lnTo>
                    <a:pt x="287083" y="556171"/>
                  </a:lnTo>
                  <a:lnTo>
                    <a:pt x="278130" y="584784"/>
                  </a:lnTo>
                  <a:lnTo>
                    <a:pt x="259016" y="607872"/>
                  </a:lnTo>
                  <a:lnTo>
                    <a:pt x="231355" y="622439"/>
                  </a:lnTo>
                  <a:lnTo>
                    <a:pt x="200228" y="625271"/>
                  </a:lnTo>
                  <a:lnTo>
                    <a:pt x="171627" y="616318"/>
                  </a:lnTo>
                  <a:lnTo>
                    <a:pt x="148539" y="597179"/>
                  </a:lnTo>
                  <a:lnTo>
                    <a:pt x="133985" y="569480"/>
                  </a:lnTo>
                  <a:lnTo>
                    <a:pt x="131127" y="538340"/>
                  </a:lnTo>
                  <a:lnTo>
                    <a:pt x="140068" y="509714"/>
                  </a:lnTo>
                  <a:lnTo>
                    <a:pt x="159181" y="486625"/>
                  </a:lnTo>
                  <a:lnTo>
                    <a:pt x="186842" y="472071"/>
                  </a:lnTo>
                  <a:lnTo>
                    <a:pt x="217970" y="469226"/>
                  </a:lnTo>
                  <a:lnTo>
                    <a:pt x="246583" y="478180"/>
                  </a:lnTo>
                  <a:lnTo>
                    <a:pt x="269659" y="497332"/>
                  </a:lnTo>
                  <a:lnTo>
                    <a:pt x="284226" y="525018"/>
                  </a:lnTo>
                  <a:lnTo>
                    <a:pt x="287083" y="556171"/>
                  </a:lnTo>
                  <a:lnTo>
                    <a:pt x="287083" y="440156"/>
                  </a:lnTo>
                  <a:lnTo>
                    <a:pt x="271335" y="427774"/>
                  </a:lnTo>
                  <a:lnTo>
                    <a:pt x="223050" y="413423"/>
                  </a:lnTo>
                  <a:lnTo>
                    <a:pt x="170954" y="418363"/>
                  </a:lnTo>
                  <a:lnTo>
                    <a:pt x="125107" y="442226"/>
                  </a:lnTo>
                  <a:lnTo>
                    <a:pt x="92506" y="480136"/>
                  </a:lnTo>
                  <a:lnTo>
                    <a:pt x="75996" y="527291"/>
                  </a:lnTo>
                  <a:lnTo>
                    <a:pt x="78422" y="578929"/>
                  </a:lnTo>
                  <a:lnTo>
                    <a:pt x="98945" y="624039"/>
                  </a:lnTo>
                  <a:lnTo>
                    <a:pt x="127749" y="653986"/>
                  </a:lnTo>
                  <a:lnTo>
                    <a:pt x="163944" y="673658"/>
                  </a:lnTo>
                  <a:lnTo>
                    <a:pt x="204711" y="681558"/>
                  </a:lnTo>
                  <a:lnTo>
                    <a:pt x="247256" y="676135"/>
                  </a:lnTo>
                  <a:lnTo>
                    <a:pt x="285889" y="657517"/>
                  </a:lnTo>
                  <a:lnTo>
                    <a:pt x="315798" y="628713"/>
                  </a:lnTo>
                  <a:lnTo>
                    <a:pt x="335445" y="592505"/>
                  </a:lnTo>
                  <a:lnTo>
                    <a:pt x="335622" y="591566"/>
                  </a:lnTo>
                  <a:lnTo>
                    <a:pt x="343306" y="551700"/>
                  </a:lnTo>
                  <a:close/>
                </a:path>
                <a:path w="778510" h="681989">
                  <a:moveTo>
                    <a:pt x="778065" y="257340"/>
                  </a:moveTo>
                  <a:lnTo>
                    <a:pt x="761847" y="202565"/>
                  </a:lnTo>
                  <a:lnTo>
                    <a:pt x="749134" y="159600"/>
                  </a:lnTo>
                  <a:lnTo>
                    <a:pt x="745769" y="151206"/>
                  </a:lnTo>
                  <a:lnTo>
                    <a:pt x="710133" y="127914"/>
                  </a:lnTo>
                  <a:lnTo>
                    <a:pt x="701281" y="127914"/>
                  </a:lnTo>
                  <a:lnTo>
                    <a:pt x="692416" y="129654"/>
                  </a:lnTo>
                  <a:lnTo>
                    <a:pt x="564705" y="167462"/>
                  </a:lnTo>
                  <a:lnTo>
                    <a:pt x="536092" y="70802"/>
                  </a:lnTo>
                  <a:lnTo>
                    <a:pt x="535317" y="61950"/>
                  </a:lnTo>
                  <a:lnTo>
                    <a:pt x="537908" y="53759"/>
                  </a:lnTo>
                  <a:lnTo>
                    <a:pt x="543369" y="47129"/>
                  </a:lnTo>
                  <a:lnTo>
                    <a:pt x="551205" y="42964"/>
                  </a:lnTo>
                  <a:lnTo>
                    <a:pt x="538480" y="0"/>
                  </a:lnTo>
                  <a:lnTo>
                    <a:pt x="514985" y="12484"/>
                  </a:lnTo>
                  <a:lnTo>
                    <a:pt x="498614" y="32385"/>
                  </a:lnTo>
                  <a:lnTo>
                    <a:pt x="490842" y="56972"/>
                  </a:lnTo>
                  <a:lnTo>
                    <a:pt x="493166" y="83502"/>
                  </a:lnTo>
                  <a:lnTo>
                    <a:pt x="521779" y="180174"/>
                  </a:lnTo>
                  <a:lnTo>
                    <a:pt x="400519" y="216065"/>
                  </a:lnTo>
                  <a:lnTo>
                    <a:pt x="397103" y="212407"/>
                  </a:lnTo>
                  <a:lnTo>
                    <a:pt x="395071" y="209499"/>
                  </a:lnTo>
                  <a:lnTo>
                    <a:pt x="328612" y="137604"/>
                  </a:lnTo>
                  <a:lnTo>
                    <a:pt x="328612" y="237350"/>
                  </a:lnTo>
                  <a:lnTo>
                    <a:pt x="112928" y="301193"/>
                  </a:lnTo>
                  <a:lnTo>
                    <a:pt x="68414" y="150825"/>
                  </a:lnTo>
                  <a:lnTo>
                    <a:pt x="210070" y="108902"/>
                  </a:lnTo>
                  <a:lnTo>
                    <a:pt x="328612" y="237350"/>
                  </a:lnTo>
                  <a:lnTo>
                    <a:pt x="328612" y="137604"/>
                  </a:lnTo>
                  <a:lnTo>
                    <a:pt x="282321" y="87515"/>
                  </a:lnTo>
                  <a:lnTo>
                    <a:pt x="259435" y="62750"/>
                  </a:lnTo>
                  <a:lnTo>
                    <a:pt x="244817" y="50533"/>
                  </a:lnTo>
                  <a:lnTo>
                    <a:pt x="227812" y="43192"/>
                  </a:lnTo>
                  <a:lnTo>
                    <a:pt x="209511" y="41059"/>
                  </a:lnTo>
                  <a:lnTo>
                    <a:pt x="190982" y="44450"/>
                  </a:lnTo>
                  <a:lnTo>
                    <a:pt x="50406" y="86067"/>
                  </a:lnTo>
                  <a:lnTo>
                    <a:pt x="26911" y="98552"/>
                  </a:lnTo>
                  <a:lnTo>
                    <a:pt x="10541" y="118465"/>
                  </a:lnTo>
                  <a:lnTo>
                    <a:pt x="2768" y="143052"/>
                  </a:lnTo>
                  <a:lnTo>
                    <a:pt x="5092" y="169570"/>
                  </a:lnTo>
                  <a:lnTo>
                    <a:pt x="49606" y="319938"/>
                  </a:lnTo>
                  <a:lnTo>
                    <a:pt x="31203" y="340575"/>
                  </a:lnTo>
                  <a:lnTo>
                    <a:pt x="26035" y="346773"/>
                  </a:lnTo>
                  <a:lnTo>
                    <a:pt x="24726" y="354177"/>
                  </a:lnTo>
                  <a:lnTo>
                    <a:pt x="37439" y="397141"/>
                  </a:lnTo>
                  <a:lnTo>
                    <a:pt x="41503" y="402945"/>
                  </a:lnTo>
                  <a:lnTo>
                    <a:pt x="31280" y="414985"/>
                  </a:lnTo>
                  <a:lnTo>
                    <a:pt x="4330" y="454837"/>
                  </a:lnTo>
                  <a:lnTo>
                    <a:pt x="0" y="467791"/>
                  </a:lnTo>
                  <a:lnTo>
                    <a:pt x="3822" y="480682"/>
                  </a:lnTo>
                  <a:lnTo>
                    <a:pt x="8940" y="486181"/>
                  </a:lnTo>
                  <a:lnTo>
                    <a:pt x="14516" y="489204"/>
                  </a:lnTo>
                  <a:lnTo>
                    <a:pt x="22517" y="490740"/>
                  </a:lnTo>
                  <a:lnTo>
                    <a:pt x="30353" y="489483"/>
                  </a:lnTo>
                  <a:lnTo>
                    <a:pt x="37350" y="485394"/>
                  </a:lnTo>
                  <a:lnTo>
                    <a:pt x="42849" y="478472"/>
                  </a:lnTo>
                  <a:lnTo>
                    <a:pt x="71945" y="436359"/>
                  </a:lnTo>
                  <a:lnTo>
                    <a:pt x="101650" y="408508"/>
                  </a:lnTo>
                  <a:lnTo>
                    <a:pt x="127177" y="392404"/>
                  </a:lnTo>
                  <a:lnTo>
                    <a:pt x="143725" y="385533"/>
                  </a:lnTo>
                  <a:lnTo>
                    <a:pt x="159816" y="380771"/>
                  </a:lnTo>
                  <a:lnTo>
                    <a:pt x="206362" y="372999"/>
                  </a:lnTo>
                  <a:lnTo>
                    <a:pt x="251409" y="376770"/>
                  </a:lnTo>
                  <a:lnTo>
                    <a:pt x="293065" y="391261"/>
                  </a:lnTo>
                  <a:lnTo>
                    <a:pt x="329501" y="415696"/>
                  </a:lnTo>
                  <a:lnTo>
                    <a:pt x="358838" y="449224"/>
                  </a:lnTo>
                  <a:lnTo>
                    <a:pt x="379209" y="491058"/>
                  </a:lnTo>
                  <a:lnTo>
                    <a:pt x="385254" y="511454"/>
                  </a:lnTo>
                  <a:lnTo>
                    <a:pt x="388886" y="518820"/>
                  </a:lnTo>
                  <a:lnTo>
                    <a:pt x="394639" y="524446"/>
                  </a:lnTo>
                  <a:lnTo>
                    <a:pt x="401929" y="527875"/>
                  </a:lnTo>
                  <a:lnTo>
                    <a:pt x="410171" y="528612"/>
                  </a:lnTo>
                  <a:lnTo>
                    <a:pt x="416928" y="527786"/>
                  </a:lnTo>
                  <a:lnTo>
                    <a:pt x="422732" y="523735"/>
                  </a:lnTo>
                  <a:lnTo>
                    <a:pt x="428777" y="512597"/>
                  </a:lnTo>
                  <a:lnTo>
                    <a:pt x="430403" y="506272"/>
                  </a:lnTo>
                  <a:lnTo>
                    <a:pt x="422135" y="478345"/>
                  </a:lnTo>
                  <a:lnTo>
                    <a:pt x="611009" y="422440"/>
                  </a:lnTo>
                  <a:lnTo>
                    <a:pt x="619175" y="376974"/>
                  </a:lnTo>
                  <a:lnTo>
                    <a:pt x="640702" y="337426"/>
                  </a:lnTo>
                  <a:lnTo>
                    <a:pt x="673481" y="306362"/>
                  </a:lnTo>
                  <a:lnTo>
                    <a:pt x="715467" y="286385"/>
                  </a:lnTo>
                  <a:lnTo>
                    <a:pt x="722147" y="284695"/>
                  </a:lnTo>
                  <a:lnTo>
                    <a:pt x="724027" y="284137"/>
                  </a:lnTo>
                  <a:lnTo>
                    <a:pt x="734682" y="282295"/>
                  </a:lnTo>
                  <a:lnTo>
                    <a:pt x="744474" y="281241"/>
                  </a:lnTo>
                  <a:lnTo>
                    <a:pt x="754608" y="280631"/>
                  </a:lnTo>
                  <a:lnTo>
                    <a:pt x="761682" y="280873"/>
                  </a:lnTo>
                  <a:lnTo>
                    <a:pt x="768565" y="276504"/>
                  </a:lnTo>
                  <a:lnTo>
                    <a:pt x="773684" y="269151"/>
                  </a:lnTo>
                  <a:lnTo>
                    <a:pt x="776744" y="264731"/>
                  </a:lnTo>
                  <a:lnTo>
                    <a:pt x="778065" y="257340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828" y="3824891"/>
              <a:ext cx="200691" cy="19867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579360" y="3064406"/>
            <a:ext cx="680085" cy="964565"/>
            <a:chOff x="1579360" y="3064406"/>
            <a:chExt cx="680085" cy="96456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4140" y="3064406"/>
              <a:ext cx="219322" cy="109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72835" y="3206885"/>
              <a:ext cx="44450" cy="132080"/>
            </a:xfrm>
            <a:custGeom>
              <a:avLst/>
              <a:gdLst/>
              <a:ahLst/>
              <a:cxnLst/>
              <a:rect l="l" t="t" r="r" b="b"/>
              <a:pathLst>
                <a:path w="44450" h="132079">
                  <a:moveTo>
                    <a:pt x="21932" y="131518"/>
                  </a:moveTo>
                  <a:lnTo>
                    <a:pt x="13416" y="129789"/>
                  </a:lnTo>
                  <a:lnTo>
                    <a:pt x="6442" y="125079"/>
                  </a:lnTo>
                  <a:lnTo>
                    <a:pt x="1730" y="118110"/>
                  </a:lnTo>
                  <a:lnTo>
                    <a:pt x="0" y="109599"/>
                  </a:lnTo>
                  <a:lnTo>
                    <a:pt x="0" y="21919"/>
                  </a:lnTo>
                  <a:lnTo>
                    <a:pt x="1730" y="13408"/>
                  </a:lnTo>
                  <a:lnTo>
                    <a:pt x="6442" y="6438"/>
                  </a:lnTo>
                  <a:lnTo>
                    <a:pt x="13416" y="1729"/>
                  </a:lnTo>
                  <a:lnTo>
                    <a:pt x="21932" y="0"/>
                  </a:lnTo>
                  <a:lnTo>
                    <a:pt x="30448" y="1729"/>
                  </a:lnTo>
                  <a:lnTo>
                    <a:pt x="37421" y="6438"/>
                  </a:lnTo>
                  <a:lnTo>
                    <a:pt x="42133" y="13408"/>
                  </a:lnTo>
                  <a:lnTo>
                    <a:pt x="43864" y="21919"/>
                  </a:lnTo>
                  <a:lnTo>
                    <a:pt x="43864" y="109599"/>
                  </a:lnTo>
                  <a:lnTo>
                    <a:pt x="42133" y="118110"/>
                  </a:lnTo>
                  <a:lnTo>
                    <a:pt x="37421" y="125079"/>
                  </a:lnTo>
                  <a:lnTo>
                    <a:pt x="30448" y="129789"/>
                  </a:lnTo>
                  <a:lnTo>
                    <a:pt x="21932" y="131518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2887" y="3205789"/>
              <a:ext cx="106371" cy="1063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3565" y="3206885"/>
              <a:ext cx="106371" cy="1063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79360" y="3065502"/>
              <a:ext cx="351155" cy="963930"/>
            </a:xfrm>
            <a:custGeom>
              <a:avLst/>
              <a:gdLst/>
              <a:ahLst/>
              <a:cxnLst/>
              <a:rect l="l" t="t" r="r" b="b"/>
              <a:pathLst>
                <a:path w="351155" h="963929">
                  <a:moveTo>
                    <a:pt x="153525" y="963376"/>
                  </a:moveTo>
                  <a:lnTo>
                    <a:pt x="0" y="963376"/>
                  </a:lnTo>
                  <a:lnTo>
                    <a:pt x="10966" y="777057"/>
                  </a:lnTo>
                  <a:lnTo>
                    <a:pt x="43864" y="777057"/>
                  </a:lnTo>
                  <a:lnTo>
                    <a:pt x="43864" y="327701"/>
                  </a:lnTo>
                  <a:lnTo>
                    <a:pt x="47160" y="281038"/>
                  </a:lnTo>
                  <a:lnTo>
                    <a:pt x="56743" y="236400"/>
                  </a:lnTo>
                  <a:lnTo>
                    <a:pt x="72160" y="194238"/>
                  </a:lnTo>
                  <a:lnTo>
                    <a:pt x="92955" y="155000"/>
                  </a:lnTo>
                  <a:lnTo>
                    <a:pt x="118674" y="119137"/>
                  </a:lnTo>
                  <a:lnTo>
                    <a:pt x="148862" y="87098"/>
                  </a:lnTo>
                  <a:lnTo>
                    <a:pt x="183063" y="59333"/>
                  </a:lnTo>
                  <a:lnTo>
                    <a:pt x="220824" y="36291"/>
                  </a:lnTo>
                  <a:lnTo>
                    <a:pt x="261690" y="18421"/>
                  </a:lnTo>
                  <a:lnTo>
                    <a:pt x="305205" y="6174"/>
                  </a:lnTo>
                  <a:lnTo>
                    <a:pt x="350915" y="0"/>
                  </a:lnTo>
                  <a:lnTo>
                    <a:pt x="350915" y="65759"/>
                  </a:lnTo>
                  <a:lnTo>
                    <a:pt x="301822" y="74497"/>
                  </a:lnTo>
                  <a:lnTo>
                    <a:pt x="256315" y="91891"/>
                  </a:lnTo>
                  <a:lnTo>
                    <a:pt x="215306" y="117044"/>
                  </a:lnTo>
                  <a:lnTo>
                    <a:pt x="179707" y="149054"/>
                  </a:lnTo>
                  <a:lnTo>
                    <a:pt x="150430" y="187024"/>
                  </a:lnTo>
                  <a:lnTo>
                    <a:pt x="128389" y="230055"/>
                  </a:lnTo>
                  <a:lnTo>
                    <a:pt x="114495" y="277247"/>
                  </a:lnTo>
                  <a:lnTo>
                    <a:pt x="109661" y="327701"/>
                  </a:lnTo>
                  <a:lnTo>
                    <a:pt x="109661" y="777057"/>
                  </a:lnTo>
                  <a:lnTo>
                    <a:pt x="142559" y="777057"/>
                  </a:lnTo>
                  <a:lnTo>
                    <a:pt x="153525" y="963376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677439" y="3004228"/>
            <a:ext cx="1819275" cy="1285875"/>
            <a:chOff x="9677439" y="3004228"/>
            <a:chExt cx="1819275" cy="1285875"/>
          </a:xfrm>
        </p:grpSpPr>
        <p:sp>
          <p:nvSpPr>
            <p:cNvPr id="20" name="object 20"/>
            <p:cNvSpPr/>
            <p:nvPr/>
          </p:nvSpPr>
          <p:spPr>
            <a:xfrm>
              <a:off x="9677438" y="3004235"/>
              <a:ext cx="1819275" cy="1285875"/>
            </a:xfrm>
            <a:custGeom>
              <a:avLst/>
              <a:gdLst/>
              <a:ahLst/>
              <a:cxnLst/>
              <a:rect l="l" t="t" r="r" b="b"/>
              <a:pathLst>
                <a:path w="1819275" h="1285875">
                  <a:moveTo>
                    <a:pt x="1006932" y="67144"/>
                  </a:moveTo>
                  <a:lnTo>
                    <a:pt x="1001636" y="41071"/>
                  </a:lnTo>
                  <a:lnTo>
                    <a:pt x="987209" y="19723"/>
                  </a:lnTo>
                  <a:lnTo>
                    <a:pt x="965860" y="5295"/>
                  </a:lnTo>
                  <a:lnTo>
                    <a:pt x="939800" y="0"/>
                  </a:lnTo>
                  <a:lnTo>
                    <a:pt x="906233" y="0"/>
                  </a:lnTo>
                  <a:lnTo>
                    <a:pt x="906233" y="100711"/>
                  </a:lnTo>
                  <a:lnTo>
                    <a:pt x="906233" y="637844"/>
                  </a:lnTo>
                  <a:lnTo>
                    <a:pt x="100685" y="637844"/>
                  </a:lnTo>
                  <a:lnTo>
                    <a:pt x="100685" y="100711"/>
                  </a:lnTo>
                  <a:lnTo>
                    <a:pt x="906233" y="100711"/>
                  </a:lnTo>
                  <a:lnTo>
                    <a:pt x="906233" y="0"/>
                  </a:lnTo>
                  <a:lnTo>
                    <a:pt x="67119" y="0"/>
                  </a:lnTo>
                  <a:lnTo>
                    <a:pt x="41059" y="5295"/>
                  </a:lnTo>
                  <a:lnTo>
                    <a:pt x="19710" y="19723"/>
                  </a:lnTo>
                  <a:lnTo>
                    <a:pt x="5295" y="41071"/>
                  </a:lnTo>
                  <a:lnTo>
                    <a:pt x="0" y="67144"/>
                  </a:lnTo>
                  <a:lnTo>
                    <a:pt x="0" y="671410"/>
                  </a:lnTo>
                  <a:lnTo>
                    <a:pt x="5295" y="697484"/>
                  </a:lnTo>
                  <a:lnTo>
                    <a:pt x="19710" y="718832"/>
                  </a:lnTo>
                  <a:lnTo>
                    <a:pt x="41059" y="733259"/>
                  </a:lnTo>
                  <a:lnTo>
                    <a:pt x="67119" y="738555"/>
                  </a:lnTo>
                  <a:lnTo>
                    <a:pt x="402767" y="738555"/>
                  </a:lnTo>
                  <a:lnTo>
                    <a:pt x="402767" y="839266"/>
                  </a:lnTo>
                  <a:lnTo>
                    <a:pt x="251726" y="839266"/>
                  </a:lnTo>
                  <a:lnTo>
                    <a:pt x="251726" y="939977"/>
                  </a:lnTo>
                  <a:lnTo>
                    <a:pt x="755192" y="939977"/>
                  </a:lnTo>
                  <a:lnTo>
                    <a:pt x="755192" y="839266"/>
                  </a:lnTo>
                  <a:lnTo>
                    <a:pt x="604151" y="839266"/>
                  </a:lnTo>
                  <a:lnTo>
                    <a:pt x="604151" y="738555"/>
                  </a:lnTo>
                  <a:lnTo>
                    <a:pt x="939800" y="738555"/>
                  </a:lnTo>
                  <a:lnTo>
                    <a:pt x="965860" y="733259"/>
                  </a:lnTo>
                  <a:lnTo>
                    <a:pt x="987209" y="718832"/>
                  </a:lnTo>
                  <a:lnTo>
                    <a:pt x="1001636" y="697484"/>
                  </a:lnTo>
                  <a:lnTo>
                    <a:pt x="1006932" y="671410"/>
                  </a:lnTo>
                  <a:lnTo>
                    <a:pt x="1006932" y="637844"/>
                  </a:lnTo>
                  <a:lnTo>
                    <a:pt x="1006932" y="100711"/>
                  </a:lnTo>
                  <a:lnTo>
                    <a:pt x="1006932" y="67144"/>
                  </a:lnTo>
                  <a:close/>
                </a:path>
                <a:path w="1819275" h="1285875">
                  <a:moveTo>
                    <a:pt x="1080465" y="39611"/>
                  </a:moveTo>
                  <a:lnTo>
                    <a:pt x="1079906" y="39611"/>
                  </a:lnTo>
                  <a:lnTo>
                    <a:pt x="1079906" y="40881"/>
                  </a:lnTo>
                  <a:lnTo>
                    <a:pt x="1076680" y="40881"/>
                  </a:lnTo>
                  <a:lnTo>
                    <a:pt x="1076680" y="67551"/>
                  </a:lnTo>
                  <a:lnTo>
                    <a:pt x="1074051" y="67551"/>
                  </a:lnTo>
                  <a:lnTo>
                    <a:pt x="1074051" y="872807"/>
                  </a:lnTo>
                  <a:lnTo>
                    <a:pt x="1076756" y="872807"/>
                  </a:lnTo>
                  <a:lnTo>
                    <a:pt x="1076756" y="899477"/>
                  </a:lnTo>
                  <a:lnTo>
                    <a:pt x="1080173" y="899477"/>
                  </a:lnTo>
                  <a:lnTo>
                    <a:pt x="1080173" y="900747"/>
                  </a:lnTo>
                  <a:lnTo>
                    <a:pt x="1080465" y="900747"/>
                  </a:lnTo>
                  <a:lnTo>
                    <a:pt x="1080465" y="899477"/>
                  </a:lnTo>
                  <a:lnTo>
                    <a:pt x="1080465" y="872807"/>
                  </a:lnTo>
                  <a:lnTo>
                    <a:pt x="1080465" y="67551"/>
                  </a:lnTo>
                  <a:lnTo>
                    <a:pt x="1080465" y="40881"/>
                  </a:lnTo>
                  <a:lnTo>
                    <a:pt x="1080465" y="39611"/>
                  </a:lnTo>
                  <a:close/>
                </a:path>
                <a:path w="1819275" h="1285875">
                  <a:moveTo>
                    <a:pt x="1616125" y="658190"/>
                  </a:moveTo>
                  <a:lnTo>
                    <a:pt x="1598155" y="633539"/>
                  </a:lnTo>
                  <a:lnTo>
                    <a:pt x="1578762" y="605878"/>
                  </a:lnTo>
                  <a:lnTo>
                    <a:pt x="1555661" y="571957"/>
                  </a:lnTo>
                  <a:lnTo>
                    <a:pt x="1542872" y="556806"/>
                  </a:lnTo>
                  <a:lnTo>
                    <a:pt x="1512951" y="530783"/>
                  </a:lnTo>
                  <a:lnTo>
                    <a:pt x="1499260" y="523240"/>
                  </a:lnTo>
                  <a:lnTo>
                    <a:pt x="1476908" y="540067"/>
                  </a:lnTo>
                  <a:lnTo>
                    <a:pt x="1447482" y="561721"/>
                  </a:lnTo>
                  <a:lnTo>
                    <a:pt x="1391945" y="599452"/>
                  </a:lnTo>
                  <a:lnTo>
                    <a:pt x="1353578" y="615061"/>
                  </a:lnTo>
                  <a:lnTo>
                    <a:pt x="1307604" y="624941"/>
                  </a:lnTo>
                  <a:lnTo>
                    <a:pt x="1259814" y="630313"/>
                  </a:lnTo>
                  <a:lnTo>
                    <a:pt x="1216012" y="632409"/>
                  </a:lnTo>
                  <a:lnTo>
                    <a:pt x="1221892" y="678472"/>
                  </a:lnTo>
                  <a:lnTo>
                    <a:pt x="1237538" y="720648"/>
                  </a:lnTo>
                  <a:lnTo>
                    <a:pt x="1261745" y="757707"/>
                  </a:lnTo>
                  <a:lnTo>
                    <a:pt x="1293253" y="788479"/>
                  </a:lnTo>
                  <a:lnTo>
                    <a:pt x="1330883" y="811771"/>
                  </a:lnTo>
                  <a:lnTo>
                    <a:pt x="1373378" y="826389"/>
                  </a:lnTo>
                  <a:lnTo>
                    <a:pt x="1419542" y="831126"/>
                  </a:lnTo>
                  <a:lnTo>
                    <a:pt x="1467573" y="824712"/>
                  </a:lnTo>
                  <a:lnTo>
                    <a:pt x="1511490" y="807580"/>
                  </a:lnTo>
                  <a:lnTo>
                    <a:pt x="1549793" y="781050"/>
                  </a:lnTo>
                  <a:lnTo>
                    <a:pt x="1580997" y="746429"/>
                  </a:lnTo>
                  <a:lnTo>
                    <a:pt x="1603603" y="705040"/>
                  </a:lnTo>
                  <a:lnTo>
                    <a:pt x="1616125" y="658190"/>
                  </a:lnTo>
                  <a:close/>
                </a:path>
                <a:path w="1819275" h="1285875">
                  <a:moveTo>
                    <a:pt x="1622831" y="586282"/>
                  </a:moveTo>
                  <a:lnTo>
                    <a:pt x="1619643" y="539203"/>
                  </a:lnTo>
                  <a:lnTo>
                    <a:pt x="1608226" y="491197"/>
                  </a:lnTo>
                  <a:lnTo>
                    <a:pt x="1580311" y="458457"/>
                  </a:lnTo>
                  <a:lnTo>
                    <a:pt x="1532293" y="436664"/>
                  </a:lnTo>
                  <a:lnTo>
                    <a:pt x="1514335" y="436448"/>
                  </a:lnTo>
                  <a:lnTo>
                    <a:pt x="1488630" y="419328"/>
                  </a:lnTo>
                  <a:lnTo>
                    <a:pt x="1460868" y="406158"/>
                  </a:lnTo>
                  <a:lnTo>
                    <a:pt x="1431505" y="397141"/>
                  </a:lnTo>
                  <a:lnTo>
                    <a:pt x="1400987" y="392430"/>
                  </a:lnTo>
                  <a:lnTo>
                    <a:pt x="1353489" y="396849"/>
                  </a:lnTo>
                  <a:lnTo>
                    <a:pt x="1308061" y="411670"/>
                  </a:lnTo>
                  <a:lnTo>
                    <a:pt x="1268945" y="434136"/>
                  </a:lnTo>
                  <a:lnTo>
                    <a:pt x="1240396" y="461479"/>
                  </a:lnTo>
                  <a:lnTo>
                    <a:pt x="1215656" y="501040"/>
                  </a:lnTo>
                  <a:lnTo>
                    <a:pt x="1201115" y="555942"/>
                  </a:lnTo>
                  <a:lnTo>
                    <a:pt x="1201191" y="570522"/>
                  </a:lnTo>
                  <a:lnTo>
                    <a:pt x="1198943" y="581964"/>
                  </a:lnTo>
                  <a:lnTo>
                    <a:pt x="1194816" y="593991"/>
                  </a:lnTo>
                  <a:lnTo>
                    <a:pt x="1192707" y="603516"/>
                  </a:lnTo>
                  <a:lnTo>
                    <a:pt x="1196543" y="607377"/>
                  </a:lnTo>
                  <a:lnTo>
                    <a:pt x="1217523" y="607377"/>
                  </a:lnTo>
                  <a:lnTo>
                    <a:pt x="1253896" y="605663"/>
                  </a:lnTo>
                  <a:lnTo>
                    <a:pt x="1298105" y="601192"/>
                  </a:lnTo>
                  <a:lnTo>
                    <a:pt x="1342466" y="592467"/>
                  </a:lnTo>
                  <a:lnTo>
                    <a:pt x="1379245" y="577951"/>
                  </a:lnTo>
                  <a:lnTo>
                    <a:pt x="1448054" y="530047"/>
                  </a:lnTo>
                  <a:lnTo>
                    <a:pt x="1492351" y="496570"/>
                  </a:lnTo>
                  <a:lnTo>
                    <a:pt x="1501724" y="498094"/>
                  </a:lnTo>
                  <a:lnTo>
                    <a:pt x="1544421" y="524116"/>
                  </a:lnTo>
                  <a:lnTo>
                    <a:pt x="1574571" y="556133"/>
                  </a:lnTo>
                  <a:lnTo>
                    <a:pt x="1616633" y="617054"/>
                  </a:lnTo>
                  <a:lnTo>
                    <a:pt x="1618005" y="618820"/>
                  </a:lnTo>
                  <a:lnTo>
                    <a:pt x="1621536" y="605574"/>
                  </a:lnTo>
                  <a:lnTo>
                    <a:pt x="1622831" y="586282"/>
                  </a:lnTo>
                  <a:close/>
                </a:path>
                <a:path w="1819275" h="1285875">
                  <a:moveTo>
                    <a:pt x="1819071" y="1084173"/>
                  </a:moveTo>
                  <a:lnTo>
                    <a:pt x="1808022" y="1039406"/>
                  </a:lnTo>
                  <a:lnTo>
                    <a:pt x="1778863" y="1003681"/>
                  </a:lnTo>
                  <a:lnTo>
                    <a:pt x="1734807" y="972477"/>
                  </a:lnTo>
                  <a:lnTo>
                    <a:pt x="1686496" y="946454"/>
                  </a:lnTo>
                  <a:lnTo>
                    <a:pt x="1635366" y="925156"/>
                  </a:lnTo>
                  <a:lnTo>
                    <a:pt x="1582826" y="908100"/>
                  </a:lnTo>
                  <a:lnTo>
                    <a:pt x="1542135" y="897242"/>
                  </a:lnTo>
                  <a:lnTo>
                    <a:pt x="1500809" y="889419"/>
                  </a:lnTo>
                  <a:lnTo>
                    <a:pt x="1459026" y="884643"/>
                  </a:lnTo>
                  <a:lnTo>
                    <a:pt x="1416951" y="882942"/>
                  </a:lnTo>
                  <a:lnTo>
                    <a:pt x="1374927" y="885075"/>
                  </a:lnTo>
                  <a:lnTo>
                    <a:pt x="1333182" y="889990"/>
                  </a:lnTo>
                  <a:lnTo>
                    <a:pt x="1291856" y="897674"/>
                  </a:lnTo>
                  <a:lnTo>
                    <a:pt x="1251077" y="908100"/>
                  </a:lnTo>
                  <a:lnTo>
                    <a:pt x="1199159" y="925677"/>
                  </a:lnTo>
                  <a:lnTo>
                    <a:pt x="1149007" y="947559"/>
                  </a:lnTo>
                  <a:lnTo>
                    <a:pt x="1100874" y="973607"/>
                  </a:lnTo>
                  <a:lnTo>
                    <a:pt x="1055039" y="1003681"/>
                  </a:lnTo>
                  <a:lnTo>
                    <a:pt x="1025880" y="1039406"/>
                  </a:lnTo>
                  <a:lnTo>
                    <a:pt x="1014831" y="1084173"/>
                  </a:lnTo>
                  <a:lnTo>
                    <a:pt x="1014831" y="1285417"/>
                  </a:lnTo>
                  <a:lnTo>
                    <a:pt x="1819071" y="1285417"/>
                  </a:lnTo>
                  <a:lnTo>
                    <a:pt x="1819071" y="1084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19894" y="3338326"/>
              <a:ext cx="233679" cy="269240"/>
            </a:xfrm>
            <a:custGeom>
              <a:avLst/>
              <a:gdLst/>
              <a:ahLst/>
              <a:cxnLst/>
              <a:rect l="l" t="t" r="r" b="b"/>
              <a:pathLst>
                <a:path w="233679" h="269239">
                  <a:moveTo>
                    <a:pt x="0" y="268922"/>
                  </a:moveTo>
                  <a:lnTo>
                    <a:pt x="233362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54590" y="3338321"/>
              <a:ext cx="200025" cy="195580"/>
            </a:xfrm>
            <a:custGeom>
              <a:avLst/>
              <a:gdLst/>
              <a:ahLst/>
              <a:cxnLst/>
              <a:rect l="l" t="t" r="r" b="b"/>
              <a:pathLst>
                <a:path w="200025" h="195579">
                  <a:moveTo>
                    <a:pt x="200025" y="19526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254240" y="3193541"/>
              <a:ext cx="264795" cy="339725"/>
            </a:xfrm>
            <a:custGeom>
              <a:avLst/>
              <a:gdLst/>
              <a:ahLst/>
              <a:cxnLst/>
              <a:rect l="l" t="t" r="r" b="b"/>
              <a:pathLst>
                <a:path w="264795" h="339725">
                  <a:moveTo>
                    <a:pt x="264312" y="0"/>
                  </a:moveTo>
                  <a:lnTo>
                    <a:pt x="0" y="33943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138" y="606947"/>
            <a:ext cx="5538662" cy="1818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21882" y="5150590"/>
            <a:ext cx="4015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Segoe UI"/>
                <a:cs typeface="Segoe UI"/>
                <a:hlinkClick r:id="rId3"/>
              </a:rPr>
              <a:t>www.univ-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Segoe UI"/>
                <a:cs typeface="Segoe UI"/>
                <a:hlinkClick r:id="rId3"/>
              </a:rPr>
              <a:t>smb.fr/lorawan/en/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2942" y="3078659"/>
            <a:ext cx="2800350" cy="3164205"/>
            <a:chOff x="7102942" y="3078659"/>
            <a:chExt cx="2800350" cy="3164205"/>
          </a:xfrm>
        </p:grpSpPr>
        <p:sp>
          <p:nvSpPr>
            <p:cNvPr id="5" name="object 5"/>
            <p:cNvSpPr/>
            <p:nvPr/>
          </p:nvSpPr>
          <p:spPr>
            <a:xfrm>
              <a:off x="7102942" y="3078659"/>
              <a:ext cx="2800350" cy="1926589"/>
            </a:xfrm>
            <a:custGeom>
              <a:avLst/>
              <a:gdLst/>
              <a:ahLst/>
              <a:cxnLst/>
              <a:rect l="l" t="t" r="r" b="b"/>
              <a:pathLst>
                <a:path w="2800350" h="1926589">
                  <a:moveTo>
                    <a:pt x="2660042" y="1677098"/>
                  </a:moveTo>
                  <a:lnTo>
                    <a:pt x="140002" y="1677098"/>
                  </a:lnTo>
                  <a:lnTo>
                    <a:pt x="85641" y="1667645"/>
                  </a:lnTo>
                  <a:lnTo>
                    <a:pt x="41125" y="1641909"/>
                  </a:lnTo>
                  <a:lnTo>
                    <a:pt x="11047" y="1603818"/>
                  </a:lnTo>
                  <a:lnTo>
                    <a:pt x="0" y="1557305"/>
                  </a:lnTo>
                  <a:lnTo>
                    <a:pt x="0" y="119792"/>
                  </a:lnTo>
                  <a:lnTo>
                    <a:pt x="11047" y="73279"/>
                  </a:lnTo>
                  <a:lnTo>
                    <a:pt x="41125" y="35189"/>
                  </a:lnTo>
                  <a:lnTo>
                    <a:pt x="85641" y="9452"/>
                  </a:lnTo>
                  <a:lnTo>
                    <a:pt x="140002" y="0"/>
                  </a:lnTo>
                  <a:lnTo>
                    <a:pt x="2660042" y="0"/>
                  </a:lnTo>
                  <a:lnTo>
                    <a:pt x="2714402" y="9452"/>
                  </a:lnTo>
                  <a:lnTo>
                    <a:pt x="2758919" y="35189"/>
                  </a:lnTo>
                  <a:lnTo>
                    <a:pt x="2788997" y="73279"/>
                  </a:lnTo>
                  <a:lnTo>
                    <a:pt x="2800044" y="119792"/>
                  </a:lnTo>
                  <a:lnTo>
                    <a:pt x="2800044" y="179689"/>
                  </a:lnTo>
                  <a:lnTo>
                    <a:pt x="210003" y="179689"/>
                  </a:lnTo>
                  <a:lnTo>
                    <a:pt x="210003" y="1497409"/>
                  </a:lnTo>
                  <a:lnTo>
                    <a:pt x="2800044" y="1497409"/>
                  </a:lnTo>
                  <a:lnTo>
                    <a:pt x="2800044" y="1557305"/>
                  </a:lnTo>
                  <a:lnTo>
                    <a:pt x="2788997" y="1603818"/>
                  </a:lnTo>
                  <a:lnTo>
                    <a:pt x="2758919" y="1641909"/>
                  </a:lnTo>
                  <a:lnTo>
                    <a:pt x="2714402" y="1667645"/>
                  </a:lnTo>
                  <a:lnTo>
                    <a:pt x="2660042" y="1677098"/>
                  </a:lnTo>
                  <a:close/>
                </a:path>
                <a:path w="2800350" h="1926589">
                  <a:moveTo>
                    <a:pt x="2800044" y="1497409"/>
                  </a:moveTo>
                  <a:lnTo>
                    <a:pt x="2590041" y="1497409"/>
                  </a:lnTo>
                  <a:lnTo>
                    <a:pt x="2590041" y="179689"/>
                  </a:lnTo>
                  <a:lnTo>
                    <a:pt x="2800044" y="179689"/>
                  </a:lnTo>
                  <a:lnTo>
                    <a:pt x="2800044" y="1497409"/>
                  </a:lnTo>
                  <a:close/>
                </a:path>
                <a:path w="2800350" h="1926589">
                  <a:moveTo>
                    <a:pt x="1680026" y="1856787"/>
                  </a:moveTo>
                  <a:lnTo>
                    <a:pt x="1120017" y="1856787"/>
                  </a:lnTo>
                  <a:lnTo>
                    <a:pt x="1120017" y="1677098"/>
                  </a:lnTo>
                  <a:lnTo>
                    <a:pt x="1680026" y="1677098"/>
                  </a:lnTo>
                  <a:lnTo>
                    <a:pt x="1680026" y="1856787"/>
                  </a:lnTo>
                  <a:close/>
                </a:path>
                <a:path w="2800350" h="1926589">
                  <a:moveTo>
                    <a:pt x="2030032" y="1926156"/>
                  </a:moveTo>
                  <a:lnTo>
                    <a:pt x="770012" y="1926156"/>
                  </a:lnTo>
                  <a:lnTo>
                    <a:pt x="770012" y="1856787"/>
                  </a:lnTo>
                  <a:lnTo>
                    <a:pt x="2030032" y="1856787"/>
                  </a:lnTo>
                  <a:lnTo>
                    <a:pt x="2030032" y="1926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656" y="4686300"/>
              <a:ext cx="2738627" cy="15560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8895" y="3171443"/>
              <a:ext cx="2708148" cy="152552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0662438" y="5923106"/>
            <a:ext cx="427990" cy="429259"/>
          </a:xfrm>
          <a:custGeom>
            <a:avLst/>
            <a:gdLst/>
            <a:ahLst/>
            <a:cxnLst/>
            <a:rect l="l" t="t" r="r" b="b"/>
            <a:pathLst>
              <a:path w="427990" h="429260">
                <a:moveTo>
                  <a:pt x="427720" y="360912"/>
                </a:moveTo>
                <a:lnTo>
                  <a:pt x="273389" y="206205"/>
                </a:lnTo>
                <a:lnTo>
                  <a:pt x="409384" y="157089"/>
                </a:lnTo>
                <a:lnTo>
                  <a:pt x="416367" y="154683"/>
                </a:lnTo>
                <a:lnTo>
                  <a:pt x="420080" y="147051"/>
                </a:lnTo>
                <a:lnTo>
                  <a:pt x="417681" y="140047"/>
                </a:lnTo>
                <a:lnTo>
                  <a:pt x="416344" y="136139"/>
                </a:lnTo>
                <a:lnTo>
                  <a:pt x="413280" y="133067"/>
                </a:lnTo>
                <a:lnTo>
                  <a:pt x="409384" y="131726"/>
                </a:lnTo>
                <a:lnTo>
                  <a:pt x="17518" y="697"/>
                </a:lnTo>
                <a:lnTo>
                  <a:pt x="16113" y="229"/>
                </a:lnTo>
                <a:lnTo>
                  <a:pt x="14646" y="0"/>
                </a:lnTo>
                <a:lnTo>
                  <a:pt x="13164" y="7"/>
                </a:lnTo>
                <a:lnTo>
                  <a:pt x="5821" y="168"/>
                </a:lnTo>
                <a:lnTo>
                  <a:pt x="0" y="6260"/>
                </a:lnTo>
                <a:lnTo>
                  <a:pt x="160" y="13623"/>
                </a:lnTo>
                <a:lnTo>
                  <a:pt x="191" y="14987"/>
                </a:lnTo>
                <a:lnTo>
                  <a:pt x="427" y="16336"/>
                </a:lnTo>
                <a:lnTo>
                  <a:pt x="863" y="17631"/>
                </a:lnTo>
                <a:lnTo>
                  <a:pt x="131205" y="411025"/>
                </a:lnTo>
                <a:lnTo>
                  <a:pt x="133665" y="418005"/>
                </a:lnTo>
                <a:lnTo>
                  <a:pt x="141305" y="421668"/>
                </a:lnTo>
                <a:lnTo>
                  <a:pt x="148265" y="419200"/>
                </a:lnTo>
                <a:lnTo>
                  <a:pt x="152078" y="417852"/>
                </a:lnTo>
                <a:lnTo>
                  <a:pt x="155072" y="414848"/>
                </a:lnTo>
                <a:lnTo>
                  <a:pt x="156417" y="411025"/>
                </a:lnTo>
                <a:lnTo>
                  <a:pt x="205467" y="274478"/>
                </a:lnTo>
                <a:lnTo>
                  <a:pt x="359646" y="429108"/>
                </a:lnTo>
                <a:lnTo>
                  <a:pt x="427720" y="360912"/>
                </a:lnTo>
                <a:close/>
              </a:path>
            </a:pathLst>
          </a:custGeom>
          <a:ln w="45907">
            <a:solidFill>
              <a:srgbClr val="211D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408175" y="2721864"/>
            <a:ext cx="3956685" cy="3736975"/>
            <a:chOff x="1408175" y="2721864"/>
            <a:chExt cx="3956685" cy="373697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5891" y="3275076"/>
              <a:ext cx="2418587" cy="2779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8175" y="2721864"/>
              <a:ext cx="3108959" cy="37368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2503" y="5478779"/>
              <a:ext cx="812291" cy="55473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2196" y="5782055"/>
              <a:ext cx="976883" cy="6507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138" y="606947"/>
            <a:ext cx="5538662" cy="18185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64120" y="5269561"/>
            <a:ext cx="4015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Segoe UI"/>
                <a:cs typeface="Segoe UI"/>
                <a:hlinkClick r:id="rId3"/>
              </a:rPr>
              <a:t>www.univ-</a:t>
            </a:r>
            <a:r>
              <a:rPr sz="24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Segoe UI"/>
                <a:cs typeface="Segoe UI"/>
                <a:hlinkClick r:id="rId3"/>
              </a:rPr>
              <a:t>smb.fr/lorawan/en/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44268" y="3197524"/>
            <a:ext cx="2801620" cy="3164205"/>
            <a:chOff x="4544268" y="3197524"/>
            <a:chExt cx="2801620" cy="3164205"/>
          </a:xfrm>
        </p:grpSpPr>
        <p:sp>
          <p:nvSpPr>
            <p:cNvPr id="5" name="object 5"/>
            <p:cNvSpPr/>
            <p:nvPr/>
          </p:nvSpPr>
          <p:spPr>
            <a:xfrm>
              <a:off x="4544268" y="3197524"/>
              <a:ext cx="2801620" cy="1926589"/>
            </a:xfrm>
            <a:custGeom>
              <a:avLst/>
              <a:gdLst/>
              <a:ahLst/>
              <a:cxnLst/>
              <a:rect l="l" t="t" r="r" b="b"/>
              <a:pathLst>
                <a:path w="2801620" h="1926589">
                  <a:moveTo>
                    <a:pt x="2661234" y="1677098"/>
                  </a:moveTo>
                  <a:lnTo>
                    <a:pt x="140064" y="1677098"/>
                  </a:lnTo>
                  <a:lnTo>
                    <a:pt x="85680" y="1667645"/>
                  </a:lnTo>
                  <a:lnTo>
                    <a:pt x="41144" y="1641909"/>
                  </a:lnTo>
                  <a:lnTo>
                    <a:pt x="11052" y="1603818"/>
                  </a:lnTo>
                  <a:lnTo>
                    <a:pt x="0" y="1557305"/>
                  </a:lnTo>
                  <a:lnTo>
                    <a:pt x="0" y="119792"/>
                  </a:lnTo>
                  <a:lnTo>
                    <a:pt x="11052" y="73279"/>
                  </a:lnTo>
                  <a:lnTo>
                    <a:pt x="41144" y="35189"/>
                  </a:lnTo>
                  <a:lnTo>
                    <a:pt x="85680" y="9452"/>
                  </a:lnTo>
                  <a:lnTo>
                    <a:pt x="140064" y="0"/>
                  </a:lnTo>
                  <a:lnTo>
                    <a:pt x="2661234" y="0"/>
                  </a:lnTo>
                  <a:lnTo>
                    <a:pt x="2715619" y="9452"/>
                  </a:lnTo>
                  <a:lnTo>
                    <a:pt x="2760155" y="35189"/>
                  </a:lnTo>
                  <a:lnTo>
                    <a:pt x="2790247" y="73279"/>
                  </a:lnTo>
                  <a:lnTo>
                    <a:pt x="2801299" y="119792"/>
                  </a:lnTo>
                  <a:lnTo>
                    <a:pt x="2801299" y="179689"/>
                  </a:lnTo>
                  <a:lnTo>
                    <a:pt x="210097" y="179689"/>
                  </a:lnTo>
                  <a:lnTo>
                    <a:pt x="210097" y="1497409"/>
                  </a:lnTo>
                  <a:lnTo>
                    <a:pt x="2801299" y="1497409"/>
                  </a:lnTo>
                  <a:lnTo>
                    <a:pt x="2801299" y="1557305"/>
                  </a:lnTo>
                  <a:lnTo>
                    <a:pt x="2790247" y="1603818"/>
                  </a:lnTo>
                  <a:lnTo>
                    <a:pt x="2760155" y="1641909"/>
                  </a:lnTo>
                  <a:lnTo>
                    <a:pt x="2715619" y="1667645"/>
                  </a:lnTo>
                  <a:lnTo>
                    <a:pt x="2661234" y="1677098"/>
                  </a:lnTo>
                  <a:close/>
                </a:path>
                <a:path w="2801620" h="1926589">
                  <a:moveTo>
                    <a:pt x="2801299" y="1497409"/>
                  </a:moveTo>
                  <a:lnTo>
                    <a:pt x="2591202" y="1497409"/>
                  </a:lnTo>
                  <a:lnTo>
                    <a:pt x="2591202" y="179689"/>
                  </a:lnTo>
                  <a:lnTo>
                    <a:pt x="2801299" y="179689"/>
                  </a:lnTo>
                  <a:lnTo>
                    <a:pt x="2801299" y="1497409"/>
                  </a:lnTo>
                  <a:close/>
                </a:path>
                <a:path w="2801620" h="1926589">
                  <a:moveTo>
                    <a:pt x="1680779" y="1856787"/>
                  </a:moveTo>
                  <a:lnTo>
                    <a:pt x="1120519" y="1856787"/>
                  </a:lnTo>
                  <a:lnTo>
                    <a:pt x="1120519" y="1677098"/>
                  </a:lnTo>
                  <a:lnTo>
                    <a:pt x="1680779" y="1677098"/>
                  </a:lnTo>
                  <a:lnTo>
                    <a:pt x="1680779" y="1856787"/>
                  </a:lnTo>
                  <a:close/>
                </a:path>
                <a:path w="2801620" h="1926589">
                  <a:moveTo>
                    <a:pt x="2030942" y="1926164"/>
                  </a:moveTo>
                  <a:lnTo>
                    <a:pt x="770357" y="1926164"/>
                  </a:lnTo>
                  <a:lnTo>
                    <a:pt x="770357" y="1856787"/>
                  </a:lnTo>
                  <a:lnTo>
                    <a:pt x="2030942" y="1856787"/>
                  </a:lnTo>
                  <a:lnTo>
                    <a:pt x="2030942" y="1926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6383" y="4805172"/>
              <a:ext cx="2737103" cy="15560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1623" y="3290316"/>
              <a:ext cx="2706624" cy="152552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02336" y="2543555"/>
            <a:ext cx="3956685" cy="3736975"/>
            <a:chOff x="402336" y="2543555"/>
            <a:chExt cx="3956685" cy="373697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0052" y="3096768"/>
              <a:ext cx="2418588" cy="2781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336" y="2543555"/>
              <a:ext cx="3110483" cy="37368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6664" y="5300472"/>
              <a:ext cx="813815" cy="5562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6356" y="5605272"/>
              <a:ext cx="976883" cy="64922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829124" y="4069556"/>
            <a:ext cx="2775585" cy="1323975"/>
            <a:chOff x="8829124" y="4069556"/>
            <a:chExt cx="2775585" cy="132397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29124" y="4069556"/>
              <a:ext cx="2775322" cy="67853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16262" y="4772673"/>
              <a:ext cx="869950" cy="611505"/>
            </a:xfrm>
            <a:custGeom>
              <a:avLst/>
              <a:gdLst/>
              <a:ahLst/>
              <a:cxnLst/>
              <a:rect l="l" t="t" r="r" b="b"/>
              <a:pathLst>
                <a:path w="869950" h="611504">
                  <a:moveTo>
                    <a:pt x="307804" y="611431"/>
                  </a:moveTo>
                  <a:lnTo>
                    <a:pt x="0" y="294881"/>
                  </a:lnTo>
                  <a:lnTo>
                    <a:pt x="80010" y="218570"/>
                  </a:lnTo>
                  <a:lnTo>
                    <a:pt x="311569" y="455982"/>
                  </a:lnTo>
                  <a:lnTo>
                    <a:pt x="793513" y="0"/>
                  </a:lnTo>
                  <a:lnTo>
                    <a:pt x="869758" y="79128"/>
                  </a:lnTo>
                  <a:lnTo>
                    <a:pt x="388755" y="536062"/>
                  </a:lnTo>
                  <a:lnTo>
                    <a:pt x="307804" y="611431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16262" y="4772669"/>
              <a:ext cx="869950" cy="611505"/>
            </a:xfrm>
            <a:custGeom>
              <a:avLst/>
              <a:gdLst/>
              <a:ahLst/>
              <a:cxnLst/>
              <a:rect l="l" t="t" r="r" b="b"/>
              <a:pathLst>
                <a:path w="869950" h="611504">
                  <a:moveTo>
                    <a:pt x="793513" y="0"/>
                  </a:moveTo>
                  <a:lnTo>
                    <a:pt x="311569" y="455982"/>
                  </a:lnTo>
                  <a:lnTo>
                    <a:pt x="80010" y="218570"/>
                  </a:lnTo>
                  <a:lnTo>
                    <a:pt x="0" y="294881"/>
                  </a:lnTo>
                  <a:lnTo>
                    <a:pt x="307804" y="611431"/>
                  </a:lnTo>
                  <a:lnTo>
                    <a:pt x="388755" y="536062"/>
                  </a:lnTo>
                  <a:lnTo>
                    <a:pt x="869758" y="79137"/>
                  </a:lnTo>
                  <a:lnTo>
                    <a:pt x="793513" y="0"/>
                  </a:lnTo>
                  <a:close/>
                </a:path>
              </a:pathLst>
            </a:custGeom>
            <a:ln w="18836">
              <a:solidFill>
                <a:srgbClr val="211D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698119" y="3400257"/>
            <a:ext cx="832485" cy="586105"/>
            <a:chOff x="9698119" y="3400257"/>
            <a:chExt cx="832485" cy="586105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41367" y="3400257"/>
              <a:ext cx="145618" cy="1459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32604" y="3441961"/>
              <a:ext cx="145618" cy="1459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50128" y="3441961"/>
              <a:ext cx="145618" cy="14596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704361" y="3710954"/>
              <a:ext cx="819785" cy="275590"/>
            </a:xfrm>
            <a:custGeom>
              <a:avLst/>
              <a:gdLst/>
              <a:ahLst/>
              <a:cxnLst/>
              <a:rect l="l" t="t" r="r" b="b"/>
              <a:pathLst>
                <a:path w="819784" h="275589">
                  <a:moveTo>
                    <a:pt x="819624" y="275247"/>
                  </a:moveTo>
                  <a:lnTo>
                    <a:pt x="0" y="275247"/>
                  </a:lnTo>
                  <a:lnTo>
                    <a:pt x="3733" y="237855"/>
                  </a:lnTo>
                  <a:lnTo>
                    <a:pt x="32146" y="168022"/>
                  </a:lnTo>
                  <a:lnTo>
                    <a:pt x="55858" y="136233"/>
                  </a:lnTo>
                  <a:lnTo>
                    <a:pt x="85263" y="106964"/>
                  </a:lnTo>
                  <a:lnTo>
                    <a:pt x="119875" y="80541"/>
                  </a:lnTo>
                  <a:lnTo>
                    <a:pt x="159211" y="57288"/>
                  </a:lnTo>
                  <a:lnTo>
                    <a:pt x="202787" y="37533"/>
                  </a:lnTo>
                  <a:lnTo>
                    <a:pt x="250119" y="21601"/>
                  </a:lnTo>
                  <a:lnTo>
                    <a:pt x="300723" y="9817"/>
                  </a:lnTo>
                  <a:lnTo>
                    <a:pt x="354115" y="2508"/>
                  </a:lnTo>
                  <a:lnTo>
                    <a:pt x="409812" y="0"/>
                  </a:lnTo>
                  <a:lnTo>
                    <a:pt x="465290" y="2508"/>
                  </a:lnTo>
                  <a:lnTo>
                    <a:pt x="518540" y="9817"/>
                  </a:lnTo>
                  <a:lnTo>
                    <a:pt x="569066" y="21601"/>
                  </a:lnTo>
                  <a:lnTo>
                    <a:pt x="616375" y="37533"/>
                  </a:lnTo>
                  <a:lnTo>
                    <a:pt x="659971" y="57288"/>
                  </a:lnTo>
                  <a:lnTo>
                    <a:pt x="699359" y="80541"/>
                  </a:lnTo>
                  <a:lnTo>
                    <a:pt x="734045" y="106964"/>
                  </a:lnTo>
                  <a:lnTo>
                    <a:pt x="763534" y="136233"/>
                  </a:lnTo>
                  <a:lnTo>
                    <a:pt x="787331" y="168022"/>
                  </a:lnTo>
                  <a:lnTo>
                    <a:pt x="804942" y="202004"/>
                  </a:lnTo>
                  <a:lnTo>
                    <a:pt x="819624" y="275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98119" y="3609169"/>
              <a:ext cx="249631" cy="2394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88317" y="3567465"/>
              <a:ext cx="250672" cy="1049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79553" y="3609169"/>
              <a:ext cx="250672" cy="239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09148" y="3423246"/>
            <a:ext cx="210185" cy="373380"/>
          </a:xfrm>
          <a:custGeom>
            <a:avLst/>
            <a:gdLst/>
            <a:ahLst/>
            <a:cxnLst/>
            <a:rect l="l" t="t" r="r" b="b"/>
            <a:pathLst>
              <a:path w="210185" h="373379">
                <a:moveTo>
                  <a:pt x="103543" y="26390"/>
                </a:moveTo>
                <a:lnTo>
                  <a:pt x="44881" y="39243"/>
                </a:lnTo>
                <a:lnTo>
                  <a:pt x="20599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99" y="289179"/>
                </a:lnTo>
                <a:lnTo>
                  <a:pt x="44881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210185" h="37337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210185" h="37337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788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69308" y="3423246"/>
            <a:ext cx="467359" cy="769620"/>
          </a:xfrm>
          <a:custGeom>
            <a:avLst/>
            <a:gdLst/>
            <a:ahLst/>
            <a:cxnLst/>
            <a:rect l="l" t="t" r="r" b="b"/>
            <a:pathLst>
              <a:path w="467360" h="769620">
                <a:moveTo>
                  <a:pt x="316357" y="186664"/>
                </a:moveTo>
                <a:lnTo>
                  <a:pt x="314121" y="163931"/>
                </a:lnTo>
                <a:lnTo>
                  <a:pt x="307657" y="142709"/>
                </a:lnTo>
                <a:lnTo>
                  <a:pt x="297294" y="123418"/>
                </a:lnTo>
                <a:lnTo>
                  <a:pt x="283413" y="106527"/>
                </a:lnTo>
                <a:lnTo>
                  <a:pt x="257060" y="132930"/>
                </a:lnTo>
                <a:lnTo>
                  <a:pt x="266001" y="143840"/>
                </a:lnTo>
                <a:lnTo>
                  <a:pt x="272821" y="156616"/>
                </a:lnTo>
                <a:lnTo>
                  <a:pt x="277177" y="170967"/>
                </a:lnTo>
                <a:lnTo>
                  <a:pt x="278714" y="186664"/>
                </a:lnTo>
                <a:lnTo>
                  <a:pt x="277177" y="202222"/>
                </a:lnTo>
                <a:lnTo>
                  <a:pt x="272821" y="216357"/>
                </a:lnTo>
                <a:lnTo>
                  <a:pt x="266001" y="229082"/>
                </a:lnTo>
                <a:lnTo>
                  <a:pt x="257060" y="240398"/>
                </a:lnTo>
                <a:lnTo>
                  <a:pt x="283413" y="266788"/>
                </a:lnTo>
                <a:lnTo>
                  <a:pt x="297294" y="249897"/>
                </a:lnTo>
                <a:lnTo>
                  <a:pt x="307657" y="230619"/>
                </a:lnTo>
                <a:lnTo>
                  <a:pt x="314121" y="209384"/>
                </a:lnTo>
                <a:lnTo>
                  <a:pt x="316357" y="186664"/>
                </a:lnTo>
                <a:close/>
              </a:path>
              <a:path w="467360" h="769620">
                <a:moveTo>
                  <a:pt x="391668" y="186664"/>
                </a:moveTo>
                <a:lnTo>
                  <a:pt x="387883" y="148793"/>
                </a:lnTo>
                <a:lnTo>
                  <a:pt x="376961" y="113487"/>
                </a:lnTo>
                <a:lnTo>
                  <a:pt x="359498" y="81534"/>
                </a:lnTo>
                <a:lnTo>
                  <a:pt x="336130" y="53733"/>
                </a:lnTo>
                <a:lnTo>
                  <a:pt x="309778" y="80137"/>
                </a:lnTo>
                <a:lnTo>
                  <a:pt x="328206" y="102476"/>
                </a:lnTo>
                <a:lnTo>
                  <a:pt x="342125" y="128092"/>
                </a:lnTo>
                <a:lnTo>
                  <a:pt x="350939" y="156362"/>
                </a:lnTo>
                <a:lnTo>
                  <a:pt x="354012" y="186664"/>
                </a:lnTo>
                <a:lnTo>
                  <a:pt x="350939" y="216966"/>
                </a:lnTo>
                <a:lnTo>
                  <a:pt x="342125" y="245224"/>
                </a:lnTo>
                <a:lnTo>
                  <a:pt x="328206" y="270840"/>
                </a:lnTo>
                <a:lnTo>
                  <a:pt x="309778" y="293192"/>
                </a:lnTo>
                <a:lnTo>
                  <a:pt x="336130" y="319582"/>
                </a:lnTo>
                <a:lnTo>
                  <a:pt x="359498" y="291795"/>
                </a:lnTo>
                <a:lnTo>
                  <a:pt x="376961" y="259842"/>
                </a:lnTo>
                <a:lnTo>
                  <a:pt x="387883" y="224536"/>
                </a:lnTo>
                <a:lnTo>
                  <a:pt x="391668" y="186664"/>
                </a:lnTo>
                <a:close/>
              </a:path>
              <a:path w="467360" h="769620">
                <a:moveTo>
                  <a:pt x="437388" y="446709"/>
                </a:moveTo>
                <a:lnTo>
                  <a:pt x="432308" y="421589"/>
                </a:lnTo>
                <a:lnTo>
                  <a:pt x="418490" y="401078"/>
                </a:lnTo>
                <a:lnTo>
                  <a:pt x="397979" y="387261"/>
                </a:lnTo>
                <a:lnTo>
                  <a:pt x="372872" y="382193"/>
                </a:lnTo>
                <a:lnTo>
                  <a:pt x="222237" y="382193"/>
                </a:lnTo>
                <a:lnTo>
                  <a:pt x="222237" y="218719"/>
                </a:lnTo>
                <a:lnTo>
                  <a:pt x="229946" y="212775"/>
                </a:lnTo>
                <a:lnTo>
                  <a:pt x="235877" y="205155"/>
                </a:lnTo>
                <a:lnTo>
                  <a:pt x="239712" y="196303"/>
                </a:lnTo>
                <a:lnTo>
                  <a:pt x="241058" y="186664"/>
                </a:lnTo>
                <a:lnTo>
                  <a:pt x="238086" y="172021"/>
                </a:lnTo>
                <a:lnTo>
                  <a:pt x="229997" y="160032"/>
                </a:lnTo>
                <a:lnTo>
                  <a:pt x="218033" y="151930"/>
                </a:lnTo>
                <a:lnTo>
                  <a:pt x="203403" y="148945"/>
                </a:lnTo>
                <a:lnTo>
                  <a:pt x="188785" y="151930"/>
                </a:lnTo>
                <a:lnTo>
                  <a:pt x="176822" y="160032"/>
                </a:lnTo>
                <a:lnTo>
                  <a:pt x="168732" y="172021"/>
                </a:lnTo>
                <a:lnTo>
                  <a:pt x="165760" y="186664"/>
                </a:lnTo>
                <a:lnTo>
                  <a:pt x="167106" y="196837"/>
                </a:lnTo>
                <a:lnTo>
                  <a:pt x="170929" y="205867"/>
                </a:lnTo>
                <a:lnTo>
                  <a:pt x="176872" y="213309"/>
                </a:lnTo>
                <a:lnTo>
                  <a:pt x="184581" y="218719"/>
                </a:lnTo>
                <a:lnTo>
                  <a:pt x="184581" y="382193"/>
                </a:lnTo>
                <a:lnTo>
                  <a:pt x="64516" y="382193"/>
                </a:lnTo>
                <a:lnTo>
                  <a:pt x="39395" y="387261"/>
                </a:lnTo>
                <a:lnTo>
                  <a:pt x="18884" y="401078"/>
                </a:lnTo>
                <a:lnTo>
                  <a:pt x="5067" y="421589"/>
                </a:lnTo>
                <a:lnTo>
                  <a:pt x="0" y="446709"/>
                </a:lnTo>
                <a:lnTo>
                  <a:pt x="0" y="704773"/>
                </a:lnTo>
                <a:lnTo>
                  <a:pt x="5067" y="729881"/>
                </a:lnTo>
                <a:lnTo>
                  <a:pt x="18884" y="750379"/>
                </a:lnTo>
                <a:lnTo>
                  <a:pt x="39395" y="764209"/>
                </a:lnTo>
                <a:lnTo>
                  <a:pt x="64516" y="769289"/>
                </a:lnTo>
                <a:lnTo>
                  <a:pt x="372872" y="769289"/>
                </a:lnTo>
                <a:lnTo>
                  <a:pt x="397979" y="764209"/>
                </a:lnTo>
                <a:lnTo>
                  <a:pt x="418490" y="750379"/>
                </a:lnTo>
                <a:lnTo>
                  <a:pt x="432308" y="729881"/>
                </a:lnTo>
                <a:lnTo>
                  <a:pt x="437388" y="704773"/>
                </a:lnTo>
                <a:lnTo>
                  <a:pt x="437388" y="446709"/>
                </a:lnTo>
                <a:close/>
              </a:path>
              <a:path w="467360" h="769620">
                <a:moveTo>
                  <a:pt x="466966" y="186664"/>
                </a:moveTo>
                <a:lnTo>
                  <a:pt x="461657" y="133629"/>
                </a:lnTo>
                <a:lnTo>
                  <a:pt x="446379" y="84137"/>
                </a:lnTo>
                <a:lnTo>
                  <a:pt x="422097" y="39243"/>
                </a:lnTo>
                <a:lnTo>
                  <a:pt x="389788" y="0"/>
                </a:lnTo>
                <a:lnTo>
                  <a:pt x="363423" y="26390"/>
                </a:lnTo>
                <a:lnTo>
                  <a:pt x="390804" y="59651"/>
                </a:lnTo>
                <a:lnTo>
                  <a:pt x="411556" y="98044"/>
                </a:lnTo>
                <a:lnTo>
                  <a:pt x="424713" y="140677"/>
                </a:lnTo>
                <a:lnTo>
                  <a:pt x="429323" y="186664"/>
                </a:lnTo>
                <a:lnTo>
                  <a:pt x="424713" y="232511"/>
                </a:lnTo>
                <a:lnTo>
                  <a:pt x="411556" y="274929"/>
                </a:lnTo>
                <a:lnTo>
                  <a:pt x="390804" y="313270"/>
                </a:lnTo>
                <a:lnTo>
                  <a:pt x="363423" y="346925"/>
                </a:lnTo>
                <a:lnTo>
                  <a:pt x="389788" y="373316"/>
                </a:lnTo>
                <a:lnTo>
                  <a:pt x="422097" y="334086"/>
                </a:lnTo>
                <a:lnTo>
                  <a:pt x="446379" y="289179"/>
                </a:lnTo>
                <a:lnTo>
                  <a:pt x="461657" y="239687"/>
                </a:lnTo>
                <a:lnTo>
                  <a:pt x="46696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6392" y="4160540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3745" y="3176009"/>
            <a:ext cx="149860" cy="900430"/>
          </a:xfrm>
          <a:custGeom>
            <a:avLst/>
            <a:gdLst/>
            <a:ahLst/>
            <a:cxnLst/>
            <a:rect l="l" t="t" r="r" b="b"/>
            <a:pathLst>
              <a:path w="149860" h="900429">
                <a:moveTo>
                  <a:pt x="23253" y="0"/>
                </a:moveTo>
                <a:lnTo>
                  <a:pt x="47461" y="34119"/>
                </a:lnTo>
                <a:lnTo>
                  <a:pt x="69191" y="71680"/>
                </a:lnTo>
                <a:lnTo>
                  <a:pt x="88409" y="112306"/>
                </a:lnTo>
                <a:lnTo>
                  <a:pt x="105079" y="155622"/>
                </a:lnTo>
                <a:lnTo>
                  <a:pt x="119167" y="201251"/>
                </a:lnTo>
                <a:lnTo>
                  <a:pt x="130636" y="248817"/>
                </a:lnTo>
                <a:lnTo>
                  <a:pt x="139452" y="297945"/>
                </a:lnTo>
                <a:lnTo>
                  <a:pt x="145578" y="348257"/>
                </a:lnTo>
                <a:lnTo>
                  <a:pt x="148980" y="399379"/>
                </a:lnTo>
                <a:lnTo>
                  <a:pt x="149623" y="450933"/>
                </a:lnTo>
                <a:lnTo>
                  <a:pt x="147470" y="502543"/>
                </a:lnTo>
                <a:lnTo>
                  <a:pt x="142488" y="553835"/>
                </a:lnTo>
                <a:lnTo>
                  <a:pt x="134639" y="604431"/>
                </a:lnTo>
                <a:lnTo>
                  <a:pt x="123890" y="653955"/>
                </a:lnTo>
                <a:lnTo>
                  <a:pt x="110205" y="702031"/>
                </a:lnTo>
                <a:lnTo>
                  <a:pt x="93548" y="748284"/>
                </a:lnTo>
                <a:lnTo>
                  <a:pt x="73657" y="792672"/>
                </a:lnTo>
                <a:lnTo>
                  <a:pt x="51303" y="832966"/>
                </a:lnTo>
                <a:lnTo>
                  <a:pt x="26684" y="868847"/>
                </a:lnTo>
                <a:lnTo>
                  <a:pt x="0" y="899998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33832" y="3398862"/>
            <a:ext cx="527685" cy="770890"/>
          </a:xfrm>
          <a:custGeom>
            <a:avLst/>
            <a:gdLst/>
            <a:ahLst/>
            <a:cxnLst/>
            <a:rect l="l" t="t" r="r" b="b"/>
            <a:pathLst>
              <a:path w="527684" h="770889">
                <a:moveTo>
                  <a:pt x="103543" y="26390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527684" h="77088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311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48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4" h="77088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08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08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4" h="770889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18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788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84"/>
                </a:lnTo>
                <a:lnTo>
                  <a:pt x="376516" y="186664"/>
                </a:lnTo>
                <a:close/>
              </a:path>
              <a:path w="527684" h="770889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38" y="80137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24"/>
                </a:lnTo>
                <a:lnTo>
                  <a:pt x="388366" y="270840"/>
                </a:lnTo>
                <a:lnTo>
                  <a:pt x="369938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4" h="770889">
                <a:moveTo>
                  <a:pt x="499071" y="446963"/>
                </a:moveTo>
                <a:lnTo>
                  <a:pt x="493979" y="421741"/>
                </a:lnTo>
                <a:lnTo>
                  <a:pt x="480098" y="401154"/>
                </a:lnTo>
                <a:lnTo>
                  <a:pt x="459511" y="387273"/>
                </a:lnTo>
                <a:lnTo>
                  <a:pt x="434301" y="382193"/>
                </a:lnTo>
                <a:lnTo>
                  <a:pt x="282397" y="382193"/>
                </a:lnTo>
                <a:lnTo>
                  <a:pt x="282397" y="218719"/>
                </a:lnTo>
                <a:lnTo>
                  <a:pt x="290106" y="212775"/>
                </a:lnTo>
                <a:lnTo>
                  <a:pt x="296037" y="205155"/>
                </a:lnTo>
                <a:lnTo>
                  <a:pt x="299872" y="196303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93" y="151930"/>
                </a:lnTo>
                <a:lnTo>
                  <a:pt x="263563" y="148945"/>
                </a:lnTo>
                <a:lnTo>
                  <a:pt x="248945" y="151930"/>
                </a:lnTo>
                <a:lnTo>
                  <a:pt x="236982" y="160032"/>
                </a:lnTo>
                <a:lnTo>
                  <a:pt x="228892" y="172021"/>
                </a:lnTo>
                <a:lnTo>
                  <a:pt x="225920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453" y="382193"/>
                </a:lnTo>
                <a:lnTo>
                  <a:pt x="101231" y="387273"/>
                </a:lnTo>
                <a:lnTo>
                  <a:pt x="80645" y="401154"/>
                </a:lnTo>
                <a:lnTo>
                  <a:pt x="66763" y="421741"/>
                </a:lnTo>
                <a:lnTo>
                  <a:pt x="61683" y="446963"/>
                </a:lnTo>
                <a:lnTo>
                  <a:pt x="61683" y="706043"/>
                </a:lnTo>
                <a:lnTo>
                  <a:pt x="66763" y="731253"/>
                </a:lnTo>
                <a:lnTo>
                  <a:pt x="80645" y="751840"/>
                </a:lnTo>
                <a:lnTo>
                  <a:pt x="101231" y="765721"/>
                </a:lnTo>
                <a:lnTo>
                  <a:pt x="126453" y="770813"/>
                </a:lnTo>
                <a:lnTo>
                  <a:pt x="434301" y="770813"/>
                </a:lnTo>
                <a:lnTo>
                  <a:pt x="459511" y="765721"/>
                </a:lnTo>
                <a:lnTo>
                  <a:pt x="480098" y="751840"/>
                </a:lnTo>
                <a:lnTo>
                  <a:pt x="493979" y="731253"/>
                </a:lnTo>
                <a:lnTo>
                  <a:pt x="499071" y="706043"/>
                </a:lnTo>
                <a:lnTo>
                  <a:pt x="499071" y="446963"/>
                </a:lnTo>
                <a:close/>
              </a:path>
              <a:path w="527684" h="770889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48" y="0"/>
                </a:lnTo>
                <a:lnTo>
                  <a:pt x="423583" y="26390"/>
                </a:lnTo>
                <a:lnTo>
                  <a:pt x="450964" y="59651"/>
                </a:lnTo>
                <a:lnTo>
                  <a:pt x="471716" y="98044"/>
                </a:lnTo>
                <a:lnTo>
                  <a:pt x="484873" y="140677"/>
                </a:lnTo>
                <a:lnTo>
                  <a:pt x="489483" y="186664"/>
                </a:lnTo>
                <a:lnTo>
                  <a:pt x="484873" y="232511"/>
                </a:lnTo>
                <a:lnTo>
                  <a:pt x="471716" y="274929"/>
                </a:lnTo>
                <a:lnTo>
                  <a:pt x="450964" y="313270"/>
                </a:lnTo>
                <a:lnTo>
                  <a:pt x="423583" y="346925"/>
                </a:lnTo>
                <a:lnTo>
                  <a:pt x="449948" y="373329"/>
                </a:lnTo>
                <a:lnTo>
                  <a:pt x="482257" y="334086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61557" y="4136298"/>
            <a:ext cx="739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7423" y="2106168"/>
            <a:ext cx="1034795" cy="6796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09148" y="3423246"/>
            <a:ext cx="210185" cy="373380"/>
          </a:xfrm>
          <a:custGeom>
            <a:avLst/>
            <a:gdLst/>
            <a:ahLst/>
            <a:cxnLst/>
            <a:rect l="l" t="t" r="r" b="b"/>
            <a:pathLst>
              <a:path w="210185" h="373379">
                <a:moveTo>
                  <a:pt x="103543" y="26390"/>
                </a:moveTo>
                <a:lnTo>
                  <a:pt x="44881" y="39243"/>
                </a:lnTo>
                <a:lnTo>
                  <a:pt x="20599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99" y="289179"/>
                </a:lnTo>
                <a:lnTo>
                  <a:pt x="44881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210185" h="37337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210185" h="37337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788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69308" y="3423246"/>
            <a:ext cx="467359" cy="769620"/>
          </a:xfrm>
          <a:custGeom>
            <a:avLst/>
            <a:gdLst/>
            <a:ahLst/>
            <a:cxnLst/>
            <a:rect l="l" t="t" r="r" b="b"/>
            <a:pathLst>
              <a:path w="467360" h="769620">
                <a:moveTo>
                  <a:pt x="316357" y="186664"/>
                </a:moveTo>
                <a:lnTo>
                  <a:pt x="314121" y="163931"/>
                </a:lnTo>
                <a:lnTo>
                  <a:pt x="307657" y="142709"/>
                </a:lnTo>
                <a:lnTo>
                  <a:pt x="297294" y="123418"/>
                </a:lnTo>
                <a:lnTo>
                  <a:pt x="283413" y="106527"/>
                </a:lnTo>
                <a:lnTo>
                  <a:pt x="257060" y="132930"/>
                </a:lnTo>
                <a:lnTo>
                  <a:pt x="266001" y="143840"/>
                </a:lnTo>
                <a:lnTo>
                  <a:pt x="272821" y="156616"/>
                </a:lnTo>
                <a:lnTo>
                  <a:pt x="277177" y="170967"/>
                </a:lnTo>
                <a:lnTo>
                  <a:pt x="278714" y="186664"/>
                </a:lnTo>
                <a:lnTo>
                  <a:pt x="277177" y="202222"/>
                </a:lnTo>
                <a:lnTo>
                  <a:pt x="272821" y="216357"/>
                </a:lnTo>
                <a:lnTo>
                  <a:pt x="266001" y="229082"/>
                </a:lnTo>
                <a:lnTo>
                  <a:pt x="257060" y="240398"/>
                </a:lnTo>
                <a:lnTo>
                  <a:pt x="283413" y="266788"/>
                </a:lnTo>
                <a:lnTo>
                  <a:pt x="297294" y="249897"/>
                </a:lnTo>
                <a:lnTo>
                  <a:pt x="307657" y="230619"/>
                </a:lnTo>
                <a:lnTo>
                  <a:pt x="314121" y="209384"/>
                </a:lnTo>
                <a:lnTo>
                  <a:pt x="316357" y="186664"/>
                </a:lnTo>
                <a:close/>
              </a:path>
              <a:path w="467360" h="769620">
                <a:moveTo>
                  <a:pt x="391668" y="186664"/>
                </a:moveTo>
                <a:lnTo>
                  <a:pt x="387883" y="148793"/>
                </a:lnTo>
                <a:lnTo>
                  <a:pt x="376961" y="113487"/>
                </a:lnTo>
                <a:lnTo>
                  <a:pt x="359498" y="81534"/>
                </a:lnTo>
                <a:lnTo>
                  <a:pt x="336130" y="53733"/>
                </a:lnTo>
                <a:lnTo>
                  <a:pt x="309778" y="80137"/>
                </a:lnTo>
                <a:lnTo>
                  <a:pt x="328206" y="102476"/>
                </a:lnTo>
                <a:lnTo>
                  <a:pt x="342125" y="128092"/>
                </a:lnTo>
                <a:lnTo>
                  <a:pt x="350939" y="156362"/>
                </a:lnTo>
                <a:lnTo>
                  <a:pt x="354012" y="186664"/>
                </a:lnTo>
                <a:lnTo>
                  <a:pt x="350939" y="216966"/>
                </a:lnTo>
                <a:lnTo>
                  <a:pt x="342125" y="245224"/>
                </a:lnTo>
                <a:lnTo>
                  <a:pt x="328206" y="270840"/>
                </a:lnTo>
                <a:lnTo>
                  <a:pt x="309778" y="293192"/>
                </a:lnTo>
                <a:lnTo>
                  <a:pt x="336130" y="319582"/>
                </a:lnTo>
                <a:lnTo>
                  <a:pt x="359498" y="291795"/>
                </a:lnTo>
                <a:lnTo>
                  <a:pt x="376961" y="259842"/>
                </a:lnTo>
                <a:lnTo>
                  <a:pt x="387883" y="224536"/>
                </a:lnTo>
                <a:lnTo>
                  <a:pt x="391668" y="186664"/>
                </a:lnTo>
                <a:close/>
              </a:path>
              <a:path w="467360" h="769620">
                <a:moveTo>
                  <a:pt x="437388" y="446709"/>
                </a:moveTo>
                <a:lnTo>
                  <a:pt x="432308" y="421589"/>
                </a:lnTo>
                <a:lnTo>
                  <a:pt x="418490" y="401078"/>
                </a:lnTo>
                <a:lnTo>
                  <a:pt x="397979" y="387261"/>
                </a:lnTo>
                <a:lnTo>
                  <a:pt x="372872" y="382193"/>
                </a:lnTo>
                <a:lnTo>
                  <a:pt x="222237" y="382193"/>
                </a:lnTo>
                <a:lnTo>
                  <a:pt x="222237" y="218719"/>
                </a:lnTo>
                <a:lnTo>
                  <a:pt x="229946" y="212775"/>
                </a:lnTo>
                <a:lnTo>
                  <a:pt x="235877" y="205155"/>
                </a:lnTo>
                <a:lnTo>
                  <a:pt x="239712" y="196303"/>
                </a:lnTo>
                <a:lnTo>
                  <a:pt x="241058" y="186664"/>
                </a:lnTo>
                <a:lnTo>
                  <a:pt x="238086" y="172021"/>
                </a:lnTo>
                <a:lnTo>
                  <a:pt x="229997" y="160032"/>
                </a:lnTo>
                <a:lnTo>
                  <a:pt x="218033" y="151930"/>
                </a:lnTo>
                <a:lnTo>
                  <a:pt x="203403" y="148945"/>
                </a:lnTo>
                <a:lnTo>
                  <a:pt x="188785" y="151930"/>
                </a:lnTo>
                <a:lnTo>
                  <a:pt x="176822" y="160032"/>
                </a:lnTo>
                <a:lnTo>
                  <a:pt x="168732" y="172021"/>
                </a:lnTo>
                <a:lnTo>
                  <a:pt x="165760" y="186664"/>
                </a:lnTo>
                <a:lnTo>
                  <a:pt x="167106" y="196837"/>
                </a:lnTo>
                <a:lnTo>
                  <a:pt x="170929" y="205867"/>
                </a:lnTo>
                <a:lnTo>
                  <a:pt x="176872" y="213309"/>
                </a:lnTo>
                <a:lnTo>
                  <a:pt x="184581" y="218719"/>
                </a:lnTo>
                <a:lnTo>
                  <a:pt x="184581" y="382193"/>
                </a:lnTo>
                <a:lnTo>
                  <a:pt x="64516" y="382193"/>
                </a:lnTo>
                <a:lnTo>
                  <a:pt x="39395" y="387261"/>
                </a:lnTo>
                <a:lnTo>
                  <a:pt x="18884" y="401078"/>
                </a:lnTo>
                <a:lnTo>
                  <a:pt x="5067" y="421589"/>
                </a:lnTo>
                <a:lnTo>
                  <a:pt x="0" y="446709"/>
                </a:lnTo>
                <a:lnTo>
                  <a:pt x="0" y="704773"/>
                </a:lnTo>
                <a:lnTo>
                  <a:pt x="5067" y="729881"/>
                </a:lnTo>
                <a:lnTo>
                  <a:pt x="18884" y="750379"/>
                </a:lnTo>
                <a:lnTo>
                  <a:pt x="39395" y="764209"/>
                </a:lnTo>
                <a:lnTo>
                  <a:pt x="64516" y="769289"/>
                </a:lnTo>
                <a:lnTo>
                  <a:pt x="372872" y="769289"/>
                </a:lnTo>
                <a:lnTo>
                  <a:pt x="397979" y="764209"/>
                </a:lnTo>
                <a:lnTo>
                  <a:pt x="418490" y="750379"/>
                </a:lnTo>
                <a:lnTo>
                  <a:pt x="432308" y="729881"/>
                </a:lnTo>
                <a:lnTo>
                  <a:pt x="437388" y="704773"/>
                </a:lnTo>
                <a:lnTo>
                  <a:pt x="437388" y="446709"/>
                </a:lnTo>
                <a:close/>
              </a:path>
              <a:path w="467360" h="769620">
                <a:moveTo>
                  <a:pt x="466966" y="186664"/>
                </a:moveTo>
                <a:lnTo>
                  <a:pt x="461657" y="133629"/>
                </a:lnTo>
                <a:lnTo>
                  <a:pt x="446379" y="84137"/>
                </a:lnTo>
                <a:lnTo>
                  <a:pt x="422097" y="39243"/>
                </a:lnTo>
                <a:lnTo>
                  <a:pt x="389788" y="0"/>
                </a:lnTo>
                <a:lnTo>
                  <a:pt x="363423" y="26390"/>
                </a:lnTo>
                <a:lnTo>
                  <a:pt x="390804" y="59651"/>
                </a:lnTo>
                <a:lnTo>
                  <a:pt x="411556" y="98044"/>
                </a:lnTo>
                <a:lnTo>
                  <a:pt x="424713" y="140677"/>
                </a:lnTo>
                <a:lnTo>
                  <a:pt x="429323" y="186664"/>
                </a:lnTo>
                <a:lnTo>
                  <a:pt x="424713" y="232511"/>
                </a:lnTo>
                <a:lnTo>
                  <a:pt x="411556" y="274929"/>
                </a:lnTo>
                <a:lnTo>
                  <a:pt x="390804" y="313270"/>
                </a:lnTo>
                <a:lnTo>
                  <a:pt x="363423" y="346925"/>
                </a:lnTo>
                <a:lnTo>
                  <a:pt x="389788" y="373316"/>
                </a:lnTo>
                <a:lnTo>
                  <a:pt x="422097" y="334086"/>
                </a:lnTo>
                <a:lnTo>
                  <a:pt x="446379" y="289179"/>
                </a:lnTo>
                <a:lnTo>
                  <a:pt x="461657" y="239687"/>
                </a:lnTo>
                <a:lnTo>
                  <a:pt x="46696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36392" y="4160540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23745" y="3176009"/>
            <a:ext cx="149860" cy="900430"/>
          </a:xfrm>
          <a:custGeom>
            <a:avLst/>
            <a:gdLst/>
            <a:ahLst/>
            <a:cxnLst/>
            <a:rect l="l" t="t" r="r" b="b"/>
            <a:pathLst>
              <a:path w="149860" h="900429">
                <a:moveTo>
                  <a:pt x="23253" y="0"/>
                </a:moveTo>
                <a:lnTo>
                  <a:pt x="47461" y="34119"/>
                </a:lnTo>
                <a:lnTo>
                  <a:pt x="69191" y="71680"/>
                </a:lnTo>
                <a:lnTo>
                  <a:pt x="88409" y="112306"/>
                </a:lnTo>
                <a:lnTo>
                  <a:pt x="105079" y="155622"/>
                </a:lnTo>
                <a:lnTo>
                  <a:pt x="119167" y="201251"/>
                </a:lnTo>
                <a:lnTo>
                  <a:pt x="130636" y="248817"/>
                </a:lnTo>
                <a:lnTo>
                  <a:pt x="139452" y="297945"/>
                </a:lnTo>
                <a:lnTo>
                  <a:pt x="145578" y="348257"/>
                </a:lnTo>
                <a:lnTo>
                  <a:pt x="148980" y="399379"/>
                </a:lnTo>
                <a:lnTo>
                  <a:pt x="149623" y="450933"/>
                </a:lnTo>
                <a:lnTo>
                  <a:pt x="147470" y="502543"/>
                </a:lnTo>
                <a:lnTo>
                  <a:pt x="142488" y="553835"/>
                </a:lnTo>
                <a:lnTo>
                  <a:pt x="134639" y="604431"/>
                </a:lnTo>
                <a:lnTo>
                  <a:pt x="123890" y="653955"/>
                </a:lnTo>
                <a:lnTo>
                  <a:pt x="110205" y="702031"/>
                </a:lnTo>
                <a:lnTo>
                  <a:pt x="93548" y="748284"/>
                </a:lnTo>
                <a:lnTo>
                  <a:pt x="73657" y="792672"/>
                </a:lnTo>
                <a:lnTo>
                  <a:pt x="51303" y="832966"/>
                </a:lnTo>
                <a:lnTo>
                  <a:pt x="26684" y="868847"/>
                </a:lnTo>
                <a:lnTo>
                  <a:pt x="0" y="899998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7423" y="2106168"/>
            <a:ext cx="1034795" cy="6796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1111" y="3357371"/>
            <a:ext cx="504969" cy="914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87522" y="4160540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77120" y="4891155"/>
            <a:ext cx="417830" cy="417195"/>
            <a:chOff x="3277120" y="4891155"/>
            <a:chExt cx="417830" cy="41719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7385" y="5098375"/>
              <a:ext cx="210050" cy="2098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7374" y="4891163"/>
              <a:ext cx="417830" cy="417195"/>
            </a:xfrm>
            <a:custGeom>
              <a:avLst/>
              <a:gdLst/>
              <a:ahLst/>
              <a:cxnLst/>
              <a:rect l="l" t="t" r="r" b="b"/>
              <a:pathLst>
                <a:path w="417829" h="417195">
                  <a:moveTo>
                    <a:pt x="313486" y="417080"/>
                  </a:moveTo>
                  <a:lnTo>
                    <a:pt x="310045" y="370814"/>
                  </a:lnTo>
                  <a:lnTo>
                    <a:pt x="300151" y="326644"/>
                  </a:lnTo>
                  <a:lnTo>
                    <a:pt x="284264" y="285064"/>
                  </a:lnTo>
                  <a:lnTo>
                    <a:pt x="262890" y="246557"/>
                  </a:lnTo>
                  <a:lnTo>
                    <a:pt x="236512" y="211607"/>
                  </a:lnTo>
                  <a:lnTo>
                    <a:pt x="205600" y="180695"/>
                  </a:lnTo>
                  <a:lnTo>
                    <a:pt x="170637" y="154305"/>
                  </a:lnTo>
                  <a:lnTo>
                    <a:pt x="132118" y="132918"/>
                  </a:lnTo>
                  <a:lnTo>
                    <a:pt x="90512" y="117017"/>
                  </a:lnTo>
                  <a:lnTo>
                    <a:pt x="46316" y="107086"/>
                  </a:lnTo>
                  <a:lnTo>
                    <a:pt x="0" y="103606"/>
                  </a:lnTo>
                  <a:lnTo>
                    <a:pt x="0" y="143332"/>
                  </a:lnTo>
                  <a:lnTo>
                    <a:pt x="49187" y="147840"/>
                  </a:lnTo>
                  <a:lnTo>
                    <a:pt x="95478" y="160616"/>
                  </a:lnTo>
                  <a:lnTo>
                    <a:pt x="138099" y="180898"/>
                  </a:lnTo>
                  <a:lnTo>
                    <a:pt x="176288" y="207911"/>
                  </a:lnTo>
                  <a:lnTo>
                    <a:pt x="209270" y="240893"/>
                  </a:lnTo>
                  <a:lnTo>
                    <a:pt x="236270" y="279069"/>
                  </a:lnTo>
                  <a:lnTo>
                    <a:pt x="256527" y="321678"/>
                  </a:lnTo>
                  <a:lnTo>
                    <a:pt x="269278" y="367931"/>
                  </a:lnTo>
                  <a:lnTo>
                    <a:pt x="273735" y="417080"/>
                  </a:lnTo>
                  <a:lnTo>
                    <a:pt x="313486" y="417080"/>
                  </a:lnTo>
                  <a:close/>
                </a:path>
                <a:path w="417829" h="417195">
                  <a:moveTo>
                    <a:pt x="417449" y="417080"/>
                  </a:moveTo>
                  <a:lnTo>
                    <a:pt x="414591" y="368465"/>
                  </a:lnTo>
                  <a:lnTo>
                    <a:pt x="406336" y="321500"/>
                  </a:lnTo>
                  <a:lnTo>
                    <a:pt x="393001" y="276491"/>
                  </a:lnTo>
                  <a:lnTo>
                    <a:pt x="374891" y="233756"/>
                  </a:lnTo>
                  <a:lnTo>
                    <a:pt x="352323" y="193598"/>
                  </a:lnTo>
                  <a:lnTo>
                    <a:pt x="325602" y="156349"/>
                  </a:lnTo>
                  <a:lnTo>
                    <a:pt x="295046" y="122301"/>
                  </a:lnTo>
                  <a:lnTo>
                    <a:pt x="260972" y="91770"/>
                  </a:lnTo>
                  <a:lnTo>
                    <a:pt x="223685" y="65074"/>
                  </a:lnTo>
                  <a:lnTo>
                    <a:pt x="183502" y="42519"/>
                  </a:lnTo>
                  <a:lnTo>
                    <a:pt x="140728" y="24422"/>
                  </a:lnTo>
                  <a:lnTo>
                    <a:pt x="95669" y="11099"/>
                  </a:lnTo>
                  <a:lnTo>
                    <a:pt x="48666" y="2857"/>
                  </a:lnTo>
                  <a:lnTo>
                    <a:pt x="0" y="0"/>
                  </a:lnTo>
                  <a:lnTo>
                    <a:pt x="0" y="39725"/>
                  </a:lnTo>
                  <a:lnTo>
                    <a:pt x="47358" y="42710"/>
                  </a:lnTo>
                  <a:lnTo>
                    <a:pt x="92964" y="51320"/>
                  </a:lnTo>
                  <a:lnTo>
                    <a:pt x="136448" y="65227"/>
                  </a:lnTo>
                  <a:lnTo>
                    <a:pt x="177469" y="84048"/>
                  </a:lnTo>
                  <a:lnTo>
                    <a:pt x="215684" y="107454"/>
                  </a:lnTo>
                  <a:lnTo>
                    <a:pt x="250736" y="135077"/>
                  </a:lnTo>
                  <a:lnTo>
                    <a:pt x="282257" y="166573"/>
                  </a:lnTo>
                  <a:lnTo>
                    <a:pt x="309905" y="201587"/>
                  </a:lnTo>
                  <a:lnTo>
                    <a:pt x="333324" y="239776"/>
                  </a:lnTo>
                  <a:lnTo>
                    <a:pt x="352171" y="280758"/>
                  </a:lnTo>
                  <a:lnTo>
                    <a:pt x="366090" y="324218"/>
                  </a:lnTo>
                  <a:lnTo>
                    <a:pt x="374713" y="369773"/>
                  </a:lnTo>
                  <a:lnTo>
                    <a:pt x="377698" y="417080"/>
                  </a:lnTo>
                  <a:lnTo>
                    <a:pt x="417449" y="4170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7120" y="5204567"/>
              <a:ext cx="103766" cy="10367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899258" y="4929117"/>
            <a:ext cx="638774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Bandwidth,</a:t>
            </a:r>
            <a:r>
              <a:rPr sz="2000" b="1" spc="-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channels,</a:t>
            </a:r>
            <a:r>
              <a:rPr sz="2000" b="1" spc="-7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Spreading</a:t>
            </a:r>
            <a:r>
              <a:rPr sz="2000" b="1" spc="-6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Factor</a:t>
            </a:r>
            <a:r>
              <a:rPr lang="fr-FR" sz="2000" b="1" spc="-10" dirty="0">
                <a:solidFill>
                  <a:srgbClr val="FF0000"/>
                </a:solidFill>
                <a:latin typeface="Segoe UI"/>
                <a:cs typeface="Segoe UI"/>
              </a:rPr>
              <a:t>,  RSSI,  SNR, </a:t>
            </a:r>
            <a:r>
              <a:rPr lang="fr-FR" sz="2000" b="1" spc="-10" dirty="0" err="1">
                <a:solidFill>
                  <a:srgbClr val="FF0000"/>
                </a:solidFill>
                <a:latin typeface="Segoe UI"/>
                <a:cs typeface="Segoe UI"/>
              </a:rPr>
              <a:t>Sensitivity</a:t>
            </a:r>
            <a:r>
              <a:rPr lang="fr-FR" sz="2000" b="1" spc="-10" dirty="0">
                <a:solidFill>
                  <a:srgbClr val="FF0000"/>
                </a:solidFill>
                <a:latin typeface="Segoe UI"/>
                <a:cs typeface="Segoe UI"/>
              </a:rPr>
              <a:t>, </a:t>
            </a:r>
            <a:r>
              <a:rPr lang="fr-FR" sz="2000" b="1" spc="-10" dirty="0" err="1">
                <a:solidFill>
                  <a:srgbClr val="FF0000"/>
                </a:solidFill>
                <a:latin typeface="Segoe UI"/>
                <a:cs typeface="Segoe UI"/>
              </a:rPr>
              <a:t>etc</a:t>
            </a:r>
            <a:endParaRPr sz="2000" dirty="0"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892" y="3337902"/>
            <a:ext cx="210185" cy="373380"/>
          </a:xfrm>
          <a:custGeom>
            <a:avLst/>
            <a:gdLst/>
            <a:ahLst/>
            <a:cxnLst/>
            <a:rect l="l" t="t" r="r" b="b"/>
            <a:pathLst>
              <a:path w="210184" h="373379">
                <a:moveTo>
                  <a:pt x="103543" y="26403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403"/>
                </a:lnTo>
                <a:close/>
              </a:path>
              <a:path w="210184" h="37337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210184" h="37337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8576" y="3337902"/>
            <a:ext cx="465455" cy="769620"/>
          </a:xfrm>
          <a:custGeom>
            <a:avLst/>
            <a:gdLst/>
            <a:ahLst/>
            <a:cxnLst/>
            <a:rect l="l" t="t" r="r" b="b"/>
            <a:pathLst>
              <a:path w="465455" h="769620">
                <a:moveTo>
                  <a:pt x="314833" y="186664"/>
                </a:moveTo>
                <a:lnTo>
                  <a:pt x="312597" y="163931"/>
                </a:lnTo>
                <a:lnTo>
                  <a:pt x="306133" y="142709"/>
                </a:lnTo>
                <a:lnTo>
                  <a:pt x="295770" y="123431"/>
                </a:lnTo>
                <a:lnTo>
                  <a:pt x="281889" y="106527"/>
                </a:lnTo>
                <a:lnTo>
                  <a:pt x="255536" y="132930"/>
                </a:lnTo>
                <a:lnTo>
                  <a:pt x="264477" y="143840"/>
                </a:lnTo>
                <a:lnTo>
                  <a:pt x="271297" y="156616"/>
                </a:lnTo>
                <a:lnTo>
                  <a:pt x="275653" y="170980"/>
                </a:lnTo>
                <a:lnTo>
                  <a:pt x="277190" y="186664"/>
                </a:lnTo>
                <a:lnTo>
                  <a:pt x="275653" y="202222"/>
                </a:lnTo>
                <a:lnTo>
                  <a:pt x="271297" y="216357"/>
                </a:lnTo>
                <a:lnTo>
                  <a:pt x="264477" y="229082"/>
                </a:lnTo>
                <a:lnTo>
                  <a:pt x="255536" y="240398"/>
                </a:lnTo>
                <a:lnTo>
                  <a:pt x="281889" y="266788"/>
                </a:lnTo>
                <a:lnTo>
                  <a:pt x="295770" y="249897"/>
                </a:lnTo>
                <a:lnTo>
                  <a:pt x="306133" y="230619"/>
                </a:lnTo>
                <a:lnTo>
                  <a:pt x="312597" y="209384"/>
                </a:lnTo>
                <a:lnTo>
                  <a:pt x="314833" y="186664"/>
                </a:lnTo>
                <a:close/>
              </a:path>
              <a:path w="465455" h="769620">
                <a:moveTo>
                  <a:pt x="390144" y="186664"/>
                </a:moveTo>
                <a:lnTo>
                  <a:pt x="386359" y="148793"/>
                </a:lnTo>
                <a:lnTo>
                  <a:pt x="375437" y="113487"/>
                </a:lnTo>
                <a:lnTo>
                  <a:pt x="357974" y="81534"/>
                </a:lnTo>
                <a:lnTo>
                  <a:pt x="334606" y="53733"/>
                </a:lnTo>
                <a:lnTo>
                  <a:pt x="308241" y="80137"/>
                </a:lnTo>
                <a:lnTo>
                  <a:pt x="326669" y="102476"/>
                </a:lnTo>
                <a:lnTo>
                  <a:pt x="340601" y="128092"/>
                </a:lnTo>
                <a:lnTo>
                  <a:pt x="349415" y="156362"/>
                </a:lnTo>
                <a:lnTo>
                  <a:pt x="352488" y="186664"/>
                </a:lnTo>
                <a:lnTo>
                  <a:pt x="349415" y="216966"/>
                </a:lnTo>
                <a:lnTo>
                  <a:pt x="340601" y="245224"/>
                </a:lnTo>
                <a:lnTo>
                  <a:pt x="326669" y="270840"/>
                </a:lnTo>
                <a:lnTo>
                  <a:pt x="308241" y="293192"/>
                </a:lnTo>
                <a:lnTo>
                  <a:pt x="334606" y="319582"/>
                </a:lnTo>
                <a:lnTo>
                  <a:pt x="357974" y="291795"/>
                </a:lnTo>
                <a:lnTo>
                  <a:pt x="375437" y="259842"/>
                </a:lnTo>
                <a:lnTo>
                  <a:pt x="386359" y="224536"/>
                </a:lnTo>
                <a:lnTo>
                  <a:pt x="390144" y="186664"/>
                </a:lnTo>
                <a:close/>
              </a:path>
              <a:path w="465455" h="769620">
                <a:moveTo>
                  <a:pt x="437388" y="446709"/>
                </a:moveTo>
                <a:lnTo>
                  <a:pt x="432308" y="421589"/>
                </a:lnTo>
                <a:lnTo>
                  <a:pt x="418490" y="401078"/>
                </a:lnTo>
                <a:lnTo>
                  <a:pt x="397979" y="387261"/>
                </a:lnTo>
                <a:lnTo>
                  <a:pt x="372872" y="382193"/>
                </a:lnTo>
                <a:lnTo>
                  <a:pt x="220713" y="382193"/>
                </a:lnTo>
                <a:lnTo>
                  <a:pt x="220713" y="218719"/>
                </a:lnTo>
                <a:lnTo>
                  <a:pt x="228409" y="212775"/>
                </a:lnTo>
                <a:lnTo>
                  <a:pt x="234353" y="205168"/>
                </a:lnTo>
                <a:lnTo>
                  <a:pt x="238175" y="196303"/>
                </a:lnTo>
                <a:lnTo>
                  <a:pt x="239534" y="186664"/>
                </a:lnTo>
                <a:lnTo>
                  <a:pt x="236562" y="172021"/>
                </a:lnTo>
                <a:lnTo>
                  <a:pt x="228473" y="160032"/>
                </a:lnTo>
                <a:lnTo>
                  <a:pt x="216496" y="151930"/>
                </a:lnTo>
                <a:lnTo>
                  <a:pt x="201879" y="148945"/>
                </a:lnTo>
                <a:lnTo>
                  <a:pt x="187261" y="151930"/>
                </a:lnTo>
                <a:lnTo>
                  <a:pt x="175285" y="160032"/>
                </a:lnTo>
                <a:lnTo>
                  <a:pt x="167195" y="172021"/>
                </a:lnTo>
                <a:lnTo>
                  <a:pt x="164223" y="186664"/>
                </a:lnTo>
                <a:lnTo>
                  <a:pt x="165582" y="196837"/>
                </a:lnTo>
                <a:lnTo>
                  <a:pt x="169405" y="205867"/>
                </a:lnTo>
                <a:lnTo>
                  <a:pt x="175348" y="213309"/>
                </a:lnTo>
                <a:lnTo>
                  <a:pt x="183057" y="218719"/>
                </a:lnTo>
                <a:lnTo>
                  <a:pt x="183057" y="382193"/>
                </a:lnTo>
                <a:lnTo>
                  <a:pt x="64516" y="382193"/>
                </a:lnTo>
                <a:lnTo>
                  <a:pt x="39395" y="387261"/>
                </a:lnTo>
                <a:lnTo>
                  <a:pt x="18884" y="401078"/>
                </a:lnTo>
                <a:lnTo>
                  <a:pt x="5067" y="421589"/>
                </a:lnTo>
                <a:lnTo>
                  <a:pt x="0" y="446709"/>
                </a:lnTo>
                <a:lnTo>
                  <a:pt x="0" y="704773"/>
                </a:lnTo>
                <a:lnTo>
                  <a:pt x="5067" y="729881"/>
                </a:lnTo>
                <a:lnTo>
                  <a:pt x="18884" y="750379"/>
                </a:lnTo>
                <a:lnTo>
                  <a:pt x="39395" y="764209"/>
                </a:lnTo>
                <a:lnTo>
                  <a:pt x="64516" y="769289"/>
                </a:lnTo>
                <a:lnTo>
                  <a:pt x="372872" y="769289"/>
                </a:lnTo>
                <a:lnTo>
                  <a:pt x="397979" y="764209"/>
                </a:lnTo>
                <a:lnTo>
                  <a:pt x="418490" y="750379"/>
                </a:lnTo>
                <a:lnTo>
                  <a:pt x="432308" y="729881"/>
                </a:lnTo>
                <a:lnTo>
                  <a:pt x="437388" y="704773"/>
                </a:lnTo>
                <a:lnTo>
                  <a:pt x="437388" y="446709"/>
                </a:lnTo>
                <a:close/>
              </a:path>
              <a:path w="465455" h="769620">
                <a:moveTo>
                  <a:pt x="465442" y="186664"/>
                </a:moveTo>
                <a:lnTo>
                  <a:pt x="460133" y="133629"/>
                </a:lnTo>
                <a:lnTo>
                  <a:pt x="444855" y="84137"/>
                </a:lnTo>
                <a:lnTo>
                  <a:pt x="420573" y="39243"/>
                </a:lnTo>
                <a:lnTo>
                  <a:pt x="388251" y="0"/>
                </a:lnTo>
                <a:lnTo>
                  <a:pt x="361899" y="26390"/>
                </a:lnTo>
                <a:lnTo>
                  <a:pt x="389267" y="59651"/>
                </a:lnTo>
                <a:lnTo>
                  <a:pt x="410019" y="98044"/>
                </a:lnTo>
                <a:lnTo>
                  <a:pt x="423189" y="140677"/>
                </a:lnTo>
                <a:lnTo>
                  <a:pt x="427786" y="186664"/>
                </a:lnTo>
                <a:lnTo>
                  <a:pt x="423189" y="232511"/>
                </a:lnTo>
                <a:lnTo>
                  <a:pt x="410019" y="274929"/>
                </a:lnTo>
                <a:lnTo>
                  <a:pt x="389267" y="313270"/>
                </a:lnTo>
                <a:lnTo>
                  <a:pt x="361899" y="346925"/>
                </a:lnTo>
                <a:lnTo>
                  <a:pt x="388251" y="373329"/>
                </a:lnTo>
                <a:lnTo>
                  <a:pt x="420573" y="334086"/>
                </a:lnTo>
                <a:lnTo>
                  <a:pt x="444855" y="289179"/>
                </a:lnTo>
                <a:lnTo>
                  <a:pt x="460133" y="239687"/>
                </a:lnTo>
                <a:lnTo>
                  <a:pt x="465442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17" y="4074815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948" y="3267455"/>
            <a:ext cx="503661" cy="914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88227" y="4070291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92370" y="3557676"/>
            <a:ext cx="774700" cy="775335"/>
          </a:xfrm>
          <a:custGeom>
            <a:avLst/>
            <a:gdLst/>
            <a:ahLst/>
            <a:cxnLst/>
            <a:rect l="l" t="t" r="r" b="b"/>
            <a:pathLst>
              <a:path w="774700" h="775335">
                <a:moveTo>
                  <a:pt x="774128" y="527900"/>
                </a:moveTo>
                <a:lnTo>
                  <a:pt x="770724" y="511022"/>
                </a:lnTo>
                <a:lnTo>
                  <a:pt x="761441" y="497230"/>
                </a:lnTo>
                <a:lnTo>
                  <a:pt x="747674" y="487934"/>
                </a:lnTo>
                <a:lnTo>
                  <a:pt x="730821" y="484530"/>
                </a:lnTo>
                <a:lnTo>
                  <a:pt x="387070" y="484530"/>
                </a:lnTo>
                <a:lnTo>
                  <a:pt x="387070" y="581444"/>
                </a:lnTo>
                <a:lnTo>
                  <a:pt x="385165" y="590867"/>
                </a:lnTo>
                <a:lnTo>
                  <a:pt x="379984" y="598576"/>
                </a:lnTo>
                <a:lnTo>
                  <a:pt x="372300" y="603758"/>
                </a:lnTo>
                <a:lnTo>
                  <a:pt x="362877" y="605663"/>
                </a:lnTo>
                <a:lnTo>
                  <a:pt x="353453" y="603758"/>
                </a:lnTo>
                <a:lnTo>
                  <a:pt x="345770" y="598576"/>
                </a:lnTo>
                <a:lnTo>
                  <a:pt x="340588" y="590867"/>
                </a:lnTo>
                <a:lnTo>
                  <a:pt x="338683" y="581444"/>
                </a:lnTo>
                <a:lnTo>
                  <a:pt x="340588" y="572008"/>
                </a:lnTo>
                <a:lnTo>
                  <a:pt x="345770" y="564299"/>
                </a:lnTo>
                <a:lnTo>
                  <a:pt x="353453" y="559117"/>
                </a:lnTo>
                <a:lnTo>
                  <a:pt x="362877" y="557212"/>
                </a:lnTo>
                <a:lnTo>
                  <a:pt x="372300" y="559117"/>
                </a:lnTo>
                <a:lnTo>
                  <a:pt x="379984" y="564299"/>
                </a:lnTo>
                <a:lnTo>
                  <a:pt x="385165" y="572008"/>
                </a:lnTo>
                <a:lnTo>
                  <a:pt x="387070" y="581444"/>
                </a:lnTo>
                <a:lnTo>
                  <a:pt x="387070" y="484530"/>
                </a:lnTo>
                <a:lnTo>
                  <a:pt x="266115" y="484530"/>
                </a:lnTo>
                <a:lnTo>
                  <a:pt x="266115" y="581444"/>
                </a:lnTo>
                <a:lnTo>
                  <a:pt x="264210" y="590867"/>
                </a:lnTo>
                <a:lnTo>
                  <a:pt x="259029" y="598576"/>
                </a:lnTo>
                <a:lnTo>
                  <a:pt x="251333" y="603758"/>
                </a:lnTo>
                <a:lnTo>
                  <a:pt x="241922" y="605663"/>
                </a:lnTo>
                <a:lnTo>
                  <a:pt x="232498" y="603758"/>
                </a:lnTo>
                <a:lnTo>
                  <a:pt x="224815" y="598576"/>
                </a:lnTo>
                <a:lnTo>
                  <a:pt x="219633" y="590867"/>
                </a:lnTo>
                <a:lnTo>
                  <a:pt x="217728" y="581444"/>
                </a:lnTo>
                <a:lnTo>
                  <a:pt x="219633" y="572008"/>
                </a:lnTo>
                <a:lnTo>
                  <a:pt x="224815" y="564299"/>
                </a:lnTo>
                <a:lnTo>
                  <a:pt x="232498" y="559117"/>
                </a:lnTo>
                <a:lnTo>
                  <a:pt x="241922" y="557212"/>
                </a:lnTo>
                <a:lnTo>
                  <a:pt x="251333" y="559117"/>
                </a:lnTo>
                <a:lnTo>
                  <a:pt x="259029" y="564299"/>
                </a:lnTo>
                <a:lnTo>
                  <a:pt x="264210" y="572008"/>
                </a:lnTo>
                <a:lnTo>
                  <a:pt x="266115" y="581444"/>
                </a:lnTo>
                <a:lnTo>
                  <a:pt x="266115" y="484530"/>
                </a:lnTo>
                <a:lnTo>
                  <a:pt x="145148" y="484530"/>
                </a:lnTo>
                <a:lnTo>
                  <a:pt x="145148" y="581444"/>
                </a:lnTo>
                <a:lnTo>
                  <a:pt x="143256" y="590867"/>
                </a:lnTo>
                <a:lnTo>
                  <a:pt x="138074" y="598576"/>
                </a:lnTo>
                <a:lnTo>
                  <a:pt x="130378" y="603758"/>
                </a:lnTo>
                <a:lnTo>
                  <a:pt x="120967" y="605663"/>
                </a:lnTo>
                <a:lnTo>
                  <a:pt x="111544" y="603758"/>
                </a:lnTo>
                <a:lnTo>
                  <a:pt x="103860" y="598576"/>
                </a:lnTo>
                <a:lnTo>
                  <a:pt x="98666" y="590867"/>
                </a:lnTo>
                <a:lnTo>
                  <a:pt x="96774" y="581444"/>
                </a:lnTo>
                <a:lnTo>
                  <a:pt x="98666" y="572008"/>
                </a:lnTo>
                <a:lnTo>
                  <a:pt x="103860" y="564299"/>
                </a:lnTo>
                <a:lnTo>
                  <a:pt x="111544" y="559117"/>
                </a:lnTo>
                <a:lnTo>
                  <a:pt x="120967" y="557212"/>
                </a:lnTo>
                <a:lnTo>
                  <a:pt x="130378" y="559117"/>
                </a:lnTo>
                <a:lnTo>
                  <a:pt x="138074" y="564299"/>
                </a:lnTo>
                <a:lnTo>
                  <a:pt x="143256" y="572008"/>
                </a:lnTo>
                <a:lnTo>
                  <a:pt x="145148" y="581444"/>
                </a:lnTo>
                <a:lnTo>
                  <a:pt x="145148" y="484530"/>
                </a:lnTo>
                <a:lnTo>
                  <a:pt x="43307" y="484530"/>
                </a:lnTo>
                <a:lnTo>
                  <a:pt x="26454" y="487934"/>
                </a:lnTo>
                <a:lnTo>
                  <a:pt x="12687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687" y="665645"/>
                </a:lnTo>
                <a:lnTo>
                  <a:pt x="26454" y="674941"/>
                </a:lnTo>
                <a:lnTo>
                  <a:pt x="43307" y="678345"/>
                </a:lnTo>
                <a:lnTo>
                  <a:pt x="350774" y="678345"/>
                </a:lnTo>
                <a:lnTo>
                  <a:pt x="350774" y="775246"/>
                </a:lnTo>
                <a:lnTo>
                  <a:pt x="423354" y="775246"/>
                </a:lnTo>
                <a:lnTo>
                  <a:pt x="423354" y="678345"/>
                </a:lnTo>
                <a:lnTo>
                  <a:pt x="730821" y="678345"/>
                </a:lnTo>
                <a:lnTo>
                  <a:pt x="747674" y="674941"/>
                </a:lnTo>
                <a:lnTo>
                  <a:pt x="761441" y="665645"/>
                </a:lnTo>
                <a:lnTo>
                  <a:pt x="770724" y="651852"/>
                </a:lnTo>
                <a:lnTo>
                  <a:pt x="774128" y="634974"/>
                </a:lnTo>
                <a:lnTo>
                  <a:pt x="774128" y="605663"/>
                </a:lnTo>
                <a:lnTo>
                  <a:pt x="774128" y="557212"/>
                </a:lnTo>
                <a:lnTo>
                  <a:pt x="774128" y="527900"/>
                </a:lnTo>
                <a:close/>
              </a:path>
              <a:path w="774700" h="775335">
                <a:moveTo>
                  <a:pt x="774128" y="285635"/>
                </a:moveTo>
                <a:lnTo>
                  <a:pt x="770724" y="268757"/>
                </a:lnTo>
                <a:lnTo>
                  <a:pt x="761441" y="254965"/>
                </a:lnTo>
                <a:lnTo>
                  <a:pt x="747687" y="245668"/>
                </a:lnTo>
                <a:lnTo>
                  <a:pt x="730821" y="242265"/>
                </a:lnTo>
                <a:lnTo>
                  <a:pt x="387070" y="242265"/>
                </a:lnTo>
                <a:lnTo>
                  <a:pt x="387070" y="339178"/>
                </a:lnTo>
                <a:lnTo>
                  <a:pt x="385165" y="348602"/>
                </a:lnTo>
                <a:lnTo>
                  <a:pt x="379984" y="356311"/>
                </a:lnTo>
                <a:lnTo>
                  <a:pt x="372300" y="361492"/>
                </a:lnTo>
                <a:lnTo>
                  <a:pt x="362877" y="363397"/>
                </a:lnTo>
                <a:lnTo>
                  <a:pt x="353453" y="361492"/>
                </a:lnTo>
                <a:lnTo>
                  <a:pt x="345770" y="356311"/>
                </a:lnTo>
                <a:lnTo>
                  <a:pt x="340588" y="348602"/>
                </a:lnTo>
                <a:lnTo>
                  <a:pt x="338683" y="339178"/>
                </a:lnTo>
                <a:lnTo>
                  <a:pt x="340588" y="329742"/>
                </a:lnTo>
                <a:lnTo>
                  <a:pt x="345770" y="322033"/>
                </a:lnTo>
                <a:lnTo>
                  <a:pt x="353453" y="316852"/>
                </a:lnTo>
                <a:lnTo>
                  <a:pt x="362877" y="314947"/>
                </a:lnTo>
                <a:lnTo>
                  <a:pt x="372300" y="316852"/>
                </a:lnTo>
                <a:lnTo>
                  <a:pt x="379984" y="322033"/>
                </a:lnTo>
                <a:lnTo>
                  <a:pt x="385165" y="329742"/>
                </a:lnTo>
                <a:lnTo>
                  <a:pt x="387070" y="339178"/>
                </a:lnTo>
                <a:lnTo>
                  <a:pt x="387070" y="242265"/>
                </a:lnTo>
                <a:lnTo>
                  <a:pt x="266115" y="242265"/>
                </a:lnTo>
                <a:lnTo>
                  <a:pt x="266115" y="339178"/>
                </a:lnTo>
                <a:lnTo>
                  <a:pt x="264210" y="348602"/>
                </a:lnTo>
                <a:lnTo>
                  <a:pt x="259029" y="356311"/>
                </a:lnTo>
                <a:lnTo>
                  <a:pt x="251333" y="361492"/>
                </a:lnTo>
                <a:lnTo>
                  <a:pt x="241922" y="363397"/>
                </a:lnTo>
                <a:lnTo>
                  <a:pt x="232498" y="361492"/>
                </a:lnTo>
                <a:lnTo>
                  <a:pt x="224815" y="356311"/>
                </a:lnTo>
                <a:lnTo>
                  <a:pt x="219633" y="348602"/>
                </a:lnTo>
                <a:lnTo>
                  <a:pt x="217728" y="339178"/>
                </a:lnTo>
                <a:lnTo>
                  <a:pt x="219633" y="329742"/>
                </a:lnTo>
                <a:lnTo>
                  <a:pt x="224815" y="322033"/>
                </a:lnTo>
                <a:lnTo>
                  <a:pt x="232498" y="316852"/>
                </a:lnTo>
                <a:lnTo>
                  <a:pt x="241922" y="314947"/>
                </a:lnTo>
                <a:lnTo>
                  <a:pt x="251333" y="316852"/>
                </a:lnTo>
                <a:lnTo>
                  <a:pt x="259029" y="322033"/>
                </a:lnTo>
                <a:lnTo>
                  <a:pt x="264210" y="329742"/>
                </a:lnTo>
                <a:lnTo>
                  <a:pt x="266115" y="339178"/>
                </a:lnTo>
                <a:lnTo>
                  <a:pt x="266115" y="242265"/>
                </a:lnTo>
                <a:lnTo>
                  <a:pt x="145148" y="242265"/>
                </a:lnTo>
                <a:lnTo>
                  <a:pt x="145148" y="339178"/>
                </a:lnTo>
                <a:lnTo>
                  <a:pt x="143256" y="348602"/>
                </a:lnTo>
                <a:lnTo>
                  <a:pt x="138074" y="356311"/>
                </a:lnTo>
                <a:lnTo>
                  <a:pt x="130378" y="361492"/>
                </a:lnTo>
                <a:lnTo>
                  <a:pt x="120967" y="363397"/>
                </a:lnTo>
                <a:lnTo>
                  <a:pt x="111544" y="361492"/>
                </a:lnTo>
                <a:lnTo>
                  <a:pt x="103860" y="356311"/>
                </a:lnTo>
                <a:lnTo>
                  <a:pt x="98666" y="348602"/>
                </a:lnTo>
                <a:lnTo>
                  <a:pt x="96774" y="339178"/>
                </a:lnTo>
                <a:lnTo>
                  <a:pt x="98666" y="329742"/>
                </a:lnTo>
                <a:lnTo>
                  <a:pt x="103860" y="322033"/>
                </a:lnTo>
                <a:lnTo>
                  <a:pt x="111544" y="316852"/>
                </a:lnTo>
                <a:lnTo>
                  <a:pt x="120967" y="314947"/>
                </a:lnTo>
                <a:lnTo>
                  <a:pt x="130378" y="316852"/>
                </a:lnTo>
                <a:lnTo>
                  <a:pt x="138074" y="322033"/>
                </a:lnTo>
                <a:lnTo>
                  <a:pt x="143256" y="329742"/>
                </a:lnTo>
                <a:lnTo>
                  <a:pt x="145148" y="339178"/>
                </a:lnTo>
                <a:lnTo>
                  <a:pt x="145148" y="242265"/>
                </a:lnTo>
                <a:lnTo>
                  <a:pt x="43307" y="242265"/>
                </a:lnTo>
                <a:lnTo>
                  <a:pt x="26454" y="245668"/>
                </a:lnTo>
                <a:lnTo>
                  <a:pt x="12687" y="254965"/>
                </a:lnTo>
                <a:lnTo>
                  <a:pt x="3403" y="268757"/>
                </a:lnTo>
                <a:lnTo>
                  <a:pt x="12" y="285635"/>
                </a:lnTo>
                <a:lnTo>
                  <a:pt x="12" y="392709"/>
                </a:lnTo>
                <a:lnTo>
                  <a:pt x="3403" y="409587"/>
                </a:lnTo>
                <a:lnTo>
                  <a:pt x="12687" y="423379"/>
                </a:lnTo>
                <a:lnTo>
                  <a:pt x="26454" y="432676"/>
                </a:lnTo>
                <a:lnTo>
                  <a:pt x="43307" y="436079"/>
                </a:lnTo>
                <a:lnTo>
                  <a:pt x="730821" y="436079"/>
                </a:lnTo>
                <a:lnTo>
                  <a:pt x="747687" y="432676"/>
                </a:lnTo>
                <a:lnTo>
                  <a:pt x="761441" y="423379"/>
                </a:lnTo>
                <a:lnTo>
                  <a:pt x="770724" y="409587"/>
                </a:lnTo>
                <a:lnTo>
                  <a:pt x="774128" y="392709"/>
                </a:lnTo>
                <a:lnTo>
                  <a:pt x="774128" y="363397"/>
                </a:lnTo>
                <a:lnTo>
                  <a:pt x="774128" y="314947"/>
                </a:lnTo>
                <a:lnTo>
                  <a:pt x="774128" y="285635"/>
                </a:lnTo>
                <a:close/>
              </a:path>
              <a:path w="774700" h="775335">
                <a:moveTo>
                  <a:pt x="774128" y="43370"/>
                </a:moveTo>
                <a:lnTo>
                  <a:pt x="770724" y="26492"/>
                </a:lnTo>
                <a:lnTo>
                  <a:pt x="761441" y="12700"/>
                </a:lnTo>
                <a:lnTo>
                  <a:pt x="747687" y="3403"/>
                </a:lnTo>
                <a:lnTo>
                  <a:pt x="730821" y="0"/>
                </a:lnTo>
                <a:lnTo>
                  <a:pt x="387070" y="0"/>
                </a:lnTo>
                <a:lnTo>
                  <a:pt x="387070" y="96901"/>
                </a:lnTo>
                <a:lnTo>
                  <a:pt x="385165" y="106337"/>
                </a:lnTo>
                <a:lnTo>
                  <a:pt x="379984" y="114046"/>
                </a:lnTo>
                <a:lnTo>
                  <a:pt x="372300" y="119227"/>
                </a:lnTo>
                <a:lnTo>
                  <a:pt x="362877" y="121132"/>
                </a:lnTo>
                <a:lnTo>
                  <a:pt x="353453" y="119227"/>
                </a:lnTo>
                <a:lnTo>
                  <a:pt x="345770" y="114046"/>
                </a:lnTo>
                <a:lnTo>
                  <a:pt x="340588" y="106337"/>
                </a:lnTo>
                <a:lnTo>
                  <a:pt x="338683" y="96901"/>
                </a:lnTo>
                <a:lnTo>
                  <a:pt x="340588" y="87477"/>
                </a:lnTo>
                <a:lnTo>
                  <a:pt x="345770" y="79768"/>
                </a:lnTo>
                <a:lnTo>
                  <a:pt x="353453" y="74587"/>
                </a:lnTo>
                <a:lnTo>
                  <a:pt x="362877" y="72682"/>
                </a:lnTo>
                <a:lnTo>
                  <a:pt x="372300" y="74587"/>
                </a:lnTo>
                <a:lnTo>
                  <a:pt x="379984" y="79768"/>
                </a:lnTo>
                <a:lnTo>
                  <a:pt x="385165" y="87477"/>
                </a:lnTo>
                <a:lnTo>
                  <a:pt x="387070" y="96901"/>
                </a:lnTo>
                <a:lnTo>
                  <a:pt x="387070" y="0"/>
                </a:lnTo>
                <a:lnTo>
                  <a:pt x="266115" y="0"/>
                </a:lnTo>
                <a:lnTo>
                  <a:pt x="266115" y="96901"/>
                </a:lnTo>
                <a:lnTo>
                  <a:pt x="264210" y="106337"/>
                </a:lnTo>
                <a:lnTo>
                  <a:pt x="259029" y="114046"/>
                </a:lnTo>
                <a:lnTo>
                  <a:pt x="251333" y="119227"/>
                </a:lnTo>
                <a:lnTo>
                  <a:pt x="241922" y="121132"/>
                </a:lnTo>
                <a:lnTo>
                  <a:pt x="232498" y="119227"/>
                </a:lnTo>
                <a:lnTo>
                  <a:pt x="224815" y="114046"/>
                </a:lnTo>
                <a:lnTo>
                  <a:pt x="219633" y="106337"/>
                </a:lnTo>
                <a:lnTo>
                  <a:pt x="217728" y="96901"/>
                </a:lnTo>
                <a:lnTo>
                  <a:pt x="219633" y="87477"/>
                </a:lnTo>
                <a:lnTo>
                  <a:pt x="224815" y="79768"/>
                </a:lnTo>
                <a:lnTo>
                  <a:pt x="232498" y="74587"/>
                </a:lnTo>
                <a:lnTo>
                  <a:pt x="241922" y="72682"/>
                </a:lnTo>
                <a:lnTo>
                  <a:pt x="251333" y="74587"/>
                </a:lnTo>
                <a:lnTo>
                  <a:pt x="259029" y="79768"/>
                </a:lnTo>
                <a:lnTo>
                  <a:pt x="264210" y="87477"/>
                </a:lnTo>
                <a:lnTo>
                  <a:pt x="266115" y="96901"/>
                </a:lnTo>
                <a:lnTo>
                  <a:pt x="266115" y="0"/>
                </a:lnTo>
                <a:lnTo>
                  <a:pt x="145161" y="0"/>
                </a:lnTo>
                <a:lnTo>
                  <a:pt x="145161" y="96901"/>
                </a:lnTo>
                <a:lnTo>
                  <a:pt x="143256" y="106337"/>
                </a:lnTo>
                <a:lnTo>
                  <a:pt x="138074" y="114046"/>
                </a:lnTo>
                <a:lnTo>
                  <a:pt x="130378" y="119227"/>
                </a:lnTo>
                <a:lnTo>
                  <a:pt x="120967" y="121132"/>
                </a:lnTo>
                <a:lnTo>
                  <a:pt x="111544" y="119227"/>
                </a:lnTo>
                <a:lnTo>
                  <a:pt x="103860" y="114046"/>
                </a:lnTo>
                <a:lnTo>
                  <a:pt x="98679" y="106337"/>
                </a:lnTo>
                <a:lnTo>
                  <a:pt x="96774" y="96901"/>
                </a:lnTo>
                <a:lnTo>
                  <a:pt x="98679" y="87477"/>
                </a:lnTo>
                <a:lnTo>
                  <a:pt x="103860" y="79768"/>
                </a:lnTo>
                <a:lnTo>
                  <a:pt x="111544" y="74587"/>
                </a:lnTo>
                <a:lnTo>
                  <a:pt x="120967" y="72682"/>
                </a:lnTo>
                <a:lnTo>
                  <a:pt x="130378" y="74587"/>
                </a:lnTo>
                <a:lnTo>
                  <a:pt x="138074" y="79768"/>
                </a:lnTo>
                <a:lnTo>
                  <a:pt x="143256" y="87477"/>
                </a:lnTo>
                <a:lnTo>
                  <a:pt x="145161" y="96901"/>
                </a:lnTo>
                <a:lnTo>
                  <a:pt x="145161" y="0"/>
                </a:lnTo>
                <a:lnTo>
                  <a:pt x="43307" y="0"/>
                </a:lnTo>
                <a:lnTo>
                  <a:pt x="26454" y="3403"/>
                </a:lnTo>
                <a:lnTo>
                  <a:pt x="12687" y="12700"/>
                </a:lnTo>
                <a:lnTo>
                  <a:pt x="3416" y="26492"/>
                </a:lnTo>
                <a:lnTo>
                  <a:pt x="12" y="43370"/>
                </a:lnTo>
                <a:lnTo>
                  <a:pt x="12" y="150444"/>
                </a:lnTo>
                <a:lnTo>
                  <a:pt x="3416" y="167322"/>
                </a:lnTo>
                <a:lnTo>
                  <a:pt x="12687" y="181114"/>
                </a:lnTo>
                <a:lnTo>
                  <a:pt x="26454" y="190411"/>
                </a:lnTo>
                <a:lnTo>
                  <a:pt x="43307" y="193814"/>
                </a:lnTo>
                <a:lnTo>
                  <a:pt x="730821" y="193814"/>
                </a:lnTo>
                <a:lnTo>
                  <a:pt x="747687" y="190411"/>
                </a:lnTo>
                <a:lnTo>
                  <a:pt x="761441" y="181114"/>
                </a:lnTo>
                <a:lnTo>
                  <a:pt x="770724" y="167322"/>
                </a:lnTo>
                <a:lnTo>
                  <a:pt x="774128" y="150444"/>
                </a:lnTo>
                <a:lnTo>
                  <a:pt x="774128" y="121132"/>
                </a:lnTo>
                <a:lnTo>
                  <a:pt x="774128" y="72682"/>
                </a:lnTo>
                <a:lnTo>
                  <a:pt x="774128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06302" y="3000055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3474" y="3000055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93947" y="2975603"/>
            <a:ext cx="3583686" cy="1697989"/>
            <a:chOff x="3393947" y="2975603"/>
            <a:chExt cx="3583686" cy="1697989"/>
          </a:xfrm>
        </p:grpSpPr>
        <p:sp>
          <p:nvSpPr>
            <p:cNvPr id="11" name="object 11"/>
            <p:cNvSpPr/>
            <p:nvPr/>
          </p:nvSpPr>
          <p:spPr>
            <a:xfrm>
              <a:off x="5803366" y="3548532"/>
              <a:ext cx="774700" cy="775335"/>
            </a:xfrm>
            <a:custGeom>
              <a:avLst/>
              <a:gdLst/>
              <a:ahLst/>
              <a:cxnLst/>
              <a:rect l="l" t="t" r="r" b="b"/>
              <a:pathLst>
                <a:path w="774700" h="775335">
                  <a:moveTo>
                    <a:pt x="774128" y="527900"/>
                  </a:moveTo>
                  <a:lnTo>
                    <a:pt x="770724" y="511022"/>
                  </a:lnTo>
                  <a:lnTo>
                    <a:pt x="761441" y="497230"/>
                  </a:lnTo>
                  <a:lnTo>
                    <a:pt x="747674" y="487934"/>
                  </a:lnTo>
                  <a:lnTo>
                    <a:pt x="730821" y="484530"/>
                  </a:lnTo>
                  <a:lnTo>
                    <a:pt x="387057" y="484530"/>
                  </a:lnTo>
                  <a:lnTo>
                    <a:pt x="387057" y="581431"/>
                  </a:lnTo>
                  <a:lnTo>
                    <a:pt x="385165" y="590867"/>
                  </a:lnTo>
                  <a:lnTo>
                    <a:pt x="379984" y="598563"/>
                  </a:lnTo>
                  <a:lnTo>
                    <a:pt x="372287" y="603758"/>
                  </a:lnTo>
                  <a:lnTo>
                    <a:pt x="362877" y="605663"/>
                  </a:lnTo>
                  <a:lnTo>
                    <a:pt x="353453" y="603758"/>
                  </a:lnTo>
                  <a:lnTo>
                    <a:pt x="345770" y="598563"/>
                  </a:lnTo>
                  <a:lnTo>
                    <a:pt x="340575" y="590867"/>
                  </a:lnTo>
                  <a:lnTo>
                    <a:pt x="338683" y="581431"/>
                  </a:lnTo>
                  <a:lnTo>
                    <a:pt x="340575" y="572008"/>
                  </a:lnTo>
                  <a:lnTo>
                    <a:pt x="345770" y="564299"/>
                  </a:lnTo>
                  <a:lnTo>
                    <a:pt x="353453" y="559117"/>
                  </a:lnTo>
                  <a:lnTo>
                    <a:pt x="362877" y="557212"/>
                  </a:lnTo>
                  <a:lnTo>
                    <a:pt x="372287" y="559117"/>
                  </a:lnTo>
                  <a:lnTo>
                    <a:pt x="379984" y="564299"/>
                  </a:lnTo>
                  <a:lnTo>
                    <a:pt x="385165" y="572008"/>
                  </a:lnTo>
                  <a:lnTo>
                    <a:pt x="387057" y="581431"/>
                  </a:lnTo>
                  <a:lnTo>
                    <a:pt x="387057" y="484530"/>
                  </a:lnTo>
                  <a:lnTo>
                    <a:pt x="266103" y="484530"/>
                  </a:lnTo>
                  <a:lnTo>
                    <a:pt x="266103" y="581431"/>
                  </a:lnTo>
                  <a:lnTo>
                    <a:pt x="264210" y="590867"/>
                  </a:lnTo>
                  <a:lnTo>
                    <a:pt x="259029" y="598563"/>
                  </a:lnTo>
                  <a:lnTo>
                    <a:pt x="251333" y="603758"/>
                  </a:lnTo>
                  <a:lnTo>
                    <a:pt x="241922" y="605663"/>
                  </a:lnTo>
                  <a:lnTo>
                    <a:pt x="232498" y="603758"/>
                  </a:lnTo>
                  <a:lnTo>
                    <a:pt x="224802" y="598563"/>
                  </a:lnTo>
                  <a:lnTo>
                    <a:pt x="219621" y="590867"/>
                  </a:lnTo>
                  <a:lnTo>
                    <a:pt x="217728" y="581431"/>
                  </a:lnTo>
                  <a:lnTo>
                    <a:pt x="219621" y="572008"/>
                  </a:lnTo>
                  <a:lnTo>
                    <a:pt x="224802" y="564299"/>
                  </a:lnTo>
                  <a:lnTo>
                    <a:pt x="232498" y="559117"/>
                  </a:lnTo>
                  <a:lnTo>
                    <a:pt x="241922" y="557212"/>
                  </a:lnTo>
                  <a:lnTo>
                    <a:pt x="251333" y="559117"/>
                  </a:lnTo>
                  <a:lnTo>
                    <a:pt x="259029" y="564299"/>
                  </a:lnTo>
                  <a:lnTo>
                    <a:pt x="264210" y="572008"/>
                  </a:lnTo>
                  <a:lnTo>
                    <a:pt x="266103" y="581431"/>
                  </a:lnTo>
                  <a:lnTo>
                    <a:pt x="266103" y="484530"/>
                  </a:lnTo>
                  <a:lnTo>
                    <a:pt x="145148" y="484530"/>
                  </a:lnTo>
                  <a:lnTo>
                    <a:pt x="145148" y="581431"/>
                  </a:lnTo>
                  <a:lnTo>
                    <a:pt x="143256" y="590867"/>
                  </a:lnTo>
                  <a:lnTo>
                    <a:pt x="138061" y="598563"/>
                  </a:lnTo>
                  <a:lnTo>
                    <a:pt x="130378" y="603758"/>
                  </a:lnTo>
                  <a:lnTo>
                    <a:pt x="120954" y="605663"/>
                  </a:lnTo>
                  <a:lnTo>
                    <a:pt x="111544" y="603758"/>
                  </a:lnTo>
                  <a:lnTo>
                    <a:pt x="103847" y="598563"/>
                  </a:lnTo>
                  <a:lnTo>
                    <a:pt x="98666" y="590867"/>
                  </a:lnTo>
                  <a:lnTo>
                    <a:pt x="96774" y="581431"/>
                  </a:lnTo>
                  <a:lnTo>
                    <a:pt x="98666" y="572008"/>
                  </a:lnTo>
                  <a:lnTo>
                    <a:pt x="103847" y="564299"/>
                  </a:lnTo>
                  <a:lnTo>
                    <a:pt x="111544" y="559117"/>
                  </a:lnTo>
                  <a:lnTo>
                    <a:pt x="120954" y="557212"/>
                  </a:lnTo>
                  <a:lnTo>
                    <a:pt x="130378" y="559117"/>
                  </a:lnTo>
                  <a:lnTo>
                    <a:pt x="138061" y="564299"/>
                  </a:lnTo>
                  <a:lnTo>
                    <a:pt x="143256" y="572008"/>
                  </a:lnTo>
                  <a:lnTo>
                    <a:pt x="145148" y="581431"/>
                  </a:lnTo>
                  <a:lnTo>
                    <a:pt x="145148" y="484530"/>
                  </a:lnTo>
                  <a:lnTo>
                    <a:pt x="43307" y="484530"/>
                  </a:lnTo>
                  <a:lnTo>
                    <a:pt x="26454" y="487934"/>
                  </a:lnTo>
                  <a:lnTo>
                    <a:pt x="12687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687" y="665645"/>
                  </a:lnTo>
                  <a:lnTo>
                    <a:pt x="26454" y="674928"/>
                  </a:lnTo>
                  <a:lnTo>
                    <a:pt x="43307" y="678345"/>
                  </a:lnTo>
                  <a:lnTo>
                    <a:pt x="350774" y="678345"/>
                  </a:lnTo>
                  <a:lnTo>
                    <a:pt x="350774" y="775246"/>
                  </a:lnTo>
                  <a:lnTo>
                    <a:pt x="423341" y="775246"/>
                  </a:lnTo>
                  <a:lnTo>
                    <a:pt x="423341" y="678345"/>
                  </a:lnTo>
                  <a:lnTo>
                    <a:pt x="730821" y="678345"/>
                  </a:lnTo>
                  <a:lnTo>
                    <a:pt x="747674" y="674928"/>
                  </a:lnTo>
                  <a:lnTo>
                    <a:pt x="761441" y="665645"/>
                  </a:lnTo>
                  <a:lnTo>
                    <a:pt x="770724" y="651852"/>
                  </a:lnTo>
                  <a:lnTo>
                    <a:pt x="774128" y="634974"/>
                  </a:lnTo>
                  <a:lnTo>
                    <a:pt x="774128" y="605663"/>
                  </a:lnTo>
                  <a:lnTo>
                    <a:pt x="774128" y="557212"/>
                  </a:lnTo>
                  <a:lnTo>
                    <a:pt x="774128" y="527900"/>
                  </a:lnTo>
                  <a:close/>
                </a:path>
                <a:path w="774700" h="775335">
                  <a:moveTo>
                    <a:pt x="774128" y="285635"/>
                  </a:moveTo>
                  <a:lnTo>
                    <a:pt x="770724" y="268744"/>
                  </a:lnTo>
                  <a:lnTo>
                    <a:pt x="761441" y="254965"/>
                  </a:lnTo>
                  <a:lnTo>
                    <a:pt x="747674" y="245668"/>
                  </a:lnTo>
                  <a:lnTo>
                    <a:pt x="730821" y="242265"/>
                  </a:lnTo>
                  <a:lnTo>
                    <a:pt x="387070" y="242265"/>
                  </a:lnTo>
                  <a:lnTo>
                    <a:pt x="387070" y="339166"/>
                  </a:lnTo>
                  <a:lnTo>
                    <a:pt x="385165" y="348602"/>
                  </a:lnTo>
                  <a:lnTo>
                    <a:pt x="379984" y="356298"/>
                  </a:lnTo>
                  <a:lnTo>
                    <a:pt x="372287" y="361492"/>
                  </a:lnTo>
                  <a:lnTo>
                    <a:pt x="362877" y="363397"/>
                  </a:lnTo>
                  <a:lnTo>
                    <a:pt x="353453" y="361492"/>
                  </a:lnTo>
                  <a:lnTo>
                    <a:pt x="345770" y="356298"/>
                  </a:lnTo>
                  <a:lnTo>
                    <a:pt x="340575" y="348602"/>
                  </a:lnTo>
                  <a:lnTo>
                    <a:pt x="338683" y="339166"/>
                  </a:lnTo>
                  <a:lnTo>
                    <a:pt x="340575" y="329742"/>
                  </a:lnTo>
                  <a:lnTo>
                    <a:pt x="345770" y="322033"/>
                  </a:lnTo>
                  <a:lnTo>
                    <a:pt x="353453" y="316852"/>
                  </a:lnTo>
                  <a:lnTo>
                    <a:pt x="362877" y="314947"/>
                  </a:lnTo>
                  <a:lnTo>
                    <a:pt x="372287" y="316852"/>
                  </a:lnTo>
                  <a:lnTo>
                    <a:pt x="379984" y="322033"/>
                  </a:lnTo>
                  <a:lnTo>
                    <a:pt x="385165" y="329742"/>
                  </a:lnTo>
                  <a:lnTo>
                    <a:pt x="387070" y="339166"/>
                  </a:lnTo>
                  <a:lnTo>
                    <a:pt x="387070" y="242265"/>
                  </a:lnTo>
                  <a:lnTo>
                    <a:pt x="266103" y="242265"/>
                  </a:lnTo>
                  <a:lnTo>
                    <a:pt x="266103" y="339166"/>
                  </a:lnTo>
                  <a:lnTo>
                    <a:pt x="264210" y="348602"/>
                  </a:lnTo>
                  <a:lnTo>
                    <a:pt x="259029" y="356298"/>
                  </a:lnTo>
                  <a:lnTo>
                    <a:pt x="251333" y="361492"/>
                  </a:lnTo>
                  <a:lnTo>
                    <a:pt x="241922" y="363397"/>
                  </a:lnTo>
                  <a:lnTo>
                    <a:pt x="232498" y="361492"/>
                  </a:lnTo>
                  <a:lnTo>
                    <a:pt x="224802" y="356298"/>
                  </a:lnTo>
                  <a:lnTo>
                    <a:pt x="219621" y="348602"/>
                  </a:lnTo>
                  <a:lnTo>
                    <a:pt x="217728" y="339166"/>
                  </a:lnTo>
                  <a:lnTo>
                    <a:pt x="219621" y="329742"/>
                  </a:lnTo>
                  <a:lnTo>
                    <a:pt x="224802" y="322033"/>
                  </a:lnTo>
                  <a:lnTo>
                    <a:pt x="232498" y="316852"/>
                  </a:lnTo>
                  <a:lnTo>
                    <a:pt x="241922" y="314947"/>
                  </a:lnTo>
                  <a:lnTo>
                    <a:pt x="251333" y="316852"/>
                  </a:lnTo>
                  <a:lnTo>
                    <a:pt x="259029" y="322033"/>
                  </a:lnTo>
                  <a:lnTo>
                    <a:pt x="264210" y="329742"/>
                  </a:lnTo>
                  <a:lnTo>
                    <a:pt x="266103" y="339166"/>
                  </a:lnTo>
                  <a:lnTo>
                    <a:pt x="266103" y="242265"/>
                  </a:lnTo>
                  <a:lnTo>
                    <a:pt x="145148" y="242265"/>
                  </a:lnTo>
                  <a:lnTo>
                    <a:pt x="145148" y="339166"/>
                  </a:lnTo>
                  <a:lnTo>
                    <a:pt x="143256" y="348602"/>
                  </a:lnTo>
                  <a:lnTo>
                    <a:pt x="138061" y="356298"/>
                  </a:lnTo>
                  <a:lnTo>
                    <a:pt x="130378" y="361492"/>
                  </a:lnTo>
                  <a:lnTo>
                    <a:pt x="120954" y="363397"/>
                  </a:lnTo>
                  <a:lnTo>
                    <a:pt x="111544" y="361492"/>
                  </a:lnTo>
                  <a:lnTo>
                    <a:pt x="103847" y="356298"/>
                  </a:lnTo>
                  <a:lnTo>
                    <a:pt x="98666" y="348602"/>
                  </a:lnTo>
                  <a:lnTo>
                    <a:pt x="96774" y="339166"/>
                  </a:lnTo>
                  <a:lnTo>
                    <a:pt x="98666" y="329742"/>
                  </a:lnTo>
                  <a:lnTo>
                    <a:pt x="103847" y="322033"/>
                  </a:lnTo>
                  <a:lnTo>
                    <a:pt x="111544" y="316852"/>
                  </a:lnTo>
                  <a:lnTo>
                    <a:pt x="120954" y="314947"/>
                  </a:lnTo>
                  <a:lnTo>
                    <a:pt x="130378" y="316852"/>
                  </a:lnTo>
                  <a:lnTo>
                    <a:pt x="138061" y="322033"/>
                  </a:lnTo>
                  <a:lnTo>
                    <a:pt x="143256" y="329742"/>
                  </a:lnTo>
                  <a:lnTo>
                    <a:pt x="145148" y="339166"/>
                  </a:lnTo>
                  <a:lnTo>
                    <a:pt x="145148" y="242265"/>
                  </a:lnTo>
                  <a:lnTo>
                    <a:pt x="43307" y="242265"/>
                  </a:lnTo>
                  <a:lnTo>
                    <a:pt x="26454" y="245668"/>
                  </a:lnTo>
                  <a:lnTo>
                    <a:pt x="12687" y="254965"/>
                  </a:lnTo>
                  <a:lnTo>
                    <a:pt x="3403" y="268744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687" y="423379"/>
                  </a:lnTo>
                  <a:lnTo>
                    <a:pt x="26454" y="432663"/>
                  </a:lnTo>
                  <a:lnTo>
                    <a:pt x="43307" y="436079"/>
                  </a:lnTo>
                  <a:lnTo>
                    <a:pt x="730821" y="436079"/>
                  </a:lnTo>
                  <a:lnTo>
                    <a:pt x="747674" y="432663"/>
                  </a:lnTo>
                  <a:lnTo>
                    <a:pt x="761441" y="423379"/>
                  </a:lnTo>
                  <a:lnTo>
                    <a:pt x="770724" y="409587"/>
                  </a:lnTo>
                  <a:lnTo>
                    <a:pt x="774128" y="392709"/>
                  </a:lnTo>
                  <a:lnTo>
                    <a:pt x="774128" y="363397"/>
                  </a:lnTo>
                  <a:lnTo>
                    <a:pt x="774128" y="314947"/>
                  </a:lnTo>
                  <a:lnTo>
                    <a:pt x="774128" y="285635"/>
                  </a:lnTo>
                  <a:close/>
                </a:path>
                <a:path w="774700" h="775335">
                  <a:moveTo>
                    <a:pt x="774128" y="43357"/>
                  </a:moveTo>
                  <a:lnTo>
                    <a:pt x="770724" y="26479"/>
                  </a:lnTo>
                  <a:lnTo>
                    <a:pt x="761441" y="12700"/>
                  </a:lnTo>
                  <a:lnTo>
                    <a:pt x="747674" y="3403"/>
                  </a:lnTo>
                  <a:lnTo>
                    <a:pt x="730821" y="0"/>
                  </a:lnTo>
                  <a:lnTo>
                    <a:pt x="387070" y="0"/>
                  </a:lnTo>
                  <a:lnTo>
                    <a:pt x="387070" y="96901"/>
                  </a:lnTo>
                  <a:lnTo>
                    <a:pt x="385165" y="106337"/>
                  </a:lnTo>
                  <a:lnTo>
                    <a:pt x="379984" y="114033"/>
                  </a:lnTo>
                  <a:lnTo>
                    <a:pt x="372287" y="119227"/>
                  </a:lnTo>
                  <a:lnTo>
                    <a:pt x="362877" y="121132"/>
                  </a:lnTo>
                  <a:lnTo>
                    <a:pt x="353453" y="119227"/>
                  </a:lnTo>
                  <a:lnTo>
                    <a:pt x="345770" y="114033"/>
                  </a:lnTo>
                  <a:lnTo>
                    <a:pt x="340588" y="106337"/>
                  </a:lnTo>
                  <a:lnTo>
                    <a:pt x="338683" y="96901"/>
                  </a:lnTo>
                  <a:lnTo>
                    <a:pt x="340588" y="87477"/>
                  </a:lnTo>
                  <a:lnTo>
                    <a:pt x="345770" y="79768"/>
                  </a:lnTo>
                  <a:lnTo>
                    <a:pt x="353453" y="74587"/>
                  </a:lnTo>
                  <a:lnTo>
                    <a:pt x="362877" y="72682"/>
                  </a:lnTo>
                  <a:lnTo>
                    <a:pt x="372287" y="74587"/>
                  </a:lnTo>
                  <a:lnTo>
                    <a:pt x="379984" y="79768"/>
                  </a:lnTo>
                  <a:lnTo>
                    <a:pt x="385165" y="87477"/>
                  </a:lnTo>
                  <a:lnTo>
                    <a:pt x="387070" y="96901"/>
                  </a:lnTo>
                  <a:lnTo>
                    <a:pt x="387070" y="0"/>
                  </a:lnTo>
                  <a:lnTo>
                    <a:pt x="266103" y="0"/>
                  </a:lnTo>
                  <a:lnTo>
                    <a:pt x="266103" y="96901"/>
                  </a:lnTo>
                  <a:lnTo>
                    <a:pt x="264210" y="106337"/>
                  </a:lnTo>
                  <a:lnTo>
                    <a:pt x="259029" y="114033"/>
                  </a:lnTo>
                  <a:lnTo>
                    <a:pt x="251333" y="119227"/>
                  </a:lnTo>
                  <a:lnTo>
                    <a:pt x="241922" y="121132"/>
                  </a:lnTo>
                  <a:lnTo>
                    <a:pt x="232498" y="119227"/>
                  </a:lnTo>
                  <a:lnTo>
                    <a:pt x="224802" y="114033"/>
                  </a:lnTo>
                  <a:lnTo>
                    <a:pt x="219621" y="106337"/>
                  </a:lnTo>
                  <a:lnTo>
                    <a:pt x="217728" y="96901"/>
                  </a:lnTo>
                  <a:lnTo>
                    <a:pt x="219621" y="87477"/>
                  </a:lnTo>
                  <a:lnTo>
                    <a:pt x="224802" y="79768"/>
                  </a:lnTo>
                  <a:lnTo>
                    <a:pt x="232498" y="74587"/>
                  </a:lnTo>
                  <a:lnTo>
                    <a:pt x="241922" y="72682"/>
                  </a:lnTo>
                  <a:lnTo>
                    <a:pt x="251333" y="74587"/>
                  </a:lnTo>
                  <a:lnTo>
                    <a:pt x="259029" y="79768"/>
                  </a:lnTo>
                  <a:lnTo>
                    <a:pt x="264210" y="87477"/>
                  </a:lnTo>
                  <a:lnTo>
                    <a:pt x="266103" y="96901"/>
                  </a:lnTo>
                  <a:lnTo>
                    <a:pt x="266103" y="0"/>
                  </a:lnTo>
                  <a:lnTo>
                    <a:pt x="145148" y="0"/>
                  </a:lnTo>
                  <a:lnTo>
                    <a:pt x="145148" y="96901"/>
                  </a:lnTo>
                  <a:lnTo>
                    <a:pt x="143256" y="106337"/>
                  </a:lnTo>
                  <a:lnTo>
                    <a:pt x="138061" y="114033"/>
                  </a:lnTo>
                  <a:lnTo>
                    <a:pt x="130378" y="119227"/>
                  </a:lnTo>
                  <a:lnTo>
                    <a:pt x="120954" y="121132"/>
                  </a:lnTo>
                  <a:lnTo>
                    <a:pt x="111544" y="119227"/>
                  </a:lnTo>
                  <a:lnTo>
                    <a:pt x="103847" y="114033"/>
                  </a:lnTo>
                  <a:lnTo>
                    <a:pt x="98666" y="106337"/>
                  </a:lnTo>
                  <a:lnTo>
                    <a:pt x="96774" y="96901"/>
                  </a:lnTo>
                  <a:lnTo>
                    <a:pt x="98666" y="87477"/>
                  </a:lnTo>
                  <a:lnTo>
                    <a:pt x="103847" y="79768"/>
                  </a:lnTo>
                  <a:lnTo>
                    <a:pt x="111544" y="74587"/>
                  </a:lnTo>
                  <a:lnTo>
                    <a:pt x="120954" y="72682"/>
                  </a:lnTo>
                  <a:lnTo>
                    <a:pt x="130378" y="74587"/>
                  </a:lnTo>
                  <a:lnTo>
                    <a:pt x="138061" y="79768"/>
                  </a:lnTo>
                  <a:lnTo>
                    <a:pt x="143256" y="87477"/>
                  </a:lnTo>
                  <a:lnTo>
                    <a:pt x="145148" y="96901"/>
                  </a:lnTo>
                  <a:lnTo>
                    <a:pt x="145148" y="0"/>
                  </a:lnTo>
                  <a:lnTo>
                    <a:pt x="43307" y="0"/>
                  </a:lnTo>
                  <a:lnTo>
                    <a:pt x="26454" y="3403"/>
                  </a:lnTo>
                  <a:lnTo>
                    <a:pt x="12687" y="12700"/>
                  </a:lnTo>
                  <a:lnTo>
                    <a:pt x="3403" y="26479"/>
                  </a:lnTo>
                  <a:lnTo>
                    <a:pt x="0" y="43357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687" y="181102"/>
                  </a:lnTo>
                  <a:lnTo>
                    <a:pt x="26454" y="190398"/>
                  </a:lnTo>
                  <a:lnTo>
                    <a:pt x="43307" y="193814"/>
                  </a:lnTo>
                  <a:lnTo>
                    <a:pt x="730821" y="193814"/>
                  </a:lnTo>
                  <a:lnTo>
                    <a:pt x="747674" y="190398"/>
                  </a:lnTo>
                  <a:lnTo>
                    <a:pt x="761441" y="181102"/>
                  </a:lnTo>
                  <a:lnTo>
                    <a:pt x="770724" y="167322"/>
                  </a:lnTo>
                  <a:lnTo>
                    <a:pt x="774128" y="150444"/>
                  </a:lnTo>
                  <a:lnTo>
                    <a:pt x="774128" y="121132"/>
                  </a:lnTo>
                  <a:lnTo>
                    <a:pt x="774128" y="72682"/>
                  </a:lnTo>
                  <a:lnTo>
                    <a:pt x="774128" y="4335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7313" y="2975603"/>
              <a:ext cx="2560320" cy="1697989"/>
            </a:xfrm>
            <a:custGeom>
              <a:avLst/>
              <a:gdLst/>
              <a:ahLst/>
              <a:cxnLst/>
              <a:rect l="l" t="t" r="r" b="b"/>
              <a:pathLst>
                <a:path w="2560320" h="1697989">
                  <a:moveTo>
                    <a:pt x="0" y="282968"/>
                  </a:moveTo>
                  <a:lnTo>
                    <a:pt x="3703" y="237071"/>
                  </a:lnTo>
                  <a:lnTo>
                    <a:pt x="14425" y="193530"/>
                  </a:lnTo>
                  <a:lnTo>
                    <a:pt x="31583" y="152930"/>
                  </a:lnTo>
                  <a:lnTo>
                    <a:pt x="54594" y="115853"/>
                  </a:lnTo>
                  <a:lnTo>
                    <a:pt x="82877" y="82881"/>
                  </a:lnTo>
                  <a:lnTo>
                    <a:pt x="115848" y="54598"/>
                  </a:lnTo>
                  <a:lnTo>
                    <a:pt x="152925" y="31585"/>
                  </a:lnTo>
                  <a:lnTo>
                    <a:pt x="193526" y="14426"/>
                  </a:lnTo>
                  <a:lnTo>
                    <a:pt x="237068" y="3703"/>
                  </a:lnTo>
                  <a:lnTo>
                    <a:pt x="282968" y="0"/>
                  </a:lnTo>
                  <a:lnTo>
                    <a:pt x="2277364" y="0"/>
                  </a:lnTo>
                  <a:lnTo>
                    <a:pt x="2323261" y="3703"/>
                  </a:lnTo>
                  <a:lnTo>
                    <a:pt x="2366800" y="14426"/>
                  </a:lnTo>
                  <a:lnTo>
                    <a:pt x="2407399" y="31585"/>
                  </a:lnTo>
                  <a:lnTo>
                    <a:pt x="2444474" y="54598"/>
                  </a:lnTo>
                  <a:lnTo>
                    <a:pt x="2477444" y="82881"/>
                  </a:lnTo>
                  <a:lnTo>
                    <a:pt x="2505726" y="115853"/>
                  </a:lnTo>
                  <a:lnTo>
                    <a:pt x="2528737" y="152930"/>
                  </a:lnTo>
                  <a:lnTo>
                    <a:pt x="2545894" y="193530"/>
                  </a:lnTo>
                  <a:lnTo>
                    <a:pt x="2556616" y="237071"/>
                  </a:lnTo>
                  <a:lnTo>
                    <a:pt x="2560320" y="282968"/>
                  </a:lnTo>
                  <a:lnTo>
                    <a:pt x="2560320" y="1414780"/>
                  </a:lnTo>
                  <a:lnTo>
                    <a:pt x="2556616" y="1460677"/>
                  </a:lnTo>
                  <a:lnTo>
                    <a:pt x="2545894" y="1504216"/>
                  </a:lnTo>
                  <a:lnTo>
                    <a:pt x="2528737" y="1544815"/>
                  </a:lnTo>
                  <a:lnTo>
                    <a:pt x="2505726" y="1581890"/>
                  </a:lnTo>
                  <a:lnTo>
                    <a:pt x="2477444" y="1614860"/>
                  </a:lnTo>
                  <a:lnTo>
                    <a:pt x="2444474" y="1643142"/>
                  </a:lnTo>
                  <a:lnTo>
                    <a:pt x="2407399" y="1666153"/>
                  </a:lnTo>
                  <a:lnTo>
                    <a:pt x="2366800" y="1683310"/>
                  </a:lnTo>
                  <a:lnTo>
                    <a:pt x="2323261" y="1694032"/>
                  </a:lnTo>
                  <a:lnTo>
                    <a:pt x="2277364" y="1697736"/>
                  </a:lnTo>
                  <a:lnTo>
                    <a:pt x="282968" y="1697736"/>
                  </a:lnTo>
                  <a:lnTo>
                    <a:pt x="237068" y="1694032"/>
                  </a:lnTo>
                  <a:lnTo>
                    <a:pt x="193526" y="1683310"/>
                  </a:lnTo>
                  <a:lnTo>
                    <a:pt x="152925" y="1666153"/>
                  </a:lnTo>
                  <a:lnTo>
                    <a:pt x="115848" y="1643142"/>
                  </a:lnTo>
                  <a:lnTo>
                    <a:pt x="82877" y="1614860"/>
                  </a:lnTo>
                  <a:lnTo>
                    <a:pt x="54594" y="1581890"/>
                  </a:lnTo>
                  <a:lnTo>
                    <a:pt x="31583" y="1544815"/>
                  </a:lnTo>
                  <a:lnTo>
                    <a:pt x="14425" y="1504216"/>
                  </a:lnTo>
                  <a:lnTo>
                    <a:pt x="3703" y="1460677"/>
                  </a:lnTo>
                  <a:lnTo>
                    <a:pt x="0" y="1414780"/>
                  </a:lnTo>
                  <a:lnTo>
                    <a:pt x="0" y="28296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3947" y="3823716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999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04593" y="3417261"/>
            <a:ext cx="1944370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4220" algn="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Gateway</a:t>
            </a:r>
            <a:endParaRPr sz="1800">
              <a:latin typeface="Segoe UI"/>
              <a:cs typeface="Segoe UI"/>
            </a:endParaRPr>
          </a:p>
          <a:p>
            <a:pPr marL="882015">
              <a:lnSpc>
                <a:spcPct val="100000"/>
              </a:lnSpc>
              <a:spcBef>
                <a:spcPts val="1425"/>
              </a:spcBef>
            </a:pPr>
            <a:r>
              <a:rPr sz="1800" b="1" dirty="0">
                <a:latin typeface="Segoe UI"/>
                <a:cs typeface="Segoe UI"/>
              </a:rPr>
              <a:t>Data</a:t>
            </a:r>
            <a:r>
              <a:rPr sz="1800" b="1" spc="-20" dirty="0">
                <a:latin typeface="Segoe UI"/>
                <a:cs typeface="Segoe UI"/>
              </a:rPr>
              <a:t> Rate</a:t>
            </a:r>
            <a:endParaRPr sz="1800">
              <a:latin typeface="Segoe UI"/>
              <a:cs typeface="Segoe UI"/>
            </a:endParaRPr>
          </a:p>
          <a:p>
            <a:pPr marL="384175">
              <a:lnSpc>
                <a:spcPct val="100000"/>
              </a:lnSpc>
              <a:spcBef>
                <a:spcPts val="919"/>
              </a:spcBef>
            </a:pPr>
            <a:r>
              <a:rPr sz="2000" dirty="0">
                <a:latin typeface="Segoe UI"/>
                <a:cs typeface="Segoe UI"/>
              </a:rPr>
              <a:t>Class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60" dirty="0">
                <a:latin typeface="Segoe UI"/>
                <a:cs typeface="Segoe UI"/>
              </a:rPr>
              <a:t>A</a:t>
            </a:r>
            <a:endParaRPr sz="2000">
              <a:latin typeface="Segoe UI"/>
              <a:cs typeface="Segoe UI"/>
            </a:endParaRPr>
          </a:p>
          <a:p>
            <a:pPr marR="740410" algn="r">
              <a:lnSpc>
                <a:spcPct val="100000"/>
              </a:lnSpc>
              <a:spcBef>
                <a:spcPts val="1050"/>
              </a:spcBef>
            </a:pPr>
            <a:r>
              <a:rPr sz="1800" b="1" spc="-10" dirty="0">
                <a:latin typeface="Segoe UI"/>
                <a:cs typeface="Segoe UI"/>
              </a:rPr>
              <a:t>End-device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05560" y="2093667"/>
            <a:ext cx="2735580" cy="7048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00" dirty="0">
                <a:solidFill>
                  <a:srgbClr val="00AEEF"/>
                </a:solidFill>
                <a:latin typeface="Segoe UI"/>
                <a:cs typeface="Segoe UI"/>
              </a:rPr>
              <a:t>Application</a:t>
            </a:r>
            <a:r>
              <a:rPr sz="1800" spc="-85" dirty="0">
                <a:solidFill>
                  <a:srgbClr val="00AEEF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00AEEF"/>
                </a:solidFill>
                <a:latin typeface="Segoe UI"/>
                <a:cs typeface="Segoe UI"/>
              </a:rPr>
              <a:t>Server</a:t>
            </a:r>
            <a:endParaRPr sz="1800">
              <a:latin typeface="Segoe UI"/>
              <a:cs typeface="Segoe UI"/>
            </a:endParaRPr>
          </a:p>
          <a:p>
            <a:pPr marL="1037590">
              <a:lnSpc>
                <a:spcPct val="100000"/>
              </a:lnSpc>
              <a:spcBef>
                <a:spcPts val="515"/>
              </a:spcBef>
            </a:pPr>
            <a:r>
              <a:rPr sz="1800" b="1" dirty="0">
                <a:latin typeface="Segoe UI"/>
                <a:cs typeface="Segoe UI"/>
              </a:rPr>
              <a:t>Network</a:t>
            </a:r>
            <a:r>
              <a:rPr sz="1800" b="1" spc="-8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Server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105627" y="2996101"/>
            <a:ext cx="1585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EEF"/>
                </a:solidFill>
                <a:latin typeface="Segoe UI"/>
                <a:cs typeface="Segoe UI"/>
              </a:rPr>
              <a:t>Low</a:t>
            </a:r>
            <a:r>
              <a:rPr sz="2400" b="1" spc="-10" dirty="0">
                <a:solidFill>
                  <a:srgbClr val="00AEEF"/>
                </a:solidFill>
                <a:latin typeface="Segoe UI"/>
                <a:cs typeface="Segoe UI"/>
              </a:rPr>
              <a:t> Power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35323" y="396240"/>
            <a:ext cx="4756150" cy="1641475"/>
            <a:chOff x="3735323" y="396240"/>
            <a:chExt cx="4756150" cy="1641475"/>
          </a:xfrm>
        </p:grpSpPr>
        <p:sp>
          <p:nvSpPr>
            <p:cNvPr id="20" name="object 20"/>
            <p:cNvSpPr/>
            <p:nvPr/>
          </p:nvSpPr>
          <p:spPr>
            <a:xfrm>
              <a:off x="7358358" y="729754"/>
              <a:ext cx="1120775" cy="788035"/>
            </a:xfrm>
            <a:custGeom>
              <a:avLst/>
              <a:gdLst/>
              <a:ahLst/>
              <a:cxnLst/>
              <a:rect l="l" t="t" r="r" b="b"/>
              <a:pathLst>
                <a:path w="1120775" h="788035">
                  <a:moveTo>
                    <a:pt x="396566" y="787727"/>
                  </a:moveTo>
                  <a:lnTo>
                    <a:pt x="0" y="379893"/>
                  </a:lnTo>
                  <a:lnTo>
                    <a:pt x="103079" y="281579"/>
                  </a:lnTo>
                  <a:lnTo>
                    <a:pt x="401405" y="587445"/>
                  </a:lnTo>
                  <a:lnTo>
                    <a:pt x="1022309" y="0"/>
                  </a:lnTo>
                  <a:lnTo>
                    <a:pt x="1120538" y="101943"/>
                  </a:lnTo>
                  <a:lnTo>
                    <a:pt x="500846" y="690626"/>
                  </a:lnTo>
                  <a:lnTo>
                    <a:pt x="396566" y="78772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8364" y="729744"/>
              <a:ext cx="1120775" cy="788035"/>
            </a:xfrm>
            <a:custGeom>
              <a:avLst/>
              <a:gdLst/>
              <a:ahLst/>
              <a:cxnLst/>
              <a:rect l="l" t="t" r="r" b="b"/>
              <a:pathLst>
                <a:path w="1120775" h="788035">
                  <a:moveTo>
                    <a:pt x="1022309" y="0"/>
                  </a:moveTo>
                  <a:lnTo>
                    <a:pt x="401405" y="587457"/>
                  </a:lnTo>
                  <a:lnTo>
                    <a:pt x="103079" y="281591"/>
                  </a:lnTo>
                  <a:lnTo>
                    <a:pt x="0" y="379905"/>
                  </a:lnTo>
                  <a:lnTo>
                    <a:pt x="396554" y="787727"/>
                  </a:lnTo>
                  <a:lnTo>
                    <a:pt x="500846" y="690626"/>
                  </a:lnTo>
                  <a:lnTo>
                    <a:pt x="1120538" y="101955"/>
                  </a:lnTo>
                  <a:lnTo>
                    <a:pt x="1022309" y="0"/>
                  </a:lnTo>
                  <a:close/>
                </a:path>
              </a:pathLst>
            </a:custGeom>
            <a:ln w="24268">
              <a:solidFill>
                <a:srgbClr val="211D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5323" y="396240"/>
              <a:ext cx="3749039" cy="16413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892" y="3337902"/>
            <a:ext cx="210185" cy="373380"/>
          </a:xfrm>
          <a:custGeom>
            <a:avLst/>
            <a:gdLst/>
            <a:ahLst/>
            <a:cxnLst/>
            <a:rect l="l" t="t" r="r" b="b"/>
            <a:pathLst>
              <a:path w="210184" h="373379">
                <a:moveTo>
                  <a:pt x="103543" y="26403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403"/>
                </a:lnTo>
                <a:close/>
              </a:path>
              <a:path w="210184" h="37337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210184" h="37337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8576" y="3337902"/>
            <a:ext cx="465455" cy="769620"/>
          </a:xfrm>
          <a:custGeom>
            <a:avLst/>
            <a:gdLst/>
            <a:ahLst/>
            <a:cxnLst/>
            <a:rect l="l" t="t" r="r" b="b"/>
            <a:pathLst>
              <a:path w="465455" h="769620">
                <a:moveTo>
                  <a:pt x="314833" y="186664"/>
                </a:moveTo>
                <a:lnTo>
                  <a:pt x="312597" y="163931"/>
                </a:lnTo>
                <a:lnTo>
                  <a:pt x="306133" y="142709"/>
                </a:lnTo>
                <a:lnTo>
                  <a:pt x="295770" y="123431"/>
                </a:lnTo>
                <a:lnTo>
                  <a:pt x="281889" y="106527"/>
                </a:lnTo>
                <a:lnTo>
                  <a:pt x="255536" y="132930"/>
                </a:lnTo>
                <a:lnTo>
                  <a:pt x="264477" y="143840"/>
                </a:lnTo>
                <a:lnTo>
                  <a:pt x="271297" y="156616"/>
                </a:lnTo>
                <a:lnTo>
                  <a:pt x="275653" y="170980"/>
                </a:lnTo>
                <a:lnTo>
                  <a:pt x="277190" y="186664"/>
                </a:lnTo>
                <a:lnTo>
                  <a:pt x="275653" y="202222"/>
                </a:lnTo>
                <a:lnTo>
                  <a:pt x="271297" y="216357"/>
                </a:lnTo>
                <a:lnTo>
                  <a:pt x="264477" y="229082"/>
                </a:lnTo>
                <a:lnTo>
                  <a:pt x="255536" y="240398"/>
                </a:lnTo>
                <a:lnTo>
                  <a:pt x="281889" y="266788"/>
                </a:lnTo>
                <a:lnTo>
                  <a:pt x="295770" y="249897"/>
                </a:lnTo>
                <a:lnTo>
                  <a:pt x="306133" y="230619"/>
                </a:lnTo>
                <a:lnTo>
                  <a:pt x="312597" y="209384"/>
                </a:lnTo>
                <a:lnTo>
                  <a:pt x="314833" y="186664"/>
                </a:lnTo>
                <a:close/>
              </a:path>
              <a:path w="465455" h="769620">
                <a:moveTo>
                  <a:pt x="390144" y="186664"/>
                </a:moveTo>
                <a:lnTo>
                  <a:pt x="386359" y="148793"/>
                </a:lnTo>
                <a:lnTo>
                  <a:pt x="375437" y="113487"/>
                </a:lnTo>
                <a:lnTo>
                  <a:pt x="357974" y="81534"/>
                </a:lnTo>
                <a:lnTo>
                  <a:pt x="334606" y="53733"/>
                </a:lnTo>
                <a:lnTo>
                  <a:pt x="308241" y="80137"/>
                </a:lnTo>
                <a:lnTo>
                  <a:pt x="326669" y="102476"/>
                </a:lnTo>
                <a:lnTo>
                  <a:pt x="340601" y="128092"/>
                </a:lnTo>
                <a:lnTo>
                  <a:pt x="349415" y="156362"/>
                </a:lnTo>
                <a:lnTo>
                  <a:pt x="352488" y="186664"/>
                </a:lnTo>
                <a:lnTo>
                  <a:pt x="349415" y="216966"/>
                </a:lnTo>
                <a:lnTo>
                  <a:pt x="340601" y="245224"/>
                </a:lnTo>
                <a:lnTo>
                  <a:pt x="326669" y="270840"/>
                </a:lnTo>
                <a:lnTo>
                  <a:pt x="308241" y="293192"/>
                </a:lnTo>
                <a:lnTo>
                  <a:pt x="334606" y="319582"/>
                </a:lnTo>
                <a:lnTo>
                  <a:pt x="357974" y="291795"/>
                </a:lnTo>
                <a:lnTo>
                  <a:pt x="375437" y="259842"/>
                </a:lnTo>
                <a:lnTo>
                  <a:pt x="386359" y="224536"/>
                </a:lnTo>
                <a:lnTo>
                  <a:pt x="390144" y="186664"/>
                </a:lnTo>
                <a:close/>
              </a:path>
              <a:path w="465455" h="769620">
                <a:moveTo>
                  <a:pt x="437388" y="446709"/>
                </a:moveTo>
                <a:lnTo>
                  <a:pt x="432308" y="421589"/>
                </a:lnTo>
                <a:lnTo>
                  <a:pt x="418490" y="401078"/>
                </a:lnTo>
                <a:lnTo>
                  <a:pt x="397979" y="387261"/>
                </a:lnTo>
                <a:lnTo>
                  <a:pt x="372872" y="382193"/>
                </a:lnTo>
                <a:lnTo>
                  <a:pt x="220713" y="382193"/>
                </a:lnTo>
                <a:lnTo>
                  <a:pt x="220713" y="218719"/>
                </a:lnTo>
                <a:lnTo>
                  <a:pt x="228409" y="212775"/>
                </a:lnTo>
                <a:lnTo>
                  <a:pt x="234353" y="205168"/>
                </a:lnTo>
                <a:lnTo>
                  <a:pt x="238175" y="196303"/>
                </a:lnTo>
                <a:lnTo>
                  <a:pt x="239534" y="186664"/>
                </a:lnTo>
                <a:lnTo>
                  <a:pt x="236562" y="172021"/>
                </a:lnTo>
                <a:lnTo>
                  <a:pt x="228473" y="160032"/>
                </a:lnTo>
                <a:lnTo>
                  <a:pt x="216496" y="151930"/>
                </a:lnTo>
                <a:lnTo>
                  <a:pt x="201879" y="148945"/>
                </a:lnTo>
                <a:lnTo>
                  <a:pt x="187261" y="151930"/>
                </a:lnTo>
                <a:lnTo>
                  <a:pt x="175285" y="160032"/>
                </a:lnTo>
                <a:lnTo>
                  <a:pt x="167195" y="172021"/>
                </a:lnTo>
                <a:lnTo>
                  <a:pt x="164223" y="186664"/>
                </a:lnTo>
                <a:lnTo>
                  <a:pt x="165582" y="196837"/>
                </a:lnTo>
                <a:lnTo>
                  <a:pt x="169405" y="205867"/>
                </a:lnTo>
                <a:lnTo>
                  <a:pt x="175348" y="213309"/>
                </a:lnTo>
                <a:lnTo>
                  <a:pt x="183057" y="218719"/>
                </a:lnTo>
                <a:lnTo>
                  <a:pt x="183057" y="382193"/>
                </a:lnTo>
                <a:lnTo>
                  <a:pt x="64516" y="382193"/>
                </a:lnTo>
                <a:lnTo>
                  <a:pt x="39395" y="387261"/>
                </a:lnTo>
                <a:lnTo>
                  <a:pt x="18884" y="401078"/>
                </a:lnTo>
                <a:lnTo>
                  <a:pt x="5067" y="421589"/>
                </a:lnTo>
                <a:lnTo>
                  <a:pt x="0" y="446709"/>
                </a:lnTo>
                <a:lnTo>
                  <a:pt x="0" y="704773"/>
                </a:lnTo>
                <a:lnTo>
                  <a:pt x="5067" y="729881"/>
                </a:lnTo>
                <a:lnTo>
                  <a:pt x="18884" y="750379"/>
                </a:lnTo>
                <a:lnTo>
                  <a:pt x="39395" y="764209"/>
                </a:lnTo>
                <a:lnTo>
                  <a:pt x="64516" y="769289"/>
                </a:lnTo>
                <a:lnTo>
                  <a:pt x="372872" y="769289"/>
                </a:lnTo>
                <a:lnTo>
                  <a:pt x="397979" y="764209"/>
                </a:lnTo>
                <a:lnTo>
                  <a:pt x="418490" y="750379"/>
                </a:lnTo>
                <a:lnTo>
                  <a:pt x="432308" y="729881"/>
                </a:lnTo>
                <a:lnTo>
                  <a:pt x="437388" y="704773"/>
                </a:lnTo>
                <a:lnTo>
                  <a:pt x="437388" y="446709"/>
                </a:lnTo>
                <a:close/>
              </a:path>
              <a:path w="465455" h="769620">
                <a:moveTo>
                  <a:pt x="465442" y="186664"/>
                </a:moveTo>
                <a:lnTo>
                  <a:pt x="460133" y="133629"/>
                </a:lnTo>
                <a:lnTo>
                  <a:pt x="444855" y="84137"/>
                </a:lnTo>
                <a:lnTo>
                  <a:pt x="420573" y="39243"/>
                </a:lnTo>
                <a:lnTo>
                  <a:pt x="388251" y="0"/>
                </a:lnTo>
                <a:lnTo>
                  <a:pt x="361899" y="26390"/>
                </a:lnTo>
                <a:lnTo>
                  <a:pt x="389267" y="59651"/>
                </a:lnTo>
                <a:lnTo>
                  <a:pt x="410019" y="98044"/>
                </a:lnTo>
                <a:lnTo>
                  <a:pt x="423189" y="140677"/>
                </a:lnTo>
                <a:lnTo>
                  <a:pt x="427786" y="186664"/>
                </a:lnTo>
                <a:lnTo>
                  <a:pt x="423189" y="232511"/>
                </a:lnTo>
                <a:lnTo>
                  <a:pt x="410019" y="274929"/>
                </a:lnTo>
                <a:lnTo>
                  <a:pt x="389267" y="313270"/>
                </a:lnTo>
                <a:lnTo>
                  <a:pt x="361899" y="346925"/>
                </a:lnTo>
                <a:lnTo>
                  <a:pt x="388251" y="373329"/>
                </a:lnTo>
                <a:lnTo>
                  <a:pt x="420573" y="334086"/>
                </a:lnTo>
                <a:lnTo>
                  <a:pt x="444855" y="289179"/>
                </a:lnTo>
                <a:lnTo>
                  <a:pt x="460133" y="239687"/>
                </a:lnTo>
                <a:lnTo>
                  <a:pt x="465442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17" y="4074815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948" y="3267455"/>
            <a:ext cx="503661" cy="914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88227" y="4070291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92370" y="3557676"/>
            <a:ext cx="774700" cy="775335"/>
          </a:xfrm>
          <a:custGeom>
            <a:avLst/>
            <a:gdLst/>
            <a:ahLst/>
            <a:cxnLst/>
            <a:rect l="l" t="t" r="r" b="b"/>
            <a:pathLst>
              <a:path w="774700" h="775335">
                <a:moveTo>
                  <a:pt x="774128" y="527900"/>
                </a:moveTo>
                <a:lnTo>
                  <a:pt x="770724" y="511022"/>
                </a:lnTo>
                <a:lnTo>
                  <a:pt x="761441" y="497230"/>
                </a:lnTo>
                <a:lnTo>
                  <a:pt x="747674" y="487934"/>
                </a:lnTo>
                <a:lnTo>
                  <a:pt x="730821" y="484530"/>
                </a:lnTo>
                <a:lnTo>
                  <a:pt x="387070" y="484530"/>
                </a:lnTo>
                <a:lnTo>
                  <a:pt x="387070" y="581444"/>
                </a:lnTo>
                <a:lnTo>
                  <a:pt x="385165" y="590867"/>
                </a:lnTo>
                <a:lnTo>
                  <a:pt x="379984" y="598576"/>
                </a:lnTo>
                <a:lnTo>
                  <a:pt x="372300" y="603758"/>
                </a:lnTo>
                <a:lnTo>
                  <a:pt x="362877" y="605663"/>
                </a:lnTo>
                <a:lnTo>
                  <a:pt x="353453" y="603758"/>
                </a:lnTo>
                <a:lnTo>
                  <a:pt x="345770" y="598576"/>
                </a:lnTo>
                <a:lnTo>
                  <a:pt x="340588" y="590867"/>
                </a:lnTo>
                <a:lnTo>
                  <a:pt x="338683" y="581444"/>
                </a:lnTo>
                <a:lnTo>
                  <a:pt x="340588" y="572008"/>
                </a:lnTo>
                <a:lnTo>
                  <a:pt x="345770" y="564299"/>
                </a:lnTo>
                <a:lnTo>
                  <a:pt x="353453" y="559117"/>
                </a:lnTo>
                <a:lnTo>
                  <a:pt x="362877" y="557212"/>
                </a:lnTo>
                <a:lnTo>
                  <a:pt x="372300" y="559117"/>
                </a:lnTo>
                <a:lnTo>
                  <a:pt x="379984" y="564299"/>
                </a:lnTo>
                <a:lnTo>
                  <a:pt x="385165" y="572008"/>
                </a:lnTo>
                <a:lnTo>
                  <a:pt x="387070" y="581444"/>
                </a:lnTo>
                <a:lnTo>
                  <a:pt x="387070" y="484530"/>
                </a:lnTo>
                <a:lnTo>
                  <a:pt x="266115" y="484530"/>
                </a:lnTo>
                <a:lnTo>
                  <a:pt x="266115" y="581444"/>
                </a:lnTo>
                <a:lnTo>
                  <a:pt x="264210" y="590867"/>
                </a:lnTo>
                <a:lnTo>
                  <a:pt x="259029" y="598576"/>
                </a:lnTo>
                <a:lnTo>
                  <a:pt x="251333" y="603758"/>
                </a:lnTo>
                <a:lnTo>
                  <a:pt x="241922" y="605663"/>
                </a:lnTo>
                <a:lnTo>
                  <a:pt x="232498" y="603758"/>
                </a:lnTo>
                <a:lnTo>
                  <a:pt x="224815" y="598576"/>
                </a:lnTo>
                <a:lnTo>
                  <a:pt x="219633" y="590867"/>
                </a:lnTo>
                <a:lnTo>
                  <a:pt x="217728" y="581444"/>
                </a:lnTo>
                <a:lnTo>
                  <a:pt x="219633" y="572008"/>
                </a:lnTo>
                <a:lnTo>
                  <a:pt x="224815" y="564299"/>
                </a:lnTo>
                <a:lnTo>
                  <a:pt x="232498" y="559117"/>
                </a:lnTo>
                <a:lnTo>
                  <a:pt x="241922" y="557212"/>
                </a:lnTo>
                <a:lnTo>
                  <a:pt x="251333" y="559117"/>
                </a:lnTo>
                <a:lnTo>
                  <a:pt x="259029" y="564299"/>
                </a:lnTo>
                <a:lnTo>
                  <a:pt x="264210" y="572008"/>
                </a:lnTo>
                <a:lnTo>
                  <a:pt x="266115" y="581444"/>
                </a:lnTo>
                <a:lnTo>
                  <a:pt x="266115" y="484530"/>
                </a:lnTo>
                <a:lnTo>
                  <a:pt x="145148" y="484530"/>
                </a:lnTo>
                <a:lnTo>
                  <a:pt x="145148" y="581444"/>
                </a:lnTo>
                <a:lnTo>
                  <a:pt x="143256" y="590867"/>
                </a:lnTo>
                <a:lnTo>
                  <a:pt x="138074" y="598576"/>
                </a:lnTo>
                <a:lnTo>
                  <a:pt x="130378" y="603758"/>
                </a:lnTo>
                <a:lnTo>
                  <a:pt x="120967" y="605663"/>
                </a:lnTo>
                <a:lnTo>
                  <a:pt x="111544" y="603758"/>
                </a:lnTo>
                <a:lnTo>
                  <a:pt x="103860" y="598576"/>
                </a:lnTo>
                <a:lnTo>
                  <a:pt x="98666" y="590867"/>
                </a:lnTo>
                <a:lnTo>
                  <a:pt x="96774" y="581444"/>
                </a:lnTo>
                <a:lnTo>
                  <a:pt x="98666" y="572008"/>
                </a:lnTo>
                <a:lnTo>
                  <a:pt x="103860" y="564299"/>
                </a:lnTo>
                <a:lnTo>
                  <a:pt x="111544" y="559117"/>
                </a:lnTo>
                <a:lnTo>
                  <a:pt x="120967" y="557212"/>
                </a:lnTo>
                <a:lnTo>
                  <a:pt x="130378" y="559117"/>
                </a:lnTo>
                <a:lnTo>
                  <a:pt x="138074" y="564299"/>
                </a:lnTo>
                <a:lnTo>
                  <a:pt x="143256" y="572008"/>
                </a:lnTo>
                <a:lnTo>
                  <a:pt x="145148" y="581444"/>
                </a:lnTo>
                <a:lnTo>
                  <a:pt x="145148" y="484530"/>
                </a:lnTo>
                <a:lnTo>
                  <a:pt x="43307" y="484530"/>
                </a:lnTo>
                <a:lnTo>
                  <a:pt x="26454" y="487934"/>
                </a:lnTo>
                <a:lnTo>
                  <a:pt x="12687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687" y="665645"/>
                </a:lnTo>
                <a:lnTo>
                  <a:pt x="26454" y="674941"/>
                </a:lnTo>
                <a:lnTo>
                  <a:pt x="43307" y="678345"/>
                </a:lnTo>
                <a:lnTo>
                  <a:pt x="350774" y="678345"/>
                </a:lnTo>
                <a:lnTo>
                  <a:pt x="350774" y="775246"/>
                </a:lnTo>
                <a:lnTo>
                  <a:pt x="423354" y="775246"/>
                </a:lnTo>
                <a:lnTo>
                  <a:pt x="423354" y="678345"/>
                </a:lnTo>
                <a:lnTo>
                  <a:pt x="730821" y="678345"/>
                </a:lnTo>
                <a:lnTo>
                  <a:pt x="747674" y="674941"/>
                </a:lnTo>
                <a:lnTo>
                  <a:pt x="761441" y="665645"/>
                </a:lnTo>
                <a:lnTo>
                  <a:pt x="770724" y="651852"/>
                </a:lnTo>
                <a:lnTo>
                  <a:pt x="774128" y="634974"/>
                </a:lnTo>
                <a:lnTo>
                  <a:pt x="774128" y="605663"/>
                </a:lnTo>
                <a:lnTo>
                  <a:pt x="774128" y="557212"/>
                </a:lnTo>
                <a:lnTo>
                  <a:pt x="774128" y="527900"/>
                </a:lnTo>
                <a:close/>
              </a:path>
              <a:path w="774700" h="775335">
                <a:moveTo>
                  <a:pt x="774128" y="285635"/>
                </a:moveTo>
                <a:lnTo>
                  <a:pt x="770724" y="268757"/>
                </a:lnTo>
                <a:lnTo>
                  <a:pt x="761441" y="254965"/>
                </a:lnTo>
                <a:lnTo>
                  <a:pt x="747687" y="245668"/>
                </a:lnTo>
                <a:lnTo>
                  <a:pt x="730821" y="242265"/>
                </a:lnTo>
                <a:lnTo>
                  <a:pt x="387070" y="242265"/>
                </a:lnTo>
                <a:lnTo>
                  <a:pt x="387070" y="339178"/>
                </a:lnTo>
                <a:lnTo>
                  <a:pt x="385165" y="348602"/>
                </a:lnTo>
                <a:lnTo>
                  <a:pt x="379984" y="356311"/>
                </a:lnTo>
                <a:lnTo>
                  <a:pt x="372300" y="361492"/>
                </a:lnTo>
                <a:lnTo>
                  <a:pt x="362877" y="363397"/>
                </a:lnTo>
                <a:lnTo>
                  <a:pt x="353453" y="361492"/>
                </a:lnTo>
                <a:lnTo>
                  <a:pt x="345770" y="356311"/>
                </a:lnTo>
                <a:lnTo>
                  <a:pt x="340588" y="348602"/>
                </a:lnTo>
                <a:lnTo>
                  <a:pt x="338683" y="339178"/>
                </a:lnTo>
                <a:lnTo>
                  <a:pt x="340588" y="329742"/>
                </a:lnTo>
                <a:lnTo>
                  <a:pt x="345770" y="322033"/>
                </a:lnTo>
                <a:lnTo>
                  <a:pt x="353453" y="316852"/>
                </a:lnTo>
                <a:lnTo>
                  <a:pt x="362877" y="314947"/>
                </a:lnTo>
                <a:lnTo>
                  <a:pt x="372300" y="316852"/>
                </a:lnTo>
                <a:lnTo>
                  <a:pt x="379984" y="322033"/>
                </a:lnTo>
                <a:lnTo>
                  <a:pt x="385165" y="329742"/>
                </a:lnTo>
                <a:lnTo>
                  <a:pt x="387070" y="339178"/>
                </a:lnTo>
                <a:lnTo>
                  <a:pt x="387070" y="242265"/>
                </a:lnTo>
                <a:lnTo>
                  <a:pt x="266115" y="242265"/>
                </a:lnTo>
                <a:lnTo>
                  <a:pt x="266115" y="339178"/>
                </a:lnTo>
                <a:lnTo>
                  <a:pt x="264210" y="348602"/>
                </a:lnTo>
                <a:lnTo>
                  <a:pt x="259029" y="356311"/>
                </a:lnTo>
                <a:lnTo>
                  <a:pt x="251333" y="361492"/>
                </a:lnTo>
                <a:lnTo>
                  <a:pt x="241922" y="363397"/>
                </a:lnTo>
                <a:lnTo>
                  <a:pt x="232498" y="361492"/>
                </a:lnTo>
                <a:lnTo>
                  <a:pt x="224815" y="356311"/>
                </a:lnTo>
                <a:lnTo>
                  <a:pt x="219633" y="348602"/>
                </a:lnTo>
                <a:lnTo>
                  <a:pt x="217728" y="339178"/>
                </a:lnTo>
                <a:lnTo>
                  <a:pt x="219633" y="329742"/>
                </a:lnTo>
                <a:lnTo>
                  <a:pt x="224815" y="322033"/>
                </a:lnTo>
                <a:lnTo>
                  <a:pt x="232498" y="316852"/>
                </a:lnTo>
                <a:lnTo>
                  <a:pt x="241922" y="314947"/>
                </a:lnTo>
                <a:lnTo>
                  <a:pt x="251333" y="316852"/>
                </a:lnTo>
                <a:lnTo>
                  <a:pt x="259029" y="322033"/>
                </a:lnTo>
                <a:lnTo>
                  <a:pt x="264210" y="329742"/>
                </a:lnTo>
                <a:lnTo>
                  <a:pt x="266115" y="339178"/>
                </a:lnTo>
                <a:lnTo>
                  <a:pt x="266115" y="242265"/>
                </a:lnTo>
                <a:lnTo>
                  <a:pt x="145148" y="242265"/>
                </a:lnTo>
                <a:lnTo>
                  <a:pt x="145148" y="339178"/>
                </a:lnTo>
                <a:lnTo>
                  <a:pt x="143256" y="348602"/>
                </a:lnTo>
                <a:lnTo>
                  <a:pt x="138074" y="356311"/>
                </a:lnTo>
                <a:lnTo>
                  <a:pt x="130378" y="361492"/>
                </a:lnTo>
                <a:lnTo>
                  <a:pt x="120967" y="363397"/>
                </a:lnTo>
                <a:lnTo>
                  <a:pt x="111544" y="361492"/>
                </a:lnTo>
                <a:lnTo>
                  <a:pt x="103860" y="356311"/>
                </a:lnTo>
                <a:lnTo>
                  <a:pt x="98666" y="348602"/>
                </a:lnTo>
                <a:lnTo>
                  <a:pt x="96774" y="339178"/>
                </a:lnTo>
                <a:lnTo>
                  <a:pt x="98666" y="329742"/>
                </a:lnTo>
                <a:lnTo>
                  <a:pt x="103860" y="322033"/>
                </a:lnTo>
                <a:lnTo>
                  <a:pt x="111544" y="316852"/>
                </a:lnTo>
                <a:lnTo>
                  <a:pt x="120967" y="314947"/>
                </a:lnTo>
                <a:lnTo>
                  <a:pt x="130378" y="316852"/>
                </a:lnTo>
                <a:lnTo>
                  <a:pt x="138074" y="322033"/>
                </a:lnTo>
                <a:lnTo>
                  <a:pt x="143256" y="329742"/>
                </a:lnTo>
                <a:lnTo>
                  <a:pt x="145148" y="339178"/>
                </a:lnTo>
                <a:lnTo>
                  <a:pt x="145148" y="242265"/>
                </a:lnTo>
                <a:lnTo>
                  <a:pt x="43307" y="242265"/>
                </a:lnTo>
                <a:lnTo>
                  <a:pt x="26454" y="245668"/>
                </a:lnTo>
                <a:lnTo>
                  <a:pt x="12687" y="254965"/>
                </a:lnTo>
                <a:lnTo>
                  <a:pt x="3403" y="268757"/>
                </a:lnTo>
                <a:lnTo>
                  <a:pt x="12" y="285635"/>
                </a:lnTo>
                <a:lnTo>
                  <a:pt x="12" y="392709"/>
                </a:lnTo>
                <a:lnTo>
                  <a:pt x="3403" y="409587"/>
                </a:lnTo>
                <a:lnTo>
                  <a:pt x="12687" y="423379"/>
                </a:lnTo>
                <a:lnTo>
                  <a:pt x="26454" y="432676"/>
                </a:lnTo>
                <a:lnTo>
                  <a:pt x="43307" y="436079"/>
                </a:lnTo>
                <a:lnTo>
                  <a:pt x="730821" y="436079"/>
                </a:lnTo>
                <a:lnTo>
                  <a:pt x="747687" y="432676"/>
                </a:lnTo>
                <a:lnTo>
                  <a:pt x="761441" y="423379"/>
                </a:lnTo>
                <a:lnTo>
                  <a:pt x="770724" y="409587"/>
                </a:lnTo>
                <a:lnTo>
                  <a:pt x="774128" y="392709"/>
                </a:lnTo>
                <a:lnTo>
                  <a:pt x="774128" y="363397"/>
                </a:lnTo>
                <a:lnTo>
                  <a:pt x="774128" y="314947"/>
                </a:lnTo>
                <a:lnTo>
                  <a:pt x="774128" y="285635"/>
                </a:lnTo>
                <a:close/>
              </a:path>
              <a:path w="774700" h="775335">
                <a:moveTo>
                  <a:pt x="774128" y="43370"/>
                </a:moveTo>
                <a:lnTo>
                  <a:pt x="770724" y="26492"/>
                </a:lnTo>
                <a:lnTo>
                  <a:pt x="761441" y="12700"/>
                </a:lnTo>
                <a:lnTo>
                  <a:pt x="747687" y="3403"/>
                </a:lnTo>
                <a:lnTo>
                  <a:pt x="730821" y="0"/>
                </a:lnTo>
                <a:lnTo>
                  <a:pt x="387070" y="0"/>
                </a:lnTo>
                <a:lnTo>
                  <a:pt x="387070" y="96901"/>
                </a:lnTo>
                <a:lnTo>
                  <a:pt x="385165" y="106337"/>
                </a:lnTo>
                <a:lnTo>
                  <a:pt x="379984" y="114046"/>
                </a:lnTo>
                <a:lnTo>
                  <a:pt x="372300" y="119227"/>
                </a:lnTo>
                <a:lnTo>
                  <a:pt x="362877" y="121132"/>
                </a:lnTo>
                <a:lnTo>
                  <a:pt x="353453" y="119227"/>
                </a:lnTo>
                <a:lnTo>
                  <a:pt x="345770" y="114046"/>
                </a:lnTo>
                <a:lnTo>
                  <a:pt x="340588" y="106337"/>
                </a:lnTo>
                <a:lnTo>
                  <a:pt x="338683" y="96901"/>
                </a:lnTo>
                <a:lnTo>
                  <a:pt x="340588" y="87477"/>
                </a:lnTo>
                <a:lnTo>
                  <a:pt x="345770" y="79768"/>
                </a:lnTo>
                <a:lnTo>
                  <a:pt x="353453" y="74587"/>
                </a:lnTo>
                <a:lnTo>
                  <a:pt x="362877" y="72682"/>
                </a:lnTo>
                <a:lnTo>
                  <a:pt x="372300" y="74587"/>
                </a:lnTo>
                <a:lnTo>
                  <a:pt x="379984" y="79768"/>
                </a:lnTo>
                <a:lnTo>
                  <a:pt x="385165" y="87477"/>
                </a:lnTo>
                <a:lnTo>
                  <a:pt x="387070" y="96901"/>
                </a:lnTo>
                <a:lnTo>
                  <a:pt x="387070" y="0"/>
                </a:lnTo>
                <a:lnTo>
                  <a:pt x="266115" y="0"/>
                </a:lnTo>
                <a:lnTo>
                  <a:pt x="266115" y="96901"/>
                </a:lnTo>
                <a:lnTo>
                  <a:pt x="264210" y="106337"/>
                </a:lnTo>
                <a:lnTo>
                  <a:pt x="259029" y="114046"/>
                </a:lnTo>
                <a:lnTo>
                  <a:pt x="251333" y="119227"/>
                </a:lnTo>
                <a:lnTo>
                  <a:pt x="241922" y="121132"/>
                </a:lnTo>
                <a:lnTo>
                  <a:pt x="232498" y="119227"/>
                </a:lnTo>
                <a:lnTo>
                  <a:pt x="224815" y="114046"/>
                </a:lnTo>
                <a:lnTo>
                  <a:pt x="219633" y="106337"/>
                </a:lnTo>
                <a:lnTo>
                  <a:pt x="217728" y="96901"/>
                </a:lnTo>
                <a:lnTo>
                  <a:pt x="219633" y="87477"/>
                </a:lnTo>
                <a:lnTo>
                  <a:pt x="224815" y="79768"/>
                </a:lnTo>
                <a:lnTo>
                  <a:pt x="232498" y="74587"/>
                </a:lnTo>
                <a:lnTo>
                  <a:pt x="241922" y="72682"/>
                </a:lnTo>
                <a:lnTo>
                  <a:pt x="251333" y="74587"/>
                </a:lnTo>
                <a:lnTo>
                  <a:pt x="259029" y="79768"/>
                </a:lnTo>
                <a:lnTo>
                  <a:pt x="264210" y="87477"/>
                </a:lnTo>
                <a:lnTo>
                  <a:pt x="266115" y="96901"/>
                </a:lnTo>
                <a:lnTo>
                  <a:pt x="266115" y="0"/>
                </a:lnTo>
                <a:lnTo>
                  <a:pt x="145161" y="0"/>
                </a:lnTo>
                <a:lnTo>
                  <a:pt x="145161" y="96901"/>
                </a:lnTo>
                <a:lnTo>
                  <a:pt x="143256" y="106337"/>
                </a:lnTo>
                <a:lnTo>
                  <a:pt x="138074" y="114046"/>
                </a:lnTo>
                <a:lnTo>
                  <a:pt x="130378" y="119227"/>
                </a:lnTo>
                <a:lnTo>
                  <a:pt x="120967" y="121132"/>
                </a:lnTo>
                <a:lnTo>
                  <a:pt x="111544" y="119227"/>
                </a:lnTo>
                <a:lnTo>
                  <a:pt x="103860" y="114046"/>
                </a:lnTo>
                <a:lnTo>
                  <a:pt x="98679" y="106337"/>
                </a:lnTo>
                <a:lnTo>
                  <a:pt x="96774" y="96901"/>
                </a:lnTo>
                <a:lnTo>
                  <a:pt x="98679" y="87477"/>
                </a:lnTo>
                <a:lnTo>
                  <a:pt x="103860" y="79768"/>
                </a:lnTo>
                <a:lnTo>
                  <a:pt x="111544" y="74587"/>
                </a:lnTo>
                <a:lnTo>
                  <a:pt x="120967" y="72682"/>
                </a:lnTo>
                <a:lnTo>
                  <a:pt x="130378" y="74587"/>
                </a:lnTo>
                <a:lnTo>
                  <a:pt x="138074" y="79768"/>
                </a:lnTo>
                <a:lnTo>
                  <a:pt x="143256" y="87477"/>
                </a:lnTo>
                <a:lnTo>
                  <a:pt x="145161" y="96901"/>
                </a:lnTo>
                <a:lnTo>
                  <a:pt x="145161" y="0"/>
                </a:lnTo>
                <a:lnTo>
                  <a:pt x="43307" y="0"/>
                </a:lnTo>
                <a:lnTo>
                  <a:pt x="26454" y="3403"/>
                </a:lnTo>
                <a:lnTo>
                  <a:pt x="12687" y="12700"/>
                </a:lnTo>
                <a:lnTo>
                  <a:pt x="3416" y="26492"/>
                </a:lnTo>
                <a:lnTo>
                  <a:pt x="12" y="43370"/>
                </a:lnTo>
                <a:lnTo>
                  <a:pt x="12" y="150444"/>
                </a:lnTo>
                <a:lnTo>
                  <a:pt x="3416" y="167322"/>
                </a:lnTo>
                <a:lnTo>
                  <a:pt x="12687" y="181114"/>
                </a:lnTo>
                <a:lnTo>
                  <a:pt x="26454" y="190411"/>
                </a:lnTo>
                <a:lnTo>
                  <a:pt x="43307" y="193814"/>
                </a:lnTo>
                <a:lnTo>
                  <a:pt x="730821" y="193814"/>
                </a:lnTo>
                <a:lnTo>
                  <a:pt x="747687" y="190411"/>
                </a:lnTo>
                <a:lnTo>
                  <a:pt x="761441" y="181114"/>
                </a:lnTo>
                <a:lnTo>
                  <a:pt x="770724" y="167322"/>
                </a:lnTo>
                <a:lnTo>
                  <a:pt x="774128" y="150444"/>
                </a:lnTo>
                <a:lnTo>
                  <a:pt x="774128" y="121132"/>
                </a:lnTo>
                <a:lnTo>
                  <a:pt x="774128" y="72682"/>
                </a:lnTo>
                <a:lnTo>
                  <a:pt x="774128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06302" y="3000055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3474" y="3000055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93947" y="2966078"/>
            <a:ext cx="5290820" cy="1717039"/>
            <a:chOff x="3393947" y="2966078"/>
            <a:chExt cx="5290820" cy="1717039"/>
          </a:xfrm>
        </p:grpSpPr>
        <p:sp>
          <p:nvSpPr>
            <p:cNvPr id="11" name="object 11"/>
            <p:cNvSpPr/>
            <p:nvPr/>
          </p:nvSpPr>
          <p:spPr>
            <a:xfrm>
              <a:off x="5803366" y="3548532"/>
              <a:ext cx="774700" cy="775335"/>
            </a:xfrm>
            <a:custGeom>
              <a:avLst/>
              <a:gdLst/>
              <a:ahLst/>
              <a:cxnLst/>
              <a:rect l="l" t="t" r="r" b="b"/>
              <a:pathLst>
                <a:path w="774700" h="775335">
                  <a:moveTo>
                    <a:pt x="774128" y="527900"/>
                  </a:moveTo>
                  <a:lnTo>
                    <a:pt x="770724" y="511022"/>
                  </a:lnTo>
                  <a:lnTo>
                    <a:pt x="761441" y="497230"/>
                  </a:lnTo>
                  <a:lnTo>
                    <a:pt x="747674" y="487934"/>
                  </a:lnTo>
                  <a:lnTo>
                    <a:pt x="730821" y="484530"/>
                  </a:lnTo>
                  <a:lnTo>
                    <a:pt x="387057" y="484530"/>
                  </a:lnTo>
                  <a:lnTo>
                    <a:pt x="387057" y="581431"/>
                  </a:lnTo>
                  <a:lnTo>
                    <a:pt x="385165" y="590867"/>
                  </a:lnTo>
                  <a:lnTo>
                    <a:pt x="379984" y="598563"/>
                  </a:lnTo>
                  <a:lnTo>
                    <a:pt x="372287" y="603758"/>
                  </a:lnTo>
                  <a:lnTo>
                    <a:pt x="362877" y="605663"/>
                  </a:lnTo>
                  <a:lnTo>
                    <a:pt x="353453" y="603758"/>
                  </a:lnTo>
                  <a:lnTo>
                    <a:pt x="345770" y="598563"/>
                  </a:lnTo>
                  <a:lnTo>
                    <a:pt x="340575" y="590867"/>
                  </a:lnTo>
                  <a:lnTo>
                    <a:pt x="338683" y="581431"/>
                  </a:lnTo>
                  <a:lnTo>
                    <a:pt x="340575" y="572008"/>
                  </a:lnTo>
                  <a:lnTo>
                    <a:pt x="345770" y="564299"/>
                  </a:lnTo>
                  <a:lnTo>
                    <a:pt x="353453" y="559117"/>
                  </a:lnTo>
                  <a:lnTo>
                    <a:pt x="362877" y="557212"/>
                  </a:lnTo>
                  <a:lnTo>
                    <a:pt x="372287" y="559117"/>
                  </a:lnTo>
                  <a:lnTo>
                    <a:pt x="379984" y="564299"/>
                  </a:lnTo>
                  <a:lnTo>
                    <a:pt x="385165" y="572008"/>
                  </a:lnTo>
                  <a:lnTo>
                    <a:pt x="387057" y="581431"/>
                  </a:lnTo>
                  <a:lnTo>
                    <a:pt x="387057" y="484530"/>
                  </a:lnTo>
                  <a:lnTo>
                    <a:pt x="266103" y="484530"/>
                  </a:lnTo>
                  <a:lnTo>
                    <a:pt x="266103" y="581431"/>
                  </a:lnTo>
                  <a:lnTo>
                    <a:pt x="264210" y="590867"/>
                  </a:lnTo>
                  <a:lnTo>
                    <a:pt x="259029" y="598563"/>
                  </a:lnTo>
                  <a:lnTo>
                    <a:pt x="251333" y="603758"/>
                  </a:lnTo>
                  <a:lnTo>
                    <a:pt x="241922" y="605663"/>
                  </a:lnTo>
                  <a:lnTo>
                    <a:pt x="232498" y="603758"/>
                  </a:lnTo>
                  <a:lnTo>
                    <a:pt x="224802" y="598563"/>
                  </a:lnTo>
                  <a:lnTo>
                    <a:pt x="219621" y="590867"/>
                  </a:lnTo>
                  <a:lnTo>
                    <a:pt x="217728" y="581431"/>
                  </a:lnTo>
                  <a:lnTo>
                    <a:pt x="219621" y="572008"/>
                  </a:lnTo>
                  <a:lnTo>
                    <a:pt x="224802" y="564299"/>
                  </a:lnTo>
                  <a:lnTo>
                    <a:pt x="232498" y="559117"/>
                  </a:lnTo>
                  <a:lnTo>
                    <a:pt x="241922" y="557212"/>
                  </a:lnTo>
                  <a:lnTo>
                    <a:pt x="251333" y="559117"/>
                  </a:lnTo>
                  <a:lnTo>
                    <a:pt x="259029" y="564299"/>
                  </a:lnTo>
                  <a:lnTo>
                    <a:pt x="264210" y="572008"/>
                  </a:lnTo>
                  <a:lnTo>
                    <a:pt x="266103" y="581431"/>
                  </a:lnTo>
                  <a:lnTo>
                    <a:pt x="266103" y="484530"/>
                  </a:lnTo>
                  <a:lnTo>
                    <a:pt x="145148" y="484530"/>
                  </a:lnTo>
                  <a:lnTo>
                    <a:pt x="145148" y="581431"/>
                  </a:lnTo>
                  <a:lnTo>
                    <a:pt x="143256" y="590867"/>
                  </a:lnTo>
                  <a:lnTo>
                    <a:pt x="138061" y="598563"/>
                  </a:lnTo>
                  <a:lnTo>
                    <a:pt x="130378" y="603758"/>
                  </a:lnTo>
                  <a:lnTo>
                    <a:pt x="120954" y="605663"/>
                  </a:lnTo>
                  <a:lnTo>
                    <a:pt x="111544" y="603758"/>
                  </a:lnTo>
                  <a:lnTo>
                    <a:pt x="103847" y="598563"/>
                  </a:lnTo>
                  <a:lnTo>
                    <a:pt x="98666" y="590867"/>
                  </a:lnTo>
                  <a:lnTo>
                    <a:pt x="96774" y="581431"/>
                  </a:lnTo>
                  <a:lnTo>
                    <a:pt x="98666" y="572008"/>
                  </a:lnTo>
                  <a:lnTo>
                    <a:pt x="103847" y="564299"/>
                  </a:lnTo>
                  <a:lnTo>
                    <a:pt x="111544" y="559117"/>
                  </a:lnTo>
                  <a:lnTo>
                    <a:pt x="120954" y="557212"/>
                  </a:lnTo>
                  <a:lnTo>
                    <a:pt x="130378" y="559117"/>
                  </a:lnTo>
                  <a:lnTo>
                    <a:pt x="138061" y="564299"/>
                  </a:lnTo>
                  <a:lnTo>
                    <a:pt x="143256" y="572008"/>
                  </a:lnTo>
                  <a:lnTo>
                    <a:pt x="145148" y="581431"/>
                  </a:lnTo>
                  <a:lnTo>
                    <a:pt x="145148" y="484530"/>
                  </a:lnTo>
                  <a:lnTo>
                    <a:pt x="43307" y="484530"/>
                  </a:lnTo>
                  <a:lnTo>
                    <a:pt x="26454" y="487934"/>
                  </a:lnTo>
                  <a:lnTo>
                    <a:pt x="12687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687" y="665645"/>
                  </a:lnTo>
                  <a:lnTo>
                    <a:pt x="26454" y="674928"/>
                  </a:lnTo>
                  <a:lnTo>
                    <a:pt x="43307" y="678345"/>
                  </a:lnTo>
                  <a:lnTo>
                    <a:pt x="350774" y="678345"/>
                  </a:lnTo>
                  <a:lnTo>
                    <a:pt x="350774" y="775246"/>
                  </a:lnTo>
                  <a:lnTo>
                    <a:pt x="423341" y="775246"/>
                  </a:lnTo>
                  <a:lnTo>
                    <a:pt x="423341" y="678345"/>
                  </a:lnTo>
                  <a:lnTo>
                    <a:pt x="730821" y="678345"/>
                  </a:lnTo>
                  <a:lnTo>
                    <a:pt x="747674" y="674928"/>
                  </a:lnTo>
                  <a:lnTo>
                    <a:pt x="761441" y="665645"/>
                  </a:lnTo>
                  <a:lnTo>
                    <a:pt x="770724" y="651852"/>
                  </a:lnTo>
                  <a:lnTo>
                    <a:pt x="774128" y="634974"/>
                  </a:lnTo>
                  <a:lnTo>
                    <a:pt x="774128" y="605663"/>
                  </a:lnTo>
                  <a:lnTo>
                    <a:pt x="774128" y="557212"/>
                  </a:lnTo>
                  <a:lnTo>
                    <a:pt x="774128" y="527900"/>
                  </a:lnTo>
                  <a:close/>
                </a:path>
                <a:path w="774700" h="775335">
                  <a:moveTo>
                    <a:pt x="774128" y="285635"/>
                  </a:moveTo>
                  <a:lnTo>
                    <a:pt x="770724" y="268744"/>
                  </a:lnTo>
                  <a:lnTo>
                    <a:pt x="761441" y="254965"/>
                  </a:lnTo>
                  <a:lnTo>
                    <a:pt x="747674" y="245668"/>
                  </a:lnTo>
                  <a:lnTo>
                    <a:pt x="730821" y="242265"/>
                  </a:lnTo>
                  <a:lnTo>
                    <a:pt x="387070" y="242265"/>
                  </a:lnTo>
                  <a:lnTo>
                    <a:pt x="387070" y="339166"/>
                  </a:lnTo>
                  <a:lnTo>
                    <a:pt x="385165" y="348602"/>
                  </a:lnTo>
                  <a:lnTo>
                    <a:pt x="379984" y="356298"/>
                  </a:lnTo>
                  <a:lnTo>
                    <a:pt x="372287" y="361492"/>
                  </a:lnTo>
                  <a:lnTo>
                    <a:pt x="362877" y="363397"/>
                  </a:lnTo>
                  <a:lnTo>
                    <a:pt x="353453" y="361492"/>
                  </a:lnTo>
                  <a:lnTo>
                    <a:pt x="345770" y="356298"/>
                  </a:lnTo>
                  <a:lnTo>
                    <a:pt x="340575" y="348602"/>
                  </a:lnTo>
                  <a:lnTo>
                    <a:pt x="338683" y="339166"/>
                  </a:lnTo>
                  <a:lnTo>
                    <a:pt x="340575" y="329742"/>
                  </a:lnTo>
                  <a:lnTo>
                    <a:pt x="345770" y="322033"/>
                  </a:lnTo>
                  <a:lnTo>
                    <a:pt x="353453" y="316852"/>
                  </a:lnTo>
                  <a:lnTo>
                    <a:pt x="362877" y="314947"/>
                  </a:lnTo>
                  <a:lnTo>
                    <a:pt x="372287" y="316852"/>
                  </a:lnTo>
                  <a:lnTo>
                    <a:pt x="379984" y="322033"/>
                  </a:lnTo>
                  <a:lnTo>
                    <a:pt x="385165" y="329742"/>
                  </a:lnTo>
                  <a:lnTo>
                    <a:pt x="387070" y="339166"/>
                  </a:lnTo>
                  <a:lnTo>
                    <a:pt x="387070" y="242265"/>
                  </a:lnTo>
                  <a:lnTo>
                    <a:pt x="266103" y="242265"/>
                  </a:lnTo>
                  <a:lnTo>
                    <a:pt x="266103" y="339166"/>
                  </a:lnTo>
                  <a:lnTo>
                    <a:pt x="264210" y="348602"/>
                  </a:lnTo>
                  <a:lnTo>
                    <a:pt x="259029" y="356298"/>
                  </a:lnTo>
                  <a:lnTo>
                    <a:pt x="251333" y="361492"/>
                  </a:lnTo>
                  <a:lnTo>
                    <a:pt x="241922" y="363397"/>
                  </a:lnTo>
                  <a:lnTo>
                    <a:pt x="232498" y="361492"/>
                  </a:lnTo>
                  <a:lnTo>
                    <a:pt x="224802" y="356298"/>
                  </a:lnTo>
                  <a:lnTo>
                    <a:pt x="219621" y="348602"/>
                  </a:lnTo>
                  <a:lnTo>
                    <a:pt x="217728" y="339166"/>
                  </a:lnTo>
                  <a:lnTo>
                    <a:pt x="219621" y="329742"/>
                  </a:lnTo>
                  <a:lnTo>
                    <a:pt x="224802" y="322033"/>
                  </a:lnTo>
                  <a:lnTo>
                    <a:pt x="232498" y="316852"/>
                  </a:lnTo>
                  <a:lnTo>
                    <a:pt x="241922" y="314947"/>
                  </a:lnTo>
                  <a:lnTo>
                    <a:pt x="251333" y="316852"/>
                  </a:lnTo>
                  <a:lnTo>
                    <a:pt x="259029" y="322033"/>
                  </a:lnTo>
                  <a:lnTo>
                    <a:pt x="264210" y="329742"/>
                  </a:lnTo>
                  <a:lnTo>
                    <a:pt x="266103" y="339166"/>
                  </a:lnTo>
                  <a:lnTo>
                    <a:pt x="266103" y="242265"/>
                  </a:lnTo>
                  <a:lnTo>
                    <a:pt x="145148" y="242265"/>
                  </a:lnTo>
                  <a:lnTo>
                    <a:pt x="145148" y="339166"/>
                  </a:lnTo>
                  <a:lnTo>
                    <a:pt x="143256" y="348602"/>
                  </a:lnTo>
                  <a:lnTo>
                    <a:pt x="138061" y="356298"/>
                  </a:lnTo>
                  <a:lnTo>
                    <a:pt x="130378" y="361492"/>
                  </a:lnTo>
                  <a:lnTo>
                    <a:pt x="120954" y="363397"/>
                  </a:lnTo>
                  <a:lnTo>
                    <a:pt x="111544" y="361492"/>
                  </a:lnTo>
                  <a:lnTo>
                    <a:pt x="103847" y="356298"/>
                  </a:lnTo>
                  <a:lnTo>
                    <a:pt x="98666" y="348602"/>
                  </a:lnTo>
                  <a:lnTo>
                    <a:pt x="96774" y="339166"/>
                  </a:lnTo>
                  <a:lnTo>
                    <a:pt x="98666" y="329742"/>
                  </a:lnTo>
                  <a:lnTo>
                    <a:pt x="103847" y="322033"/>
                  </a:lnTo>
                  <a:lnTo>
                    <a:pt x="111544" y="316852"/>
                  </a:lnTo>
                  <a:lnTo>
                    <a:pt x="120954" y="314947"/>
                  </a:lnTo>
                  <a:lnTo>
                    <a:pt x="130378" y="316852"/>
                  </a:lnTo>
                  <a:lnTo>
                    <a:pt x="138061" y="322033"/>
                  </a:lnTo>
                  <a:lnTo>
                    <a:pt x="143256" y="329742"/>
                  </a:lnTo>
                  <a:lnTo>
                    <a:pt x="145148" y="339166"/>
                  </a:lnTo>
                  <a:lnTo>
                    <a:pt x="145148" y="242265"/>
                  </a:lnTo>
                  <a:lnTo>
                    <a:pt x="43307" y="242265"/>
                  </a:lnTo>
                  <a:lnTo>
                    <a:pt x="26454" y="245668"/>
                  </a:lnTo>
                  <a:lnTo>
                    <a:pt x="12687" y="254965"/>
                  </a:lnTo>
                  <a:lnTo>
                    <a:pt x="3403" y="268744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687" y="423379"/>
                  </a:lnTo>
                  <a:lnTo>
                    <a:pt x="26454" y="432663"/>
                  </a:lnTo>
                  <a:lnTo>
                    <a:pt x="43307" y="436079"/>
                  </a:lnTo>
                  <a:lnTo>
                    <a:pt x="730821" y="436079"/>
                  </a:lnTo>
                  <a:lnTo>
                    <a:pt x="747674" y="432663"/>
                  </a:lnTo>
                  <a:lnTo>
                    <a:pt x="761441" y="423379"/>
                  </a:lnTo>
                  <a:lnTo>
                    <a:pt x="770724" y="409587"/>
                  </a:lnTo>
                  <a:lnTo>
                    <a:pt x="774128" y="392709"/>
                  </a:lnTo>
                  <a:lnTo>
                    <a:pt x="774128" y="363397"/>
                  </a:lnTo>
                  <a:lnTo>
                    <a:pt x="774128" y="314947"/>
                  </a:lnTo>
                  <a:lnTo>
                    <a:pt x="774128" y="285635"/>
                  </a:lnTo>
                  <a:close/>
                </a:path>
                <a:path w="774700" h="775335">
                  <a:moveTo>
                    <a:pt x="774128" y="43357"/>
                  </a:moveTo>
                  <a:lnTo>
                    <a:pt x="770724" y="26479"/>
                  </a:lnTo>
                  <a:lnTo>
                    <a:pt x="761441" y="12700"/>
                  </a:lnTo>
                  <a:lnTo>
                    <a:pt x="747674" y="3403"/>
                  </a:lnTo>
                  <a:lnTo>
                    <a:pt x="730821" y="0"/>
                  </a:lnTo>
                  <a:lnTo>
                    <a:pt x="387070" y="0"/>
                  </a:lnTo>
                  <a:lnTo>
                    <a:pt x="387070" y="96901"/>
                  </a:lnTo>
                  <a:lnTo>
                    <a:pt x="385165" y="106337"/>
                  </a:lnTo>
                  <a:lnTo>
                    <a:pt x="379984" y="114033"/>
                  </a:lnTo>
                  <a:lnTo>
                    <a:pt x="372287" y="119227"/>
                  </a:lnTo>
                  <a:lnTo>
                    <a:pt x="362877" y="121132"/>
                  </a:lnTo>
                  <a:lnTo>
                    <a:pt x="353453" y="119227"/>
                  </a:lnTo>
                  <a:lnTo>
                    <a:pt x="345770" y="114033"/>
                  </a:lnTo>
                  <a:lnTo>
                    <a:pt x="340588" y="106337"/>
                  </a:lnTo>
                  <a:lnTo>
                    <a:pt x="338683" y="96901"/>
                  </a:lnTo>
                  <a:lnTo>
                    <a:pt x="340588" y="87477"/>
                  </a:lnTo>
                  <a:lnTo>
                    <a:pt x="345770" y="79768"/>
                  </a:lnTo>
                  <a:lnTo>
                    <a:pt x="353453" y="74587"/>
                  </a:lnTo>
                  <a:lnTo>
                    <a:pt x="362877" y="72682"/>
                  </a:lnTo>
                  <a:lnTo>
                    <a:pt x="372287" y="74587"/>
                  </a:lnTo>
                  <a:lnTo>
                    <a:pt x="379984" y="79768"/>
                  </a:lnTo>
                  <a:lnTo>
                    <a:pt x="385165" y="87477"/>
                  </a:lnTo>
                  <a:lnTo>
                    <a:pt x="387070" y="96901"/>
                  </a:lnTo>
                  <a:lnTo>
                    <a:pt x="387070" y="0"/>
                  </a:lnTo>
                  <a:lnTo>
                    <a:pt x="266103" y="0"/>
                  </a:lnTo>
                  <a:lnTo>
                    <a:pt x="266103" y="96901"/>
                  </a:lnTo>
                  <a:lnTo>
                    <a:pt x="264210" y="106337"/>
                  </a:lnTo>
                  <a:lnTo>
                    <a:pt x="259029" y="114033"/>
                  </a:lnTo>
                  <a:lnTo>
                    <a:pt x="251333" y="119227"/>
                  </a:lnTo>
                  <a:lnTo>
                    <a:pt x="241922" y="121132"/>
                  </a:lnTo>
                  <a:lnTo>
                    <a:pt x="232498" y="119227"/>
                  </a:lnTo>
                  <a:lnTo>
                    <a:pt x="224802" y="114033"/>
                  </a:lnTo>
                  <a:lnTo>
                    <a:pt x="219621" y="106337"/>
                  </a:lnTo>
                  <a:lnTo>
                    <a:pt x="217728" y="96901"/>
                  </a:lnTo>
                  <a:lnTo>
                    <a:pt x="219621" y="87477"/>
                  </a:lnTo>
                  <a:lnTo>
                    <a:pt x="224802" y="79768"/>
                  </a:lnTo>
                  <a:lnTo>
                    <a:pt x="232498" y="74587"/>
                  </a:lnTo>
                  <a:lnTo>
                    <a:pt x="241922" y="72682"/>
                  </a:lnTo>
                  <a:lnTo>
                    <a:pt x="251333" y="74587"/>
                  </a:lnTo>
                  <a:lnTo>
                    <a:pt x="259029" y="79768"/>
                  </a:lnTo>
                  <a:lnTo>
                    <a:pt x="264210" y="87477"/>
                  </a:lnTo>
                  <a:lnTo>
                    <a:pt x="266103" y="96901"/>
                  </a:lnTo>
                  <a:lnTo>
                    <a:pt x="266103" y="0"/>
                  </a:lnTo>
                  <a:lnTo>
                    <a:pt x="145148" y="0"/>
                  </a:lnTo>
                  <a:lnTo>
                    <a:pt x="145148" y="96901"/>
                  </a:lnTo>
                  <a:lnTo>
                    <a:pt x="143256" y="106337"/>
                  </a:lnTo>
                  <a:lnTo>
                    <a:pt x="138061" y="114033"/>
                  </a:lnTo>
                  <a:lnTo>
                    <a:pt x="130378" y="119227"/>
                  </a:lnTo>
                  <a:lnTo>
                    <a:pt x="120954" y="121132"/>
                  </a:lnTo>
                  <a:lnTo>
                    <a:pt x="111544" y="119227"/>
                  </a:lnTo>
                  <a:lnTo>
                    <a:pt x="103847" y="114033"/>
                  </a:lnTo>
                  <a:lnTo>
                    <a:pt x="98666" y="106337"/>
                  </a:lnTo>
                  <a:lnTo>
                    <a:pt x="96774" y="96901"/>
                  </a:lnTo>
                  <a:lnTo>
                    <a:pt x="98666" y="87477"/>
                  </a:lnTo>
                  <a:lnTo>
                    <a:pt x="103847" y="79768"/>
                  </a:lnTo>
                  <a:lnTo>
                    <a:pt x="111544" y="74587"/>
                  </a:lnTo>
                  <a:lnTo>
                    <a:pt x="120954" y="72682"/>
                  </a:lnTo>
                  <a:lnTo>
                    <a:pt x="130378" y="74587"/>
                  </a:lnTo>
                  <a:lnTo>
                    <a:pt x="138061" y="79768"/>
                  </a:lnTo>
                  <a:lnTo>
                    <a:pt x="143256" y="87477"/>
                  </a:lnTo>
                  <a:lnTo>
                    <a:pt x="145148" y="96901"/>
                  </a:lnTo>
                  <a:lnTo>
                    <a:pt x="145148" y="0"/>
                  </a:lnTo>
                  <a:lnTo>
                    <a:pt x="43307" y="0"/>
                  </a:lnTo>
                  <a:lnTo>
                    <a:pt x="26454" y="3403"/>
                  </a:lnTo>
                  <a:lnTo>
                    <a:pt x="12687" y="12700"/>
                  </a:lnTo>
                  <a:lnTo>
                    <a:pt x="3403" y="26479"/>
                  </a:lnTo>
                  <a:lnTo>
                    <a:pt x="0" y="43357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687" y="181102"/>
                  </a:lnTo>
                  <a:lnTo>
                    <a:pt x="26454" y="190398"/>
                  </a:lnTo>
                  <a:lnTo>
                    <a:pt x="43307" y="193814"/>
                  </a:lnTo>
                  <a:lnTo>
                    <a:pt x="730821" y="193814"/>
                  </a:lnTo>
                  <a:lnTo>
                    <a:pt x="747674" y="190398"/>
                  </a:lnTo>
                  <a:lnTo>
                    <a:pt x="761441" y="181102"/>
                  </a:lnTo>
                  <a:lnTo>
                    <a:pt x="770724" y="167322"/>
                  </a:lnTo>
                  <a:lnTo>
                    <a:pt x="774128" y="150444"/>
                  </a:lnTo>
                  <a:lnTo>
                    <a:pt x="774128" y="121132"/>
                  </a:lnTo>
                  <a:lnTo>
                    <a:pt x="774128" y="72682"/>
                  </a:lnTo>
                  <a:lnTo>
                    <a:pt x="774128" y="4335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7313" y="2975603"/>
              <a:ext cx="2560320" cy="1697989"/>
            </a:xfrm>
            <a:custGeom>
              <a:avLst/>
              <a:gdLst/>
              <a:ahLst/>
              <a:cxnLst/>
              <a:rect l="l" t="t" r="r" b="b"/>
              <a:pathLst>
                <a:path w="2560320" h="1697989">
                  <a:moveTo>
                    <a:pt x="0" y="282968"/>
                  </a:moveTo>
                  <a:lnTo>
                    <a:pt x="3703" y="237071"/>
                  </a:lnTo>
                  <a:lnTo>
                    <a:pt x="14425" y="193530"/>
                  </a:lnTo>
                  <a:lnTo>
                    <a:pt x="31583" y="152930"/>
                  </a:lnTo>
                  <a:lnTo>
                    <a:pt x="54594" y="115853"/>
                  </a:lnTo>
                  <a:lnTo>
                    <a:pt x="82877" y="82881"/>
                  </a:lnTo>
                  <a:lnTo>
                    <a:pt x="115848" y="54598"/>
                  </a:lnTo>
                  <a:lnTo>
                    <a:pt x="152925" y="31585"/>
                  </a:lnTo>
                  <a:lnTo>
                    <a:pt x="193526" y="14426"/>
                  </a:lnTo>
                  <a:lnTo>
                    <a:pt x="237068" y="3703"/>
                  </a:lnTo>
                  <a:lnTo>
                    <a:pt x="282968" y="0"/>
                  </a:lnTo>
                  <a:lnTo>
                    <a:pt x="2277364" y="0"/>
                  </a:lnTo>
                  <a:lnTo>
                    <a:pt x="2323261" y="3703"/>
                  </a:lnTo>
                  <a:lnTo>
                    <a:pt x="2366800" y="14426"/>
                  </a:lnTo>
                  <a:lnTo>
                    <a:pt x="2407399" y="31585"/>
                  </a:lnTo>
                  <a:lnTo>
                    <a:pt x="2444474" y="54598"/>
                  </a:lnTo>
                  <a:lnTo>
                    <a:pt x="2477444" y="82881"/>
                  </a:lnTo>
                  <a:lnTo>
                    <a:pt x="2505726" y="115853"/>
                  </a:lnTo>
                  <a:lnTo>
                    <a:pt x="2528737" y="152930"/>
                  </a:lnTo>
                  <a:lnTo>
                    <a:pt x="2545894" y="193530"/>
                  </a:lnTo>
                  <a:lnTo>
                    <a:pt x="2556616" y="237071"/>
                  </a:lnTo>
                  <a:lnTo>
                    <a:pt x="2560320" y="282968"/>
                  </a:lnTo>
                  <a:lnTo>
                    <a:pt x="2560320" y="1414780"/>
                  </a:lnTo>
                  <a:lnTo>
                    <a:pt x="2556616" y="1460677"/>
                  </a:lnTo>
                  <a:lnTo>
                    <a:pt x="2545894" y="1504216"/>
                  </a:lnTo>
                  <a:lnTo>
                    <a:pt x="2528737" y="1544815"/>
                  </a:lnTo>
                  <a:lnTo>
                    <a:pt x="2505726" y="1581890"/>
                  </a:lnTo>
                  <a:lnTo>
                    <a:pt x="2477444" y="1614860"/>
                  </a:lnTo>
                  <a:lnTo>
                    <a:pt x="2444474" y="1643142"/>
                  </a:lnTo>
                  <a:lnTo>
                    <a:pt x="2407399" y="1666153"/>
                  </a:lnTo>
                  <a:lnTo>
                    <a:pt x="2366800" y="1683310"/>
                  </a:lnTo>
                  <a:lnTo>
                    <a:pt x="2323261" y="1694032"/>
                  </a:lnTo>
                  <a:lnTo>
                    <a:pt x="2277364" y="1697736"/>
                  </a:lnTo>
                  <a:lnTo>
                    <a:pt x="282968" y="1697736"/>
                  </a:lnTo>
                  <a:lnTo>
                    <a:pt x="237068" y="1694032"/>
                  </a:lnTo>
                  <a:lnTo>
                    <a:pt x="193526" y="1683310"/>
                  </a:lnTo>
                  <a:lnTo>
                    <a:pt x="152925" y="1666153"/>
                  </a:lnTo>
                  <a:lnTo>
                    <a:pt x="115848" y="1643142"/>
                  </a:lnTo>
                  <a:lnTo>
                    <a:pt x="82877" y="1614860"/>
                  </a:lnTo>
                  <a:lnTo>
                    <a:pt x="54594" y="1581890"/>
                  </a:lnTo>
                  <a:lnTo>
                    <a:pt x="31583" y="1544815"/>
                  </a:lnTo>
                  <a:lnTo>
                    <a:pt x="14425" y="1504216"/>
                  </a:lnTo>
                  <a:lnTo>
                    <a:pt x="3703" y="1460677"/>
                  </a:lnTo>
                  <a:lnTo>
                    <a:pt x="0" y="1414780"/>
                  </a:lnTo>
                  <a:lnTo>
                    <a:pt x="0" y="28296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3947" y="3823716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999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64422" y="3188207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84235" y="3159251"/>
              <a:ext cx="0" cy="1440180"/>
            </a:xfrm>
            <a:custGeom>
              <a:avLst/>
              <a:gdLst/>
              <a:ahLst/>
              <a:cxnLst/>
              <a:rect l="l" t="t" r="r" b="b"/>
              <a:pathLst>
                <a:path h="1440179">
                  <a:moveTo>
                    <a:pt x="0" y="0"/>
                  </a:moveTo>
                  <a:lnTo>
                    <a:pt x="0" y="1440002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58326" y="4572000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72300" y="3872483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999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6552" y="1956816"/>
            <a:ext cx="3022091" cy="55625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8159" y="5108447"/>
            <a:ext cx="2953499" cy="58369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8926868" y="4082529"/>
            <a:ext cx="527685" cy="716280"/>
          </a:xfrm>
          <a:custGeom>
            <a:avLst/>
            <a:gdLst/>
            <a:ahLst/>
            <a:cxnLst/>
            <a:rect l="l" t="t" r="r" b="b"/>
            <a:pathLst>
              <a:path w="527684" h="716279">
                <a:moveTo>
                  <a:pt x="527126" y="489889"/>
                </a:moveTo>
                <a:lnTo>
                  <a:pt x="517664" y="509866"/>
                </a:lnTo>
                <a:lnTo>
                  <a:pt x="491007" y="527862"/>
                </a:lnTo>
                <a:lnTo>
                  <a:pt x="470649" y="535393"/>
                </a:lnTo>
                <a:lnTo>
                  <a:pt x="470649" y="621792"/>
                </a:lnTo>
                <a:lnTo>
                  <a:pt x="469290" y="629500"/>
                </a:lnTo>
                <a:lnTo>
                  <a:pt x="465467" y="635444"/>
                </a:lnTo>
                <a:lnTo>
                  <a:pt x="459524" y="639279"/>
                </a:lnTo>
                <a:lnTo>
                  <a:pt x="451827" y="640626"/>
                </a:lnTo>
                <a:lnTo>
                  <a:pt x="444119" y="639279"/>
                </a:lnTo>
                <a:lnTo>
                  <a:pt x="438175" y="635444"/>
                </a:lnTo>
                <a:lnTo>
                  <a:pt x="434352" y="629500"/>
                </a:lnTo>
                <a:lnTo>
                  <a:pt x="432993" y="621792"/>
                </a:lnTo>
                <a:lnTo>
                  <a:pt x="434352" y="614070"/>
                </a:lnTo>
                <a:lnTo>
                  <a:pt x="438175" y="608126"/>
                </a:lnTo>
                <a:lnTo>
                  <a:pt x="444119" y="604304"/>
                </a:lnTo>
                <a:lnTo>
                  <a:pt x="451827" y="602945"/>
                </a:lnTo>
                <a:lnTo>
                  <a:pt x="459524" y="604304"/>
                </a:lnTo>
                <a:lnTo>
                  <a:pt x="465467" y="608126"/>
                </a:lnTo>
                <a:lnTo>
                  <a:pt x="469290" y="614070"/>
                </a:lnTo>
                <a:lnTo>
                  <a:pt x="470649" y="621792"/>
                </a:lnTo>
                <a:lnTo>
                  <a:pt x="470649" y="535393"/>
                </a:lnTo>
                <a:lnTo>
                  <a:pt x="449707" y="543128"/>
                </a:lnTo>
                <a:lnTo>
                  <a:pt x="396316" y="554939"/>
                </a:lnTo>
                <a:lnTo>
                  <a:pt x="333425" y="562559"/>
                </a:lnTo>
                <a:lnTo>
                  <a:pt x="263563" y="565264"/>
                </a:lnTo>
                <a:lnTo>
                  <a:pt x="193713" y="562559"/>
                </a:lnTo>
                <a:lnTo>
                  <a:pt x="130810" y="554939"/>
                </a:lnTo>
                <a:lnTo>
                  <a:pt x="77419" y="543128"/>
                </a:lnTo>
                <a:lnTo>
                  <a:pt x="36118" y="527862"/>
                </a:lnTo>
                <a:lnTo>
                  <a:pt x="0" y="489889"/>
                </a:lnTo>
                <a:lnTo>
                  <a:pt x="0" y="640626"/>
                </a:lnTo>
                <a:lnTo>
                  <a:pt x="36118" y="678599"/>
                </a:lnTo>
                <a:lnTo>
                  <a:pt x="77419" y="693864"/>
                </a:lnTo>
                <a:lnTo>
                  <a:pt x="130810" y="705675"/>
                </a:lnTo>
                <a:lnTo>
                  <a:pt x="193713" y="713295"/>
                </a:lnTo>
                <a:lnTo>
                  <a:pt x="263563" y="716000"/>
                </a:lnTo>
                <a:lnTo>
                  <a:pt x="333425" y="713295"/>
                </a:lnTo>
                <a:lnTo>
                  <a:pt x="396316" y="705675"/>
                </a:lnTo>
                <a:lnTo>
                  <a:pt x="449707" y="693864"/>
                </a:lnTo>
                <a:lnTo>
                  <a:pt x="491007" y="678599"/>
                </a:lnTo>
                <a:lnTo>
                  <a:pt x="527126" y="640626"/>
                </a:lnTo>
                <a:lnTo>
                  <a:pt x="527126" y="602945"/>
                </a:lnTo>
                <a:lnTo>
                  <a:pt x="527126" y="565264"/>
                </a:lnTo>
                <a:lnTo>
                  <a:pt x="527126" y="489889"/>
                </a:lnTo>
                <a:close/>
              </a:path>
              <a:path w="527684" h="716279">
                <a:moveTo>
                  <a:pt x="527126" y="301472"/>
                </a:moveTo>
                <a:lnTo>
                  <a:pt x="517664" y="321449"/>
                </a:lnTo>
                <a:lnTo>
                  <a:pt x="491007" y="339432"/>
                </a:lnTo>
                <a:lnTo>
                  <a:pt x="470649" y="346964"/>
                </a:lnTo>
                <a:lnTo>
                  <a:pt x="470649" y="433362"/>
                </a:lnTo>
                <a:lnTo>
                  <a:pt x="469290" y="441083"/>
                </a:lnTo>
                <a:lnTo>
                  <a:pt x="465467" y="447027"/>
                </a:lnTo>
                <a:lnTo>
                  <a:pt x="459524" y="450850"/>
                </a:lnTo>
                <a:lnTo>
                  <a:pt x="451827" y="452208"/>
                </a:lnTo>
                <a:lnTo>
                  <a:pt x="444119" y="450850"/>
                </a:lnTo>
                <a:lnTo>
                  <a:pt x="438175" y="447027"/>
                </a:lnTo>
                <a:lnTo>
                  <a:pt x="434352" y="441083"/>
                </a:lnTo>
                <a:lnTo>
                  <a:pt x="432993" y="433362"/>
                </a:lnTo>
                <a:lnTo>
                  <a:pt x="434352" y="425653"/>
                </a:lnTo>
                <a:lnTo>
                  <a:pt x="438175" y="419709"/>
                </a:lnTo>
                <a:lnTo>
                  <a:pt x="444119" y="415874"/>
                </a:lnTo>
                <a:lnTo>
                  <a:pt x="451827" y="414528"/>
                </a:lnTo>
                <a:lnTo>
                  <a:pt x="459524" y="415874"/>
                </a:lnTo>
                <a:lnTo>
                  <a:pt x="465467" y="419709"/>
                </a:lnTo>
                <a:lnTo>
                  <a:pt x="469290" y="425653"/>
                </a:lnTo>
                <a:lnTo>
                  <a:pt x="470649" y="433362"/>
                </a:lnTo>
                <a:lnTo>
                  <a:pt x="470649" y="346964"/>
                </a:lnTo>
                <a:lnTo>
                  <a:pt x="449707" y="354698"/>
                </a:lnTo>
                <a:lnTo>
                  <a:pt x="396316" y="366509"/>
                </a:lnTo>
                <a:lnTo>
                  <a:pt x="333425" y="374142"/>
                </a:lnTo>
                <a:lnTo>
                  <a:pt x="263563" y="376834"/>
                </a:lnTo>
                <a:lnTo>
                  <a:pt x="193713" y="374142"/>
                </a:lnTo>
                <a:lnTo>
                  <a:pt x="130810" y="366509"/>
                </a:lnTo>
                <a:lnTo>
                  <a:pt x="77419" y="354698"/>
                </a:lnTo>
                <a:lnTo>
                  <a:pt x="36118" y="339432"/>
                </a:lnTo>
                <a:lnTo>
                  <a:pt x="0" y="301472"/>
                </a:lnTo>
                <a:lnTo>
                  <a:pt x="0" y="452208"/>
                </a:lnTo>
                <a:lnTo>
                  <a:pt x="36118" y="490169"/>
                </a:lnTo>
                <a:lnTo>
                  <a:pt x="77419" y="505434"/>
                </a:lnTo>
                <a:lnTo>
                  <a:pt x="130810" y="517245"/>
                </a:lnTo>
                <a:lnTo>
                  <a:pt x="193713" y="524878"/>
                </a:lnTo>
                <a:lnTo>
                  <a:pt x="263563" y="527583"/>
                </a:lnTo>
                <a:lnTo>
                  <a:pt x="333425" y="524878"/>
                </a:lnTo>
                <a:lnTo>
                  <a:pt x="396316" y="517245"/>
                </a:lnTo>
                <a:lnTo>
                  <a:pt x="449707" y="505434"/>
                </a:lnTo>
                <a:lnTo>
                  <a:pt x="491007" y="490169"/>
                </a:lnTo>
                <a:lnTo>
                  <a:pt x="527126" y="452208"/>
                </a:lnTo>
                <a:lnTo>
                  <a:pt x="527126" y="414528"/>
                </a:lnTo>
                <a:lnTo>
                  <a:pt x="527126" y="376834"/>
                </a:lnTo>
                <a:lnTo>
                  <a:pt x="527126" y="301472"/>
                </a:lnTo>
                <a:close/>
              </a:path>
              <a:path w="527684" h="716279">
                <a:moveTo>
                  <a:pt x="527126" y="113042"/>
                </a:moveTo>
                <a:lnTo>
                  <a:pt x="517664" y="133019"/>
                </a:lnTo>
                <a:lnTo>
                  <a:pt x="491007" y="151015"/>
                </a:lnTo>
                <a:lnTo>
                  <a:pt x="470649" y="158546"/>
                </a:lnTo>
                <a:lnTo>
                  <a:pt x="470649" y="244944"/>
                </a:lnTo>
                <a:lnTo>
                  <a:pt x="469290" y="252653"/>
                </a:lnTo>
                <a:lnTo>
                  <a:pt x="465467" y="258610"/>
                </a:lnTo>
                <a:lnTo>
                  <a:pt x="459524" y="262432"/>
                </a:lnTo>
                <a:lnTo>
                  <a:pt x="451827" y="263791"/>
                </a:lnTo>
                <a:lnTo>
                  <a:pt x="444119" y="262432"/>
                </a:lnTo>
                <a:lnTo>
                  <a:pt x="438175" y="258610"/>
                </a:lnTo>
                <a:lnTo>
                  <a:pt x="434352" y="252653"/>
                </a:lnTo>
                <a:lnTo>
                  <a:pt x="432993" y="244944"/>
                </a:lnTo>
                <a:lnTo>
                  <a:pt x="434352" y="237236"/>
                </a:lnTo>
                <a:lnTo>
                  <a:pt x="438175" y="231279"/>
                </a:lnTo>
                <a:lnTo>
                  <a:pt x="444119" y="227457"/>
                </a:lnTo>
                <a:lnTo>
                  <a:pt x="451827" y="226098"/>
                </a:lnTo>
                <a:lnTo>
                  <a:pt x="459524" y="227457"/>
                </a:lnTo>
                <a:lnTo>
                  <a:pt x="465467" y="231279"/>
                </a:lnTo>
                <a:lnTo>
                  <a:pt x="469290" y="237236"/>
                </a:lnTo>
                <a:lnTo>
                  <a:pt x="470649" y="244944"/>
                </a:lnTo>
                <a:lnTo>
                  <a:pt x="470649" y="158546"/>
                </a:lnTo>
                <a:lnTo>
                  <a:pt x="449707" y="166281"/>
                </a:lnTo>
                <a:lnTo>
                  <a:pt x="396316" y="178092"/>
                </a:lnTo>
                <a:lnTo>
                  <a:pt x="333425" y="185712"/>
                </a:lnTo>
                <a:lnTo>
                  <a:pt x="263563" y="188417"/>
                </a:lnTo>
                <a:lnTo>
                  <a:pt x="193713" y="185712"/>
                </a:lnTo>
                <a:lnTo>
                  <a:pt x="130810" y="178092"/>
                </a:lnTo>
                <a:lnTo>
                  <a:pt x="77419" y="166281"/>
                </a:lnTo>
                <a:lnTo>
                  <a:pt x="36118" y="151015"/>
                </a:lnTo>
                <a:lnTo>
                  <a:pt x="0" y="113042"/>
                </a:lnTo>
                <a:lnTo>
                  <a:pt x="0" y="263791"/>
                </a:lnTo>
                <a:lnTo>
                  <a:pt x="36118" y="301752"/>
                </a:lnTo>
                <a:lnTo>
                  <a:pt x="77419" y="317017"/>
                </a:lnTo>
                <a:lnTo>
                  <a:pt x="130810" y="328828"/>
                </a:lnTo>
                <a:lnTo>
                  <a:pt x="193713" y="336448"/>
                </a:lnTo>
                <a:lnTo>
                  <a:pt x="263563" y="339153"/>
                </a:lnTo>
                <a:lnTo>
                  <a:pt x="333425" y="336448"/>
                </a:lnTo>
                <a:lnTo>
                  <a:pt x="396316" y="328828"/>
                </a:lnTo>
                <a:lnTo>
                  <a:pt x="449707" y="317017"/>
                </a:lnTo>
                <a:lnTo>
                  <a:pt x="491007" y="301752"/>
                </a:lnTo>
                <a:lnTo>
                  <a:pt x="527126" y="263791"/>
                </a:lnTo>
                <a:lnTo>
                  <a:pt x="527126" y="226098"/>
                </a:lnTo>
                <a:lnTo>
                  <a:pt x="527126" y="188417"/>
                </a:lnTo>
                <a:lnTo>
                  <a:pt x="527126" y="113042"/>
                </a:lnTo>
                <a:close/>
              </a:path>
              <a:path w="527684" h="716279">
                <a:moveTo>
                  <a:pt x="527126" y="75361"/>
                </a:moveTo>
                <a:lnTo>
                  <a:pt x="491147" y="37325"/>
                </a:lnTo>
                <a:lnTo>
                  <a:pt x="449935" y="22072"/>
                </a:lnTo>
                <a:lnTo>
                  <a:pt x="396582" y="10287"/>
                </a:lnTo>
                <a:lnTo>
                  <a:pt x="333629" y="2692"/>
                </a:lnTo>
                <a:lnTo>
                  <a:pt x="263563" y="0"/>
                </a:lnTo>
                <a:lnTo>
                  <a:pt x="193497" y="2692"/>
                </a:lnTo>
                <a:lnTo>
                  <a:pt x="130543" y="10287"/>
                </a:lnTo>
                <a:lnTo>
                  <a:pt x="77190" y="22072"/>
                </a:lnTo>
                <a:lnTo>
                  <a:pt x="35979" y="37325"/>
                </a:lnTo>
                <a:lnTo>
                  <a:pt x="0" y="75361"/>
                </a:lnTo>
                <a:lnTo>
                  <a:pt x="9410" y="95402"/>
                </a:lnTo>
                <a:lnTo>
                  <a:pt x="77190" y="128663"/>
                </a:lnTo>
                <a:lnTo>
                  <a:pt x="130543" y="140436"/>
                </a:lnTo>
                <a:lnTo>
                  <a:pt x="193497" y="148043"/>
                </a:lnTo>
                <a:lnTo>
                  <a:pt x="263563" y="150736"/>
                </a:lnTo>
                <a:lnTo>
                  <a:pt x="333629" y="148043"/>
                </a:lnTo>
                <a:lnTo>
                  <a:pt x="396582" y="140436"/>
                </a:lnTo>
                <a:lnTo>
                  <a:pt x="449935" y="128663"/>
                </a:lnTo>
                <a:lnTo>
                  <a:pt x="491147" y="113398"/>
                </a:lnTo>
                <a:lnTo>
                  <a:pt x="527126" y="75361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00110" y="2818853"/>
            <a:ext cx="866140" cy="527685"/>
          </a:xfrm>
          <a:custGeom>
            <a:avLst/>
            <a:gdLst/>
            <a:ahLst/>
            <a:cxnLst/>
            <a:rect l="l" t="t" r="r" b="b"/>
            <a:pathLst>
              <a:path w="866140" h="527685">
                <a:moveTo>
                  <a:pt x="564769" y="37680"/>
                </a:moveTo>
                <a:lnTo>
                  <a:pt x="561797" y="23050"/>
                </a:lnTo>
                <a:lnTo>
                  <a:pt x="553707" y="11061"/>
                </a:lnTo>
                <a:lnTo>
                  <a:pt x="541743" y="2971"/>
                </a:lnTo>
                <a:lnTo>
                  <a:pt x="527126" y="0"/>
                </a:lnTo>
                <a:lnTo>
                  <a:pt x="508292" y="0"/>
                </a:lnTo>
                <a:lnTo>
                  <a:pt x="508292" y="56527"/>
                </a:lnTo>
                <a:lnTo>
                  <a:pt x="508292" y="358000"/>
                </a:lnTo>
                <a:lnTo>
                  <a:pt x="56476" y="358000"/>
                </a:lnTo>
                <a:lnTo>
                  <a:pt x="56476" y="56527"/>
                </a:lnTo>
                <a:lnTo>
                  <a:pt x="508292" y="56527"/>
                </a:lnTo>
                <a:lnTo>
                  <a:pt x="508292" y="0"/>
                </a:lnTo>
                <a:lnTo>
                  <a:pt x="37642" y="0"/>
                </a:lnTo>
                <a:lnTo>
                  <a:pt x="23025" y="2971"/>
                </a:lnTo>
                <a:lnTo>
                  <a:pt x="11049" y="11061"/>
                </a:lnTo>
                <a:lnTo>
                  <a:pt x="2959" y="23050"/>
                </a:lnTo>
                <a:lnTo>
                  <a:pt x="0" y="37680"/>
                </a:lnTo>
                <a:lnTo>
                  <a:pt x="0" y="376834"/>
                </a:lnTo>
                <a:lnTo>
                  <a:pt x="2959" y="391477"/>
                </a:lnTo>
                <a:lnTo>
                  <a:pt x="11049" y="403453"/>
                </a:lnTo>
                <a:lnTo>
                  <a:pt x="23025" y="411556"/>
                </a:lnTo>
                <a:lnTo>
                  <a:pt x="37642" y="414528"/>
                </a:lnTo>
                <a:lnTo>
                  <a:pt x="225907" y="414528"/>
                </a:lnTo>
                <a:lnTo>
                  <a:pt x="225907" y="471055"/>
                </a:lnTo>
                <a:lnTo>
                  <a:pt x="141185" y="471055"/>
                </a:lnTo>
                <a:lnTo>
                  <a:pt x="141185" y="527583"/>
                </a:lnTo>
                <a:lnTo>
                  <a:pt x="423583" y="527583"/>
                </a:lnTo>
                <a:lnTo>
                  <a:pt x="423583" y="471055"/>
                </a:lnTo>
                <a:lnTo>
                  <a:pt x="338861" y="471055"/>
                </a:lnTo>
                <a:lnTo>
                  <a:pt x="338861" y="414528"/>
                </a:lnTo>
                <a:lnTo>
                  <a:pt x="527126" y="414528"/>
                </a:lnTo>
                <a:lnTo>
                  <a:pt x="541743" y="411556"/>
                </a:lnTo>
                <a:lnTo>
                  <a:pt x="553707" y="403453"/>
                </a:lnTo>
                <a:lnTo>
                  <a:pt x="561797" y="391477"/>
                </a:lnTo>
                <a:lnTo>
                  <a:pt x="564769" y="376834"/>
                </a:lnTo>
                <a:lnTo>
                  <a:pt x="564769" y="358000"/>
                </a:lnTo>
                <a:lnTo>
                  <a:pt x="564769" y="56527"/>
                </a:lnTo>
                <a:lnTo>
                  <a:pt x="564769" y="37680"/>
                </a:lnTo>
                <a:close/>
              </a:path>
              <a:path w="866140" h="527685">
                <a:moveTo>
                  <a:pt x="865987" y="37680"/>
                </a:moveTo>
                <a:lnTo>
                  <a:pt x="863015" y="23050"/>
                </a:lnTo>
                <a:lnTo>
                  <a:pt x="854925" y="11061"/>
                </a:lnTo>
                <a:lnTo>
                  <a:pt x="842949" y="2971"/>
                </a:lnTo>
                <a:lnTo>
                  <a:pt x="828332" y="0"/>
                </a:lnTo>
                <a:lnTo>
                  <a:pt x="828332" y="37680"/>
                </a:lnTo>
                <a:lnTo>
                  <a:pt x="828332" y="94208"/>
                </a:lnTo>
                <a:lnTo>
                  <a:pt x="828332" y="131889"/>
                </a:lnTo>
                <a:lnTo>
                  <a:pt x="828332" y="188417"/>
                </a:lnTo>
                <a:lnTo>
                  <a:pt x="762444" y="188417"/>
                </a:lnTo>
                <a:lnTo>
                  <a:pt x="762444" y="442785"/>
                </a:lnTo>
                <a:lnTo>
                  <a:pt x="760285" y="453961"/>
                </a:lnTo>
                <a:lnTo>
                  <a:pt x="754329" y="462927"/>
                </a:lnTo>
                <a:lnTo>
                  <a:pt x="745363" y="468884"/>
                </a:lnTo>
                <a:lnTo>
                  <a:pt x="734199" y="471055"/>
                </a:lnTo>
                <a:lnTo>
                  <a:pt x="723036" y="468884"/>
                </a:lnTo>
                <a:lnTo>
                  <a:pt x="714082" y="462927"/>
                </a:lnTo>
                <a:lnTo>
                  <a:pt x="708126" y="453961"/>
                </a:lnTo>
                <a:lnTo>
                  <a:pt x="705967" y="442785"/>
                </a:lnTo>
                <a:lnTo>
                  <a:pt x="708126" y="431609"/>
                </a:lnTo>
                <a:lnTo>
                  <a:pt x="745363" y="416687"/>
                </a:lnTo>
                <a:lnTo>
                  <a:pt x="762444" y="442785"/>
                </a:lnTo>
                <a:lnTo>
                  <a:pt x="762444" y="188417"/>
                </a:lnTo>
                <a:lnTo>
                  <a:pt x="640080" y="188417"/>
                </a:lnTo>
                <a:lnTo>
                  <a:pt x="640080" y="131889"/>
                </a:lnTo>
                <a:lnTo>
                  <a:pt x="828332" y="131889"/>
                </a:lnTo>
                <a:lnTo>
                  <a:pt x="828332" y="94208"/>
                </a:lnTo>
                <a:lnTo>
                  <a:pt x="640080" y="94208"/>
                </a:lnTo>
                <a:lnTo>
                  <a:pt x="640080" y="37680"/>
                </a:lnTo>
                <a:lnTo>
                  <a:pt x="828332" y="37680"/>
                </a:lnTo>
                <a:lnTo>
                  <a:pt x="828332" y="0"/>
                </a:lnTo>
                <a:lnTo>
                  <a:pt x="640080" y="0"/>
                </a:lnTo>
                <a:lnTo>
                  <a:pt x="625449" y="2971"/>
                </a:lnTo>
                <a:lnTo>
                  <a:pt x="613486" y="11061"/>
                </a:lnTo>
                <a:lnTo>
                  <a:pt x="605396" y="23050"/>
                </a:lnTo>
                <a:lnTo>
                  <a:pt x="602424" y="37680"/>
                </a:lnTo>
                <a:lnTo>
                  <a:pt x="602424" y="489889"/>
                </a:lnTo>
                <a:lnTo>
                  <a:pt x="605396" y="504520"/>
                </a:lnTo>
                <a:lnTo>
                  <a:pt x="613486" y="516509"/>
                </a:lnTo>
                <a:lnTo>
                  <a:pt x="625449" y="524598"/>
                </a:lnTo>
                <a:lnTo>
                  <a:pt x="640080" y="527583"/>
                </a:lnTo>
                <a:lnTo>
                  <a:pt x="828332" y="527583"/>
                </a:lnTo>
                <a:lnTo>
                  <a:pt x="842949" y="524598"/>
                </a:lnTo>
                <a:lnTo>
                  <a:pt x="854925" y="516509"/>
                </a:lnTo>
                <a:lnTo>
                  <a:pt x="863015" y="504520"/>
                </a:lnTo>
                <a:lnTo>
                  <a:pt x="865987" y="489889"/>
                </a:lnTo>
                <a:lnTo>
                  <a:pt x="865987" y="471055"/>
                </a:lnTo>
                <a:lnTo>
                  <a:pt x="865987" y="414528"/>
                </a:lnTo>
                <a:lnTo>
                  <a:pt x="865987" y="188417"/>
                </a:lnTo>
                <a:lnTo>
                  <a:pt x="865987" y="131889"/>
                </a:lnTo>
                <a:lnTo>
                  <a:pt x="865987" y="94208"/>
                </a:lnTo>
                <a:lnTo>
                  <a:pt x="865987" y="3768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814955" y="2840578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ED7D31"/>
                </a:solidFill>
                <a:latin typeface="Calibri"/>
                <a:cs typeface="Calibri"/>
              </a:rPr>
              <a:t>User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Application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32257" y="4239558"/>
            <a:ext cx="826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9648" y="1823046"/>
            <a:ext cx="210185" cy="373380"/>
          </a:xfrm>
          <a:custGeom>
            <a:avLst/>
            <a:gdLst/>
            <a:ahLst/>
            <a:cxnLst/>
            <a:rect l="l" t="t" r="r" b="b"/>
            <a:pathLst>
              <a:path w="210184" h="373380">
                <a:moveTo>
                  <a:pt x="103543" y="26390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16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72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210184" h="373380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210184" h="373380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84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788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1332" y="1823046"/>
            <a:ext cx="465455" cy="769620"/>
          </a:xfrm>
          <a:custGeom>
            <a:avLst/>
            <a:gdLst/>
            <a:ahLst/>
            <a:cxnLst/>
            <a:rect l="l" t="t" r="r" b="b"/>
            <a:pathLst>
              <a:path w="465455" h="769619">
                <a:moveTo>
                  <a:pt x="314833" y="186664"/>
                </a:moveTo>
                <a:lnTo>
                  <a:pt x="312597" y="163931"/>
                </a:lnTo>
                <a:lnTo>
                  <a:pt x="306133" y="142709"/>
                </a:lnTo>
                <a:lnTo>
                  <a:pt x="295770" y="123418"/>
                </a:lnTo>
                <a:lnTo>
                  <a:pt x="281889" y="106527"/>
                </a:lnTo>
                <a:lnTo>
                  <a:pt x="255536" y="132918"/>
                </a:lnTo>
                <a:lnTo>
                  <a:pt x="264477" y="143840"/>
                </a:lnTo>
                <a:lnTo>
                  <a:pt x="271297" y="156616"/>
                </a:lnTo>
                <a:lnTo>
                  <a:pt x="275653" y="170967"/>
                </a:lnTo>
                <a:lnTo>
                  <a:pt x="277190" y="186664"/>
                </a:lnTo>
                <a:lnTo>
                  <a:pt x="275653" y="202209"/>
                </a:lnTo>
                <a:lnTo>
                  <a:pt x="271297" y="216357"/>
                </a:lnTo>
                <a:lnTo>
                  <a:pt x="264477" y="229082"/>
                </a:lnTo>
                <a:lnTo>
                  <a:pt x="255536" y="240398"/>
                </a:lnTo>
                <a:lnTo>
                  <a:pt x="281889" y="266788"/>
                </a:lnTo>
                <a:lnTo>
                  <a:pt x="295770" y="249897"/>
                </a:lnTo>
                <a:lnTo>
                  <a:pt x="306133" y="230619"/>
                </a:lnTo>
                <a:lnTo>
                  <a:pt x="312597" y="209384"/>
                </a:lnTo>
                <a:lnTo>
                  <a:pt x="314833" y="186664"/>
                </a:lnTo>
                <a:close/>
              </a:path>
              <a:path w="465455" h="769619">
                <a:moveTo>
                  <a:pt x="390144" y="186664"/>
                </a:moveTo>
                <a:lnTo>
                  <a:pt x="386359" y="148793"/>
                </a:lnTo>
                <a:lnTo>
                  <a:pt x="375437" y="113474"/>
                </a:lnTo>
                <a:lnTo>
                  <a:pt x="357974" y="81534"/>
                </a:lnTo>
                <a:lnTo>
                  <a:pt x="334606" y="53733"/>
                </a:lnTo>
                <a:lnTo>
                  <a:pt x="308241" y="80124"/>
                </a:lnTo>
                <a:lnTo>
                  <a:pt x="326682" y="102476"/>
                </a:lnTo>
                <a:lnTo>
                  <a:pt x="340601" y="128092"/>
                </a:lnTo>
                <a:lnTo>
                  <a:pt x="349415" y="156362"/>
                </a:lnTo>
                <a:lnTo>
                  <a:pt x="352488" y="186664"/>
                </a:lnTo>
                <a:lnTo>
                  <a:pt x="349415" y="216954"/>
                </a:lnTo>
                <a:lnTo>
                  <a:pt x="340601" y="245224"/>
                </a:lnTo>
                <a:lnTo>
                  <a:pt x="326682" y="270840"/>
                </a:lnTo>
                <a:lnTo>
                  <a:pt x="308241" y="293192"/>
                </a:lnTo>
                <a:lnTo>
                  <a:pt x="334606" y="319582"/>
                </a:lnTo>
                <a:lnTo>
                  <a:pt x="357974" y="291795"/>
                </a:lnTo>
                <a:lnTo>
                  <a:pt x="375437" y="259842"/>
                </a:lnTo>
                <a:lnTo>
                  <a:pt x="386359" y="224536"/>
                </a:lnTo>
                <a:lnTo>
                  <a:pt x="390144" y="186664"/>
                </a:lnTo>
                <a:close/>
              </a:path>
              <a:path w="465455" h="769619">
                <a:moveTo>
                  <a:pt x="437388" y="446709"/>
                </a:moveTo>
                <a:lnTo>
                  <a:pt x="432308" y="421589"/>
                </a:lnTo>
                <a:lnTo>
                  <a:pt x="418490" y="401078"/>
                </a:lnTo>
                <a:lnTo>
                  <a:pt x="397979" y="387261"/>
                </a:lnTo>
                <a:lnTo>
                  <a:pt x="372872" y="382193"/>
                </a:lnTo>
                <a:lnTo>
                  <a:pt x="220700" y="382193"/>
                </a:lnTo>
                <a:lnTo>
                  <a:pt x="220700" y="218706"/>
                </a:lnTo>
                <a:lnTo>
                  <a:pt x="228409" y="212775"/>
                </a:lnTo>
                <a:lnTo>
                  <a:pt x="234353" y="205155"/>
                </a:lnTo>
                <a:lnTo>
                  <a:pt x="238175" y="196303"/>
                </a:lnTo>
                <a:lnTo>
                  <a:pt x="239534" y="186651"/>
                </a:lnTo>
                <a:lnTo>
                  <a:pt x="236562" y="172021"/>
                </a:lnTo>
                <a:lnTo>
                  <a:pt x="228473" y="160020"/>
                </a:lnTo>
                <a:lnTo>
                  <a:pt x="216496" y="151930"/>
                </a:lnTo>
                <a:lnTo>
                  <a:pt x="201879" y="148945"/>
                </a:lnTo>
                <a:lnTo>
                  <a:pt x="187261" y="151930"/>
                </a:lnTo>
                <a:lnTo>
                  <a:pt x="175285" y="160020"/>
                </a:lnTo>
                <a:lnTo>
                  <a:pt x="167195" y="172021"/>
                </a:lnTo>
                <a:lnTo>
                  <a:pt x="164223" y="186651"/>
                </a:lnTo>
                <a:lnTo>
                  <a:pt x="165582" y="196837"/>
                </a:lnTo>
                <a:lnTo>
                  <a:pt x="169405" y="205867"/>
                </a:lnTo>
                <a:lnTo>
                  <a:pt x="175348" y="213309"/>
                </a:lnTo>
                <a:lnTo>
                  <a:pt x="183057" y="218706"/>
                </a:lnTo>
                <a:lnTo>
                  <a:pt x="183057" y="382193"/>
                </a:lnTo>
                <a:lnTo>
                  <a:pt x="64516" y="382193"/>
                </a:lnTo>
                <a:lnTo>
                  <a:pt x="39395" y="387261"/>
                </a:lnTo>
                <a:lnTo>
                  <a:pt x="18884" y="401078"/>
                </a:lnTo>
                <a:lnTo>
                  <a:pt x="5067" y="421589"/>
                </a:lnTo>
                <a:lnTo>
                  <a:pt x="0" y="446709"/>
                </a:lnTo>
                <a:lnTo>
                  <a:pt x="0" y="704773"/>
                </a:lnTo>
                <a:lnTo>
                  <a:pt x="5067" y="729881"/>
                </a:lnTo>
                <a:lnTo>
                  <a:pt x="18884" y="750379"/>
                </a:lnTo>
                <a:lnTo>
                  <a:pt x="39395" y="764209"/>
                </a:lnTo>
                <a:lnTo>
                  <a:pt x="64516" y="769289"/>
                </a:lnTo>
                <a:lnTo>
                  <a:pt x="372872" y="769289"/>
                </a:lnTo>
                <a:lnTo>
                  <a:pt x="397979" y="764209"/>
                </a:lnTo>
                <a:lnTo>
                  <a:pt x="418490" y="750379"/>
                </a:lnTo>
                <a:lnTo>
                  <a:pt x="432308" y="729881"/>
                </a:lnTo>
                <a:lnTo>
                  <a:pt x="437388" y="704773"/>
                </a:lnTo>
                <a:lnTo>
                  <a:pt x="437388" y="446709"/>
                </a:lnTo>
                <a:close/>
              </a:path>
              <a:path w="465455" h="769619">
                <a:moveTo>
                  <a:pt x="465442" y="186664"/>
                </a:moveTo>
                <a:lnTo>
                  <a:pt x="460133" y="133629"/>
                </a:lnTo>
                <a:lnTo>
                  <a:pt x="444855" y="84137"/>
                </a:lnTo>
                <a:lnTo>
                  <a:pt x="420573" y="39243"/>
                </a:lnTo>
                <a:lnTo>
                  <a:pt x="388251" y="0"/>
                </a:lnTo>
                <a:lnTo>
                  <a:pt x="361899" y="26390"/>
                </a:lnTo>
                <a:lnTo>
                  <a:pt x="389267" y="59651"/>
                </a:lnTo>
                <a:lnTo>
                  <a:pt x="410019" y="98044"/>
                </a:lnTo>
                <a:lnTo>
                  <a:pt x="423189" y="140665"/>
                </a:lnTo>
                <a:lnTo>
                  <a:pt x="427786" y="186664"/>
                </a:lnTo>
                <a:lnTo>
                  <a:pt x="423189" y="232511"/>
                </a:lnTo>
                <a:lnTo>
                  <a:pt x="410019" y="274916"/>
                </a:lnTo>
                <a:lnTo>
                  <a:pt x="389267" y="313270"/>
                </a:lnTo>
                <a:lnTo>
                  <a:pt x="361899" y="346925"/>
                </a:lnTo>
                <a:lnTo>
                  <a:pt x="388251" y="373316"/>
                </a:lnTo>
                <a:lnTo>
                  <a:pt x="420573" y="334073"/>
                </a:lnTo>
                <a:lnTo>
                  <a:pt x="444855" y="289179"/>
                </a:lnTo>
                <a:lnTo>
                  <a:pt x="460133" y="239687"/>
                </a:lnTo>
                <a:lnTo>
                  <a:pt x="465442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7495" y="2560340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5704" y="1752600"/>
            <a:ext cx="503661" cy="914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41206" y="2555816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5380" y="2042820"/>
            <a:ext cx="775335" cy="775335"/>
          </a:xfrm>
          <a:custGeom>
            <a:avLst/>
            <a:gdLst/>
            <a:ahLst/>
            <a:cxnLst/>
            <a:rect l="l" t="t" r="r" b="b"/>
            <a:pathLst>
              <a:path w="775335" h="775335">
                <a:moveTo>
                  <a:pt x="775131" y="527900"/>
                </a:moveTo>
                <a:lnTo>
                  <a:pt x="771715" y="511022"/>
                </a:lnTo>
                <a:lnTo>
                  <a:pt x="762431" y="497230"/>
                </a:lnTo>
                <a:lnTo>
                  <a:pt x="748639" y="487934"/>
                </a:lnTo>
                <a:lnTo>
                  <a:pt x="731774" y="484530"/>
                </a:lnTo>
                <a:lnTo>
                  <a:pt x="387565" y="484530"/>
                </a:lnTo>
                <a:lnTo>
                  <a:pt x="387565" y="581431"/>
                </a:lnTo>
                <a:lnTo>
                  <a:pt x="385660" y="590867"/>
                </a:lnTo>
                <a:lnTo>
                  <a:pt x="380466" y="598563"/>
                </a:lnTo>
                <a:lnTo>
                  <a:pt x="372770" y="603758"/>
                </a:lnTo>
                <a:lnTo>
                  <a:pt x="363334" y="605663"/>
                </a:lnTo>
                <a:lnTo>
                  <a:pt x="353910" y="603758"/>
                </a:lnTo>
                <a:lnTo>
                  <a:pt x="346214" y="598563"/>
                </a:lnTo>
                <a:lnTo>
                  <a:pt x="341020" y="590867"/>
                </a:lnTo>
                <a:lnTo>
                  <a:pt x="339115" y="581431"/>
                </a:lnTo>
                <a:lnTo>
                  <a:pt x="341020" y="572008"/>
                </a:lnTo>
                <a:lnTo>
                  <a:pt x="346214" y="564299"/>
                </a:lnTo>
                <a:lnTo>
                  <a:pt x="353910" y="559117"/>
                </a:lnTo>
                <a:lnTo>
                  <a:pt x="363334" y="557212"/>
                </a:lnTo>
                <a:lnTo>
                  <a:pt x="372770" y="559117"/>
                </a:lnTo>
                <a:lnTo>
                  <a:pt x="380466" y="564299"/>
                </a:lnTo>
                <a:lnTo>
                  <a:pt x="385660" y="572008"/>
                </a:lnTo>
                <a:lnTo>
                  <a:pt x="387565" y="581431"/>
                </a:lnTo>
                <a:lnTo>
                  <a:pt x="387565" y="484530"/>
                </a:lnTo>
                <a:lnTo>
                  <a:pt x="266446" y="484530"/>
                </a:lnTo>
                <a:lnTo>
                  <a:pt x="266446" y="581431"/>
                </a:lnTo>
                <a:lnTo>
                  <a:pt x="264541" y="590867"/>
                </a:lnTo>
                <a:lnTo>
                  <a:pt x="259359" y="598563"/>
                </a:lnTo>
                <a:lnTo>
                  <a:pt x="251663" y="603758"/>
                </a:lnTo>
                <a:lnTo>
                  <a:pt x="242227" y="605663"/>
                </a:lnTo>
                <a:lnTo>
                  <a:pt x="232791" y="603758"/>
                </a:lnTo>
                <a:lnTo>
                  <a:pt x="225094" y="598563"/>
                </a:lnTo>
                <a:lnTo>
                  <a:pt x="219913" y="590867"/>
                </a:lnTo>
                <a:lnTo>
                  <a:pt x="218008" y="581431"/>
                </a:lnTo>
                <a:lnTo>
                  <a:pt x="219913" y="572008"/>
                </a:lnTo>
                <a:lnTo>
                  <a:pt x="225094" y="564299"/>
                </a:lnTo>
                <a:lnTo>
                  <a:pt x="232791" y="559117"/>
                </a:lnTo>
                <a:lnTo>
                  <a:pt x="242227" y="557212"/>
                </a:lnTo>
                <a:lnTo>
                  <a:pt x="251663" y="559117"/>
                </a:lnTo>
                <a:lnTo>
                  <a:pt x="259359" y="564299"/>
                </a:lnTo>
                <a:lnTo>
                  <a:pt x="264541" y="572008"/>
                </a:lnTo>
                <a:lnTo>
                  <a:pt x="266446" y="581431"/>
                </a:lnTo>
                <a:lnTo>
                  <a:pt x="266446" y="484530"/>
                </a:lnTo>
                <a:lnTo>
                  <a:pt x="145338" y="484530"/>
                </a:lnTo>
                <a:lnTo>
                  <a:pt x="145338" y="581431"/>
                </a:lnTo>
                <a:lnTo>
                  <a:pt x="143433" y="590867"/>
                </a:lnTo>
                <a:lnTo>
                  <a:pt x="138239" y="598563"/>
                </a:lnTo>
                <a:lnTo>
                  <a:pt x="130543" y="603758"/>
                </a:lnTo>
                <a:lnTo>
                  <a:pt x="121107" y="605663"/>
                </a:lnTo>
                <a:lnTo>
                  <a:pt x="111683" y="603758"/>
                </a:lnTo>
                <a:lnTo>
                  <a:pt x="103987" y="598563"/>
                </a:lnTo>
                <a:lnTo>
                  <a:pt x="98793" y="590867"/>
                </a:lnTo>
                <a:lnTo>
                  <a:pt x="96888" y="581431"/>
                </a:lnTo>
                <a:lnTo>
                  <a:pt x="98793" y="572008"/>
                </a:lnTo>
                <a:lnTo>
                  <a:pt x="103987" y="564299"/>
                </a:lnTo>
                <a:lnTo>
                  <a:pt x="111683" y="559117"/>
                </a:lnTo>
                <a:lnTo>
                  <a:pt x="121107" y="557212"/>
                </a:lnTo>
                <a:lnTo>
                  <a:pt x="130543" y="559117"/>
                </a:lnTo>
                <a:lnTo>
                  <a:pt x="138239" y="564299"/>
                </a:lnTo>
                <a:lnTo>
                  <a:pt x="143433" y="572008"/>
                </a:lnTo>
                <a:lnTo>
                  <a:pt x="145338" y="581431"/>
                </a:lnTo>
                <a:lnTo>
                  <a:pt x="145338" y="484530"/>
                </a:lnTo>
                <a:lnTo>
                  <a:pt x="43357" y="484530"/>
                </a:lnTo>
                <a:lnTo>
                  <a:pt x="26479" y="487934"/>
                </a:lnTo>
                <a:lnTo>
                  <a:pt x="12700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700" y="665645"/>
                </a:lnTo>
                <a:lnTo>
                  <a:pt x="26479" y="674928"/>
                </a:lnTo>
                <a:lnTo>
                  <a:pt x="43357" y="678345"/>
                </a:lnTo>
                <a:lnTo>
                  <a:pt x="351218" y="678345"/>
                </a:lnTo>
                <a:lnTo>
                  <a:pt x="351218" y="775246"/>
                </a:lnTo>
                <a:lnTo>
                  <a:pt x="423875" y="775246"/>
                </a:lnTo>
                <a:lnTo>
                  <a:pt x="423875" y="678345"/>
                </a:lnTo>
                <a:lnTo>
                  <a:pt x="731774" y="678345"/>
                </a:lnTo>
                <a:lnTo>
                  <a:pt x="748639" y="674928"/>
                </a:lnTo>
                <a:lnTo>
                  <a:pt x="762431" y="665645"/>
                </a:lnTo>
                <a:lnTo>
                  <a:pt x="771715" y="651852"/>
                </a:lnTo>
                <a:lnTo>
                  <a:pt x="775131" y="634974"/>
                </a:lnTo>
                <a:lnTo>
                  <a:pt x="775131" y="605663"/>
                </a:lnTo>
                <a:lnTo>
                  <a:pt x="775131" y="557212"/>
                </a:lnTo>
                <a:lnTo>
                  <a:pt x="775131" y="527900"/>
                </a:lnTo>
                <a:close/>
              </a:path>
              <a:path w="775335" h="775335">
                <a:moveTo>
                  <a:pt x="775131" y="285635"/>
                </a:moveTo>
                <a:lnTo>
                  <a:pt x="771715" y="268757"/>
                </a:lnTo>
                <a:lnTo>
                  <a:pt x="762431" y="254965"/>
                </a:lnTo>
                <a:lnTo>
                  <a:pt x="748639" y="245668"/>
                </a:lnTo>
                <a:lnTo>
                  <a:pt x="731774" y="242265"/>
                </a:lnTo>
                <a:lnTo>
                  <a:pt x="387565" y="242265"/>
                </a:lnTo>
                <a:lnTo>
                  <a:pt x="387565" y="339166"/>
                </a:lnTo>
                <a:lnTo>
                  <a:pt x="385660" y="348602"/>
                </a:lnTo>
                <a:lnTo>
                  <a:pt x="380466" y="356298"/>
                </a:lnTo>
                <a:lnTo>
                  <a:pt x="372770" y="361492"/>
                </a:lnTo>
                <a:lnTo>
                  <a:pt x="363347" y="363397"/>
                </a:lnTo>
                <a:lnTo>
                  <a:pt x="353910" y="361492"/>
                </a:lnTo>
                <a:lnTo>
                  <a:pt x="346214" y="356298"/>
                </a:lnTo>
                <a:lnTo>
                  <a:pt x="341020" y="348602"/>
                </a:lnTo>
                <a:lnTo>
                  <a:pt x="339115" y="339166"/>
                </a:lnTo>
                <a:lnTo>
                  <a:pt x="341020" y="329742"/>
                </a:lnTo>
                <a:lnTo>
                  <a:pt x="346214" y="322033"/>
                </a:lnTo>
                <a:lnTo>
                  <a:pt x="353910" y="316852"/>
                </a:lnTo>
                <a:lnTo>
                  <a:pt x="363347" y="314947"/>
                </a:lnTo>
                <a:lnTo>
                  <a:pt x="372770" y="316852"/>
                </a:lnTo>
                <a:lnTo>
                  <a:pt x="380466" y="322033"/>
                </a:lnTo>
                <a:lnTo>
                  <a:pt x="385660" y="329742"/>
                </a:lnTo>
                <a:lnTo>
                  <a:pt x="387565" y="339166"/>
                </a:lnTo>
                <a:lnTo>
                  <a:pt x="387565" y="242265"/>
                </a:lnTo>
                <a:lnTo>
                  <a:pt x="266446" y="242265"/>
                </a:lnTo>
                <a:lnTo>
                  <a:pt x="266446" y="339166"/>
                </a:lnTo>
                <a:lnTo>
                  <a:pt x="264541" y="348602"/>
                </a:lnTo>
                <a:lnTo>
                  <a:pt x="259359" y="356298"/>
                </a:lnTo>
                <a:lnTo>
                  <a:pt x="251663" y="361492"/>
                </a:lnTo>
                <a:lnTo>
                  <a:pt x="242227" y="363397"/>
                </a:lnTo>
                <a:lnTo>
                  <a:pt x="232791" y="361492"/>
                </a:lnTo>
                <a:lnTo>
                  <a:pt x="225094" y="356298"/>
                </a:lnTo>
                <a:lnTo>
                  <a:pt x="219913" y="348602"/>
                </a:lnTo>
                <a:lnTo>
                  <a:pt x="218008" y="339166"/>
                </a:lnTo>
                <a:lnTo>
                  <a:pt x="219913" y="329742"/>
                </a:lnTo>
                <a:lnTo>
                  <a:pt x="225094" y="322033"/>
                </a:lnTo>
                <a:lnTo>
                  <a:pt x="232791" y="316852"/>
                </a:lnTo>
                <a:lnTo>
                  <a:pt x="242227" y="314947"/>
                </a:lnTo>
                <a:lnTo>
                  <a:pt x="251663" y="316852"/>
                </a:lnTo>
                <a:lnTo>
                  <a:pt x="259359" y="322033"/>
                </a:lnTo>
                <a:lnTo>
                  <a:pt x="264541" y="329742"/>
                </a:lnTo>
                <a:lnTo>
                  <a:pt x="266446" y="339166"/>
                </a:lnTo>
                <a:lnTo>
                  <a:pt x="266446" y="242265"/>
                </a:lnTo>
                <a:lnTo>
                  <a:pt x="145338" y="242265"/>
                </a:lnTo>
                <a:lnTo>
                  <a:pt x="145338" y="339166"/>
                </a:lnTo>
                <a:lnTo>
                  <a:pt x="143433" y="348602"/>
                </a:lnTo>
                <a:lnTo>
                  <a:pt x="138239" y="356298"/>
                </a:lnTo>
                <a:lnTo>
                  <a:pt x="130543" y="361492"/>
                </a:lnTo>
                <a:lnTo>
                  <a:pt x="121119" y="363397"/>
                </a:lnTo>
                <a:lnTo>
                  <a:pt x="111683" y="361492"/>
                </a:lnTo>
                <a:lnTo>
                  <a:pt x="103987" y="356298"/>
                </a:lnTo>
                <a:lnTo>
                  <a:pt x="98793" y="348602"/>
                </a:lnTo>
                <a:lnTo>
                  <a:pt x="96888" y="339166"/>
                </a:lnTo>
                <a:lnTo>
                  <a:pt x="98793" y="329742"/>
                </a:lnTo>
                <a:lnTo>
                  <a:pt x="103987" y="322033"/>
                </a:lnTo>
                <a:lnTo>
                  <a:pt x="111683" y="316852"/>
                </a:lnTo>
                <a:lnTo>
                  <a:pt x="121119" y="314947"/>
                </a:lnTo>
                <a:lnTo>
                  <a:pt x="130543" y="316852"/>
                </a:lnTo>
                <a:lnTo>
                  <a:pt x="138239" y="322033"/>
                </a:lnTo>
                <a:lnTo>
                  <a:pt x="143433" y="329742"/>
                </a:lnTo>
                <a:lnTo>
                  <a:pt x="145338" y="339166"/>
                </a:lnTo>
                <a:lnTo>
                  <a:pt x="145338" y="242265"/>
                </a:lnTo>
                <a:lnTo>
                  <a:pt x="43357" y="242265"/>
                </a:lnTo>
                <a:lnTo>
                  <a:pt x="26479" y="245668"/>
                </a:lnTo>
                <a:lnTo>
                  <a:pt x="12700" y="254965"/>
                </a:lnTo>
                <a:lnTo>
                  <a:pt x="3403" y="268757"/>
                </a:lnTo>
                <a:lnTo>
                  <a:pt x="0" y="285635"/>
                </a:lnTo>
                <a:lnTo>
                  <a:pt x="0" y="392709"/>
                </a:lnTo>
                <a:lnTo>
                  <a:pt x="3403" y="409587"/>
                </a:lnTo>
                <a:lnTo>
                  <a:pt x="12700" y="423379"/>
                </a:lnTo>
                <a:lnTo>
                  <a:pt x="26479" y="432663"/>
                </a:lnTo>
                <a:lnTo>
                  <a:pt x="43357" y="436079"/>
                </a:lnTo>
                <a:lnTo>
                  <a:pt x="731774" y="436079"/>
                </a:lnTo>
                <a:lnTo>
                  <a:pt x="748639" y="432663"/>
                </a:lnTo>
                <a:lnTo>
                  <a:pt x="762431" y="423379"/>
                </a:lnTo>
                <a:lnTo>
                  <a:pt x="771715" y="409587"/>
                </a:lnTo>
                <a:lnTo>
                  <a:pt x="775131" y="392709"/>
                </a:lnTo>
                <a:lnTo>
                  <a:pt x="775131" y="363397"/>
                </a:lnTo>
                <a:lnTo>
                  <a:pt x="775131" y="314947"/>
                </a:lnTo>
                <a:lnTo>
                  <a:pt x="775131" y="285635"/>
                </a:lnTo>
                <a:close/>
              </a:path>
              <a:path w="775335" h="775335">
                <a:moveTo>
                  <a:pt x="775131" y="43370"/>
                </a:moveTo>
                <a:lnTo>
                  <a:pt x="771715" y="26479"/>
                </a:lnTo>
                <a:lnTo>
                  <a:pt x="762431" y="12700"/>
                </a:lnTo>
                <a:lnTo>
                  <a:pt x="748639" y="3403"/>
                </a:lnTo>
                <a:lnTo>
                  <a:pt x="731774" y="0"/>
                </a:lnTo>
                <a:lnTo>
                  <a:pt x="387565" y="0"/>
                </a:lnTo>
                <a:lnTo>
                  <a:pt x="387565" y="96901"/>
                </a:lnTo>
                <a:lnTo>
                  <a:pt x="385660" y="106337"/>
                </a:lnTo>
                <a:lnTo>
                  <a:pt x="380466" y="114033"/>
                </a:lnTo>
                <a:lnTo>
                  <a:pt x="372770" y="119227"/>
                </a:lnTo>
                <a:lnTo>
                  <a:pt x="363347" y="121132"/>
                </a:lnTo>
                <a:lnTo>
                  <a:pt x="353910" y="119227"/>
                </a:lnTo>
                <a:lnTo>
                  <a:pt x="346214" y="114033"/>
                </a:lnTo>
                <a:lnTo>
                  <a:pt x="341020" y="106337"/>
                </a:lnTo>
                <a:lnTo>
                  <a:pt x="339115" y="96901"/>
                </a:lnTo>
                <a:lnTo>
                  <a:pt x="341020" y="87477"/>
                </a:lnTo>
                <a:lnTo>
                  <a:pt x="346214" y="79768"/>
                </a:lnTo>
                <a:lnTo>
                  <a:pt x="353910" y="74587"/>
                </a:lnTo>
                <a:lnTo>
                  <a:pt x="363347" y="72682"/>
                </a:lnTo>
                <a:lnTo>
                  <a:pt x="372770" y="74587"/>
                </a:lnTo>
                <a:lnTo>
                  <a:pt x="380466" y="79768"/>
                </a:lnTo>
                <a:lnTo>
                  <a:pt x="385660" y="87477"/>
                </a:lnTo>
                <a:lnTo>
                  <a:pt x="387565" y="96901"/>
                </a:lnTo>
                <a:lnTo>
                  <a:pt x="387565" y="0"/>
                </a:lnTo>
                <a:lnTo>
                  <a:pt x="266446" y="0"/>
                </a:lnTo>
                <a:lnTo>
                  <a:pt x="266446" y="96901"/>
                </a:lnTo>
                <a:lnTo>
                  <a:pt x="264553" y="106337"/>
                </a:lnTo>
                <a:lnTo>
                  <a:pt x="259359" y="114033"/>
                </a:lnTo>
                <a:lnTo>
                  <a:pt x="251663" y="119227"/>
                </a:lnTo>
                <a:lnTo>
                  <a:pt x="242227" y="121132"/>
                </a:lnTo>
                <a:lnTo>
                  <a:pt x="232791" y="119227"/>
                </a:lnTo>
                <a:lnTo>
                  <a:pt x="225094" y="114033"/>
                </a:lnTo>
                <a:lnTo>
                  <a:pt x="219913" y="106337"/>
                </a:lnTo>
                <a:lnTo>
                  <a:pt x="218008" y="96901"/>
                </a:lnTo>
                <a:lnTo>
                  <a:pt x="219913" y="87477"/>
                </a:lnTo>
                <a:lnTo>
                  <a:pt x="225094" y="79768"/>
                </a:lnTo>
                <a:lnTo>
                  <a:pt x="232791" y="74587"/>
                </a:lnTo>
                <a:lnTo>
                  <a:pt x="242227" y="72682"/>
                </a:lnTo>
                <a:lnTo>
                  <a:pt x="251663" y="74587"/>
                </a:lnTo>
                <a:lnTo>
                  <a:pt x="259359" y="79768"/>
                </a:lnTo>
                <a:lnTo>
                  <a:pt x="264553" y="87477"/>
                </a:lnTo>
                <a:lnTo>
                  <a:pt x="266446" y="96901"/>
                </a:lnTo>
                <a:lnTo>
                  <a:pt x="266446" y="0"/>
                </a:lnTo>
                <a:lnTo>
                  <a:pt x="145338" y="0"/>
                </a:lnTo>
                <a:lnTo>
                  <a:pt x="145338" y="96901"/>
                </a:lnTo>
                <a:lnTo>
                  <a:pt x="143433" y="106337"/>
                </a:lnTo>
                <a:lnTo>
                  <a:pt x="138239" y="114033"/>
                </a:lnTo>
                <a:lnTo>
                  <a:pt x="130543" y="119227"/>
                </a:lnTo>
                <a:lnTo>
                  <a:pt x="121119" y="121132"/>
                </a:lnTo>
                <a:lnTo>
                  <a:pt x="111683" y="119227"/>
                </a:lnTo>
                <a:lnTo>
                  <a:pt x="103987" y="114033"/>
                </a:lnTo>
                <a:lnTo>
                  <a:pt x="98793" y="106337"/>
                </a:lnTo>
                <a:lnTo>
                  <a:pt x="96888" y="96901"/>
                </a:lnTo>
                <a:lnTo>
                  <a:pt x="98793" y="87477"/>
                </a:lnTo>
                <a:lnTo>
                  <a:pt x="103987" y="79768"/>
                </a:lnTo>
                <a:lnTo>
                  <a:pt x="111683" y="74587"/>
                </a:lnTo>
                <a:lnTo>
                  <a:pt x="121119" y="72682"/>
                </a:lnTo>
                <a:lnTo>
                  <a:pt x="130543" y="74587"/>
                </a:lnTo>
                <a:lnTo>
                  <a:pt x="138239" y="79768"/>
                </a:lnTo>
                <a:lnTo>
                  <a:pt x="143433" y="87477"/>
                </a:lnTo>
                <a:lnTo>
                  <a:pt x="145338" y="96901"/>
                </a:lnTo>
                <a:lnTo>
                  <a:pt x="145338" y="0"/>
                </a:lnTo>
                <a:lnTo>
                  <a:pt x="43357" y="0"/>
                </a:lnTo>
                <a:lnTo>
                  <a:pt x="26479" y="3403"/>
                </a:lnTo>
                <a:lnTo>
                  <a:pt x="12700" y="12700"/>
                </a:lnTo>
                <a:lnTo>
                  <a:pt x="3403" y="26479"/>
                </a:lnTo>
                <a:lnTo>
                  <a:pt x="0" y="43370"/>
                </a:lnTo>
                <a:lnTo>
                  <a:pt x="0" y="150444"/>
                </a:lnTo>
                <a:lnTo>
                  <a:pt x="3403" y="167322"/>
                </a:lnTo>
                <a:lnTo>
                  <a:pt x="12700" y="181114"/>
                </a:lnTo>
                <a:lnTo>
                  <a:pt x="26479" y="190398"/>
                </a:lnTo>
                <a:lnTo>
                  <a:pt x="43357" y="193814"/>
                </a:lnTo>
                <a:lnTo>
                  <a:pt x="731774" y="193814"/>
                </a:lnTo>
                <a:lnTo>
                  <a:pt x="748639" y="190398"/>
                </a:lnTo>
                <a:lnTo>
                  <a:pt x="762431" y="181114"/>
                </a:lnTo>
                <a:lnTo>
                  <a:pt x="771715" y="167322"/>
                </a:lnTo>
                <a:lnTo>
                  <a:pt x="775131" y="150444"/>
                </a:lnTo>
                <a:lnTo>
                  <a:pt x="775131" y="121132"/>
                </a:lnTo>
                <a:lnTo>
                  <a:pt x="775131" y="72682"/>
                </a:lnTo>
                <a:lnTo>
                  <a:pt x="775131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59280" y="1485578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6452" y="1485578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46703" y="1451222"/>
            <a:ext cx="5292090" cy="1717039"/>
            <a:chOff x="3346703" y="1451222"/>
            <a:chExt cx="5292090" cy="1717039"/>
          </a:xfrm>
        </p:grpSpPr>
        <p:sp>
          <p:nvSpPr>
            <p:cNvPr id="11" name="object 11"/>
            <p:cNvSpPr/>
            <p:nvPr/>
          </p:nvSpPr>
          <p:spPr>
            <a:xfrm>
              <a:off x="5756135" y="2033676"/>
              <a:ext cx="774700" cy="775335"/>
            </a:xfrm>
            <a:custGeom>
              <a:avLst/>
              <a:gdLst/>
              <a:ahLst/>
              <a:cxnLst/>
              <a:rect l="l" t="t" r="r" b="b"/>
              <a:pathLst>
                <a:path w="774700" h="775335">
                  <a:moveTo>
                    <a:pt x="423341" y="678357"/>
                  </a:moveTo>
                  <a:lnTo>
                    <a:pt x="350761" y="678357"/>
                  </a:lnTo>
                  <a:lnTo>
                    <a:pt x="350761" y="775258"/>
                  </a:lnTo>
                  <a:lnTo>
                    <a:pt x="423341" y="775258"/>
                  </a:lnTo>
                  <a:lnTo>
                    <a:pt x="423341" y="678357"/>
                  </a:lnTo>
                  <a:close/>
                </a:path>
                <a:path w="774700" h="775335">
                  <a:moveTo>
                    <a:pt x="774115" y="527900"/>
                  </a:moveTo>
                  <a:lnTo>
                    <a:pt x="770712" y="511022"/>
                  </a:lnTo>
                  <a:lnTo>
                    <a:pt x="761428" y="497230"/>
                  </a:lnTo>
                  <a:lnTo>
                    <a:pt x="747674" y="487946"/>
                  </a:lnTo>
                  <a:lnTo>
                    <a:pt x="730808" y="484530"/>
                  </a:lnTo>
                  <a:lnTo>
                    <a:pt x="387057" y="484530"/>
                  </a:lnTo>
                  <a:lnTo>
                    <a:pt x="387057" y="581444"/>
                  </a:lnTo>
                  <a:lnTo>
                    <a:pt x="385152" y="590867"/>
                  </a:lnTo>
                  <a:lnTo>
                    <a:pt x="379971" y="598576"/>
                  </a:lnTo>
                  <a:lnTo>
                    <a:pt x="372287" y="603758"/>
                  </a:lnTo>
                  <a:lnTo>
                    <a:pt x="362864" y="605663"/>
                  </a:lnTo>
                  <a:lnTo>
                    <a:pt x="353441" y="603758"/>
                  </a:lnTo>
                  <a:lnTo>
                    <a:pt x="345757" y="598576"/>
                  </a:lnTo>
                  <a:lnTo>
                    <a:pt x="340575" y="590867"/>
                  </a:lnTo>
                  <a:lnTo>
                    <a:pt x="338670" y="581444"/>
                  </a:lnTo>
                  <a:lnTo>
                    <a:pt x="340575" y="572008"/>
                  </a:lnTo>
                  <a:lnTo>
                    <a:pt x="345757" y="564311"/>
                  </a:lnTo>
                  <a:lnTo>
                    <a:pt x="353441" y="559117"/>
                  </a:lnTo>
                  <a:lnTo>
                    <a:pt x="362864" y="557212"/>
                  </a:lnTo>
                  <a:lnTo>
                    <a:pt x="372287" y="559117"/>
                  </a:lnTo>
                  <a:lnTo>
                    <a:pt x="379971" y="564311"/>
                  </a:lnTo>
                  <a:lnTo>
                    <a:pt x="385152" y="572008"/>
                  </a:lnTo>
                  <a:lnTo>
                    <a:pt x="387057" y="581444"/>
                  </a:lnTo>
                  <a:lnTo>
                    <a:pt x="387057" y="484530"/>
                  </a:lnTo>
                  <a:lnTo>
                    <a:pt x="266103" y="484530"/>
                  </a:lnTo>
                  <a:lnTo>
                    <a:pt x="266103" y="581444"/>
                  </a:lnTo>
                  <a:lnTo>
                    <a:pt x="264198" y="590867"/>
                  </a:lnTo>
                  <a:lnTo>
                    <a:pt x="259016" y="598576"/>
                  </a:lnTo>
                  <a:lnTo>
                    <a:pt x="251320" y="603758"/>
                  </a:lnTo>
                  <a:lnTo>
                    <a:pt x="241909" y="605663"/>
                  </a:lnTo>
                  <a:lnTo>
                    <a:pt x="232486" y="603758"/>
                  </a:lnTo>
                  <a:lnTo>
                    <a:pt x="224802" y="598576"/>
                  </a:lnTo>
                  <a:lnTo>
                    <a:pt x="219621" y="590867"/>
                  </a:lnTo>
                  <a:lnTo>
                    <a:pt x="217716" y="581444"/>
                  </a:lnTo>
                  <a:lnTo>
                    <a:pt x="219621" y="572008"/>
                  </a:lnTo>
                  <a:lnTo>
                    <a:pt x="224802" y="564311"/>
                  </a:lnTo>
                  <a:lnTo>
                    <a:pt x="232486" y="559117"/>
                  </a:lnTo>
                  <a:lnTo>
                    <a:pt x="241909" y="557212"/>
                  </a:lnTo>
                  <a:lnTo>
                    <a:pt x="251320" y="559117"/>
                  </a:lnTo>
                  <a:lnTo>
                    <a:pt x="259016" y="564311"/>
                  </a:lnTo>
                  <a:lnTo>
                    <a:pt x="264198" y="572008"/>
                  </a:lnTo>
                  <a:lnTo>
                    <a:pt x="266103" y="581444"/>
                  </a:lnTo>
                  <a:lnTo>
                    <a:pt x="266103" y="484530"/>
                  </a:lnTo>
                  <a:lnTo>
                    <a:pt x="145135" y="484530"/>
                  </a:lnTo>
                  <a:lnTo>
                    <a:pt x="145135" y="581444"/>
                  </a:lnTo>
                  <a:lnTo>
                    <a:pt x="143243" y="590867"/>
                  </a:lnTo>
                  <a:lnTo>
                    <a:pt x="138061" y="598576"/>
                  </a:lnTo>
                  <a:lnTo>
                    <a:pt x="130365" y="603758"/>
                  </a:lnTo>
                  <a:lnTo>
                    <a:pt x="120954" y="605663"/>
                  </a:lnTo>
                  <a:lnTo>
                    <a:pt x="111531" y="603758"/>
                  </a:lnTo>
                  <a:lnTo>
                    <a:pt x="103847" y="598576"/>
                  </a:lnTo>
                  <a:lnTo>
                    <a:pt x="98653" y="590867"/>
                  </a:lnTo>
                  <a:lnTo>
                    <a:pt x="96761" y="581444"/>
                  </a:lnTo>
                  <a:lnTo>
                    <a:pt x="98653" y="572008"/>
                  </a:lnTo>
                  <a:lnTo>
                    <a:pt x="103847" y="564311"/>
                  </a:lnTo>
                  <a:lnTo>
                    <a:pt x="111531" y="559117"/>
                  </a:lnTo>
                  <a:lnTo>
                    <a:pt x="120954" y="557212"/>
                  </a:lnTo>
                  <a:lnTo>
                    <a:pt x="130365" y="559117"/>
                  </a:lnTo>
                  <a:lnTo>
                    <a:pt x="138061" y="564311"/>
                  </a:lnTo>
                  <a:lnTo>
                    <a:pt x="143243" y="572008"/>
                  </a:lnTo>
                  <a:lnTo>
                    <a:pt x="145135" y="581444"/>
                  </a:lnTo>
                  <a:lnTo>
                    <a:pt x="145135" y="484530"/>
                  </a:lnTo>
                  <a:lnTo>
                    <a:pt x="43294" y="484530"/>
                  </a:lnTo>
                  <a:lnTo>
                    <a:pt x="26441" y="487946"/>
                  </a:lnTo>
                  <a:lnTo>
                    <a:pt x="12674" y="497230"/>
                  </a:lnTo>
                  <a:lnTo>
                    <a:pt x="3390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390" y="651852"/>
                  </a:lnTo>
                  <a:lnTo>
                    <a:pt x="12674" y="665645"/>
                  </a:lnTo>
                  <a:lnTo>
                    <a:pt x="26441" y="674941"/>
                  </a:lnTo>
                  <a:lnTo>
                    <a:pt x="43294" y="678345"/>
                  </a:lnTo>
                  <a:lnTo>
                    <a:pt x="730808" y="678345"/>
                  </a:lnTo>
                  <a:lnTo>
                    <a:pt x="747674" y="674941"/>
                  </a:lnTo>
                  <a:lnTo>
                    <a:pt x="761428" y="665645"/>
                  </a:lnTo>
                  <a:lnTo>
                    <a:pt x="770712" y="651852"/>
                  </a:lnTo>
                  <a:lnTo>
                    <a:pt x="774115" y="634974"/>
                  </a:lnTo>
                  <a:lnTo>
                    <a:pt x="774115" y="605663"/>
                  </a:lnTo>
                  <a:lnTo>
                    <a:pt x="774115" y="557212"/>
                  </a:lnTo>
                  <a:lnTo>
                    <a:pt x="774115" y="527900"/>
                  </a:lnTo>
                  <a:close/>
                </a:path>
                <a:path w="774700" h="775335">
                  <a:moveTo>
                    <a:pt x="774115" y="285635"/>
                  </a:moveTo>
                  <a:lnTo>
                    <a:pt x="770712" y="268757"/>
                  </a:lnTo>
                  <a:lnTo>
                    <a:pt x="761428" y="254965"/>
                  </a:lnTo>
                  <a:lnTo>
                    <a:pt x="747674" y="245681"/>
                  </a:lnTo>
                  <a:lnTo>
                    <a:pt x="730808" y="242265"/>
                  </a:lnTo>
                  <a:lnTo>
                    <a:pt x="387057" y="242265"/>
                  </a:lnTo>
                  <a:lnTo>
                    <a:pt x="387057" y="339178"/>
                  </a:lnTo>
                  <a:lnTo>
                    <a:pt x="385152" y="348602"/>
                  </a:lnTo>
                  <a:lnTo>
                    <a:pt x="379971" y="356311"/>
                  </a:lnTo>
                  <a:lnTo>
                    <a:pt x="372287" y="361492"/>
                  </a:lnTo>
                  <a:lnTo>
                    <a:pt x="362864" y="363397"/>
                  </a:lnTo>
                  <a:lnTo>
                    <a:pt x="353441" y="361492"/>
                  </a:lnTo>
                  <a:lnTo>
                    <a:pt x="345757" y="356311"/>
                  </a:lnTo>
                  <a:lnTo>
                    <a:pt x="340575" y="348602"/>
                  </a:lnTo>
                  <a:lnTo>
                    <a:pt x="338670" y="339178"/>
                  </a:lnTo>
                  <a:lnTo>
                    <a:pt x="340575" y="329742"/>
                  </a:lnTo>
                  <a:lnTo>
                    <a:pt x="345757" y="322046"/>
                  </a:lnTo>
                  <a:lnTo>
                    <a:pt x="353441" y="316852"/>
                  </a:lnTo>
                  <a:lnTo>
                    <a:pt x="362864" y="314947"/>
                  </a:lnTo>
                  <a:lnTo>
                    <a:pt x="372287" y="316852"/>
                  </a:lnTo>
                  <a:lnTo>
                    <a:pt x="379971" y="322046"/>
                  </a:lnTo>
                  <a:lnTo>
                    <a:pt x="385152" y="329742"/>
                  </a:lnTo>
                  <a:lnTo>
                    <a:pt x="387057" y="339178"/>
                  </a:lnTo>
                  <a:lnTo>
                    <a:pt x="387057" y="242265"/>
                  </a:lnTo>
                  <a:lnTo>
                    <a:pt x="266103" y="242265"/>
                  </a:lnTo>
                  <a:lnTo>
                    <a:pt x="266103" y="339178"/>
                  </a:lnTo>
                  <a:lnTo>
                    <a:pt x="264198" y="348602"/>
                  </a:lnTo>
                  <a:lnTo>
                    <a:pt x="259016" y="356311"/>
                  </a:lnTo>
                  <a:lnTo>
                    <a:pt x="251333" y="361492"/>
                  </a:lnTo>
                  <a:lnTo>
                    <a:pt x="241909" y="363397"/>
                  </a:lnTo>
                  <a:lnTo>
                    <a:pt x="232486" y="361492"/>
                  </a:lnTo>
                  <a:lnTo>
                    <a:pt x="224802" y="356311"/>
                  </a:lnTo>
                  <a:lnTo>
                    <a:pt x="219621" y="348602"/>
                  </a:lnTo>
                  <a:lnTo>
                    <a:pt x="217716" y="339178"/>
                  </a:lnTo>
                  <a:lnTo>
                    <a:pt x="219621" y="329742"/>
                  </a:lnTo>
                  <a:lnTo>
                    <a:pt x="224802" y="322046"/>
                  </a:lnTo>
                  <a:lnTo>
                    <a:pt x="232486" y="316852"/>
                  </a:lnTo>
                  <a:lnTo>
                    <a:pt x="241909" y="314947"/>
                  </a:lnTo>
                  <a:lnTo>
                    <a:pt x="251333" y="316852"/>
                  </a:lnTo>
                  <a:lnTo>
                    <a:pt x="259016" y="322046"/>
                  </a:lnTo>
                  <a:lnTo>
                    <a:pt x="264198" y="329742"/>
                  </a:lnTo>
                  <a:lnTo>
                    <a:pt x="266103" y="339178"/>
                  </a:lnTo>
                  <a:lnTo>
                    <a:pt x="266103" y="242265"/>
                  </a:lnTo>
                  <a:lnTo>
                    <a:pt x="145148" y="242265"/>
                  </a:lnTo>
                  <a:lnTo>
                    <a:pt x="145148" y="339178"/>
                  </a:lnTo>
                  <a:lnTo>
                    <a:pt x="143243" y="348602"/>
                  </a:lnTo>
                  <a:lnTo>
                    <a:pt x="138061" y="356311"/>
                  </a:lnTo>
                  <a:lnTo>
                    <a:pt x="130365" y="361492"/>
                  </a:lnTo>
                  <a:lnTo>
                    <a:pt x="120954" y="363397"/>
                  </a:lnTo>
                  <a:lnTo>
                    <a:pt x="111531" y="361492"/>
                  </a:lnTo>
                  <a:lnTo>
                    <a:pt x="103847" y="356311"/>
                  </a:lnTo>
                  <a:lnTo>
                    <a:pt x="98666" y="348602"/>
                  </a:lnTo>
                  <a:lnTo>
                    <a:pt x="96761" y="339178"/>
                  </a:lnTo>
                  <a:lnTo>
                    <a:pt x="98666" y="329742"/>
                  </a:lnTo>
                  <a:lnTo>
                    <a:pt x="103847" y="322046"/>
                  </a:lnTo>
                  <a:lnTo>
                    <a:pt x="111531" y="316852"/>
                  </a:lnTo>
                  <a:lnTo>
                    <a:pt x="120954" y="314947"/>
                  </a:lnTo>
                  <a:lnTo>
                    <a:pt x="130365" y="316852"/>
                  </a:lnTo>
                  <a:lnTo>
                    <a:pt x="138061" y="322046"/>
                  </a:lnTo>
                  <a:lnTo>
                    <a:pt x="143243" y="329742"/>
                  </a:lnTo>
                  <a:lnTo>
                    <a:pt x="145148" y="339178"/>
                  </a:lnTo>
                  <a:lnTo>
                    <a:pt x="145148" y="242265"/>
                  </a:lnTo>
                  <a:lnTo>
                    <a:pt x="43294" y="242265"/>
                  </a:lnTo>
                  <a:lnTo>
                    <a:pt x="26441" y="245681"/>
                  </a:lnTo>
                  <a:lnTo>
                    <a:pt x="12674" y="254965"/>
                  </a:lnTo>
                  <a:lnTo>
                    <a:pt x="3403" y="268757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674" y="423379"/>
                  </a:lnTo>
                  <a:lnTo>
                    <a:pt x="26441" y="432676"/>
                  </a:lnTo>
                  <a:lnTo>
                    <a:pt x="43294" y="436079"/>
                  </a:lnTo>
                  <a:lnTo>
                    <a:pt x="730808" y="436079"/>
                  </a:lnTo>
                  <a:lnTo>
                    <a:pt x="747674" y="432676"/>
                  </a:lnTo>
                  <a:lnTo>
                    <a:pt x="761428" y="423379"/>
                  </a:lnTo>
                  <a:lnTo>
                    <a:pt x="770712" y="409587"/>
                  </a:lnTo>
                  <a:lnTo>
                    <a:pt x="774115" y="392709"/>
                  </a:lnTo>
                  <a:lnTo>
                    <a:pt x="774115" y="363397"/>
                  </a:lnTo>
                  <a:lnTo>
                    <a:pt x="774115" y="314947"/>
                  </a:lnTo>
                  <a:lnTo>
                    <a:pt x="774115" y="285635"/>
                  </a:lnTo>
                  <a:close/>
                </a:path>
                <a:path w="774700" h="775335">
                  <a:moveTo>
                    <a:pt x="774115" y="43370"/>
                  </a:moveTo>
                  <a:lnTo>
                    <a:pt x="770712" y="26492"/>
                  </a:lnTo>
                  <a:lnTo>
                    <a:pt x="761441" y="12700"/>
                  </a:lnTo>
                  <a:lnTo>
                    <a:pt x="747674" y="3416"/>
                  </a:lnTo>
                  <a:lnTo>
                    <a:pt x="730821" y="0"/>
                  </a:lnTo>
                  <a:lnTo>
                    <a:pt x="387057" y="0"/>
                  </a:lnTo>
                  <a:lnTo>
                    <a:pt x="387057" y="96913"/>
                  </a:lnTo>
                  <a:lnTo>
                    <a:pt x="385152" y="106337"/>
                  </a:lnTo>
                  <a:lnTo>
                    <a:pt x="379971" y="114046"/>
                  </a:lnTo>
                  <a:lnTo>
                    <a:pt x="372287" y="119227"/>
                  </a:lnTo>
                  <a:lnTo>
                    <a:pt x="362864" y="121132"/>
                  </a:lnTo>
                  <a:lnTo>
                    <a:pt x="353453" y="119227"/>
                  </a:lnTo>
                  <a:lnTo>
                    <a:pt x="345757" y="114046"/>
                  </a:lnTo>
                  <a:lnTo>
                    <a:pt x="340575" y="106337"/>
                  </a:lnTo>
                  <a:lnTo>
                    <a:pt x="338670" y="96913"/>
                  </a:lnTo>
                  <a:lnTo>
                    <a:pt x="340575" y="87477"/>
                  </a:lnTo>
                  <a:lnTo>
                    <a:pt x="345757" y="79781"/>
                  </a:lnTo>
                  <a:lnTo>
                    <a:pt x="353453" y="74587"/>
                  </a:lnTo>
                  <a:lnTo>
                    <a:pt x="362864" y="72682"/>
                  </a:lnTo>
                  <a:lnTo>
                    <a:pt x="372287" y="74587"/>
                  </a:lnTo>
                  <a:lnTo>
                    <a:pt x="379971" y="79781"/>
                  </a:lnTo>
                  <a:lnTo>
                    <a:pt x="385152" y="87477"/>
                  </a:lnTo>
                  <a:lnTo>
                    <a:pt x="387057" y="96913"/>
                  </a:lnTo>
                  <a:lnTo>
                    <a:pt x="387057" y="0"/>
                  </a:lnTo>
                  <a:lnTo>
                    <a:pt x="266103" y="0"/>
                  </a:lnTo>
                  <a:lnTo>
                    <a:pt x="266103" y="96913"/>
                  </a:lnTo>
                  <a:lnTo>
                    <a:pt x="264198" y="106337"/>
                  </a:lnTo>
                  <a:lnTo>
                    <a:pt x="259016" y="114046"/>
                  </a:lnTo>
                  <a:lnTo>
                    <a:pt x="251333" y="119227"/>
                  </a:lnTo>
                  <a:lnTo>
                    <a:pt x="241909" y="121132"/>
                  </a:lnTo>
                  <a:lnTo>
                    <a:pt x="232486" y="119227"/>
                  </a:lnTo>
                  <a:lnTo>
                    <a:pt x="224802" y="114046"/>
                  </a:lnTo>
                  <a:lnTo>
                    <a:pt x="219621" y="106337"/>
                  </a:lnTo>
                  <a:lnTo>
                    <a:pt x="217716" y="96913"/>
                  </a:lnTo>
                  <a:lnTo>
                    <a:pt x="219621" y="87477"/>
                  </a:lnTo>
                  <a:lnTo>
                    <a:pt x="224802" y="79781"/>
                  </a:lnTo>
                  <a:lnTo>
                    <a:pt x="232486" y="74587"/>
                  </a:lnTo>
                  <a:lnTo>
                    <a:pt x="241909" y="72682"/>
                  </a:lnTo>
                  <a:lnTo>
                    <a:pt x="251333" y="74587"/>
                  </a:lnTo>
                  <a:lnTo>
                    <a:pt x="259016" y="79781"/>
                  </a:lnTo>
                  <a:lnTo>
                    <a:pt x="264198" y="87477"/>
                  </a:lnTo>
                  <a:lnTo>
                    <a:pt x="266103" y="96913"/>
                  </a:lnTo>
                  <a:lnTo>
                    <a:pt x="266103" y="0"/>
                  </a:lnTo>
                  <a:lnTo>
                    <a:pt x="145148" y="0"/>
                  </a:lnTo>
                  <a:lnTo>
                    <a:pt x="145148" y="96913"/>
                  </a:lnTo>
                  <a:lnTo>
                    <a:pt x="143243" y="106337"/>
                  </a:lnTo>
                  <a:lnTo>
                    <a:pt x="138061" y="114046"/>
                  </a:lnTo>
                  <a:lnTo>
                    <a:pt x="130365" y="119227"/>
                  </a:lnTo>
                  <a:lnTo>
                    <a:pt x="120954" y="121132"/>
                  </a:lnTo>
                  <a:lnTo>
                    <a:pt x="111531" y="119227"/>
                  </a:lnTo>
                  <a:lnTo>
                    <a:pt x="103847" y="114046"/>
                  </a:lnTo>
                  <a:lnTo>
                    <a:pt x="98666" y="106337"/>
                  </a:lnTo>
                  <a:lnTo>
                    <a:pt x="96761" y="96913"/>
                  </a:lnTo>
                  <a:lnTo>
                    <a:pt x="98666" y="87477"/>
                  </a:lnTo>
                  <a:lnTo>
                    <a:pt x="103847" y="79781"/>
                  </a:lnTo>
                  <a:lnTo>
                    <a:pt x="111531" y="74587"/>
                  </a:lnTo>
                  <a:lnTo>
                    <a:pt x="120954" y="72682"/>
                  </a:lnTo>
                  <a:lnTo>
                    <a:pt x="130365" y="74587"/>
                  </a:lnTo>
                  <a:lnTo>
                    <a:pt x="138061" y="79781"/>
                  </a:lnTo>
                  <a:lnTo>
                    <a:pt x="143243" y="87477"/>
                  </a:lnTo>
                  <a:lnTo>
                    <a:pt x="145148" y="96913"/>
                  </a:lnTo>
                  <a:lnTo>
                    <a:pt x="145148" y="0"/>
                  </a:lnTo>
                  <a:lnTo>
                    <a:pt x="43294" y="0"/>
                  </a:lnTo>
                  <a:lnTo>
                    <a:pt x="26441" y="3416"/>
                  </a:lnTo>
                  <a:lnTo>
                    <a:pt x="12674" y="12700"/>
                  </a:lnTo>
                  <a:lnTo>
                    <a:pt x="3403" y="26492"/>
                  </a:lnTo>
                  <a:lnTo>
                    <a:pt x="0" y="43370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674" y="181114"/>
                  </a:lnTo>
                  <a:lnTo>
                    <a:pt x="26441" y="190411"/>
                  </a:lnTo>
                  <a:lnTo>
                    <a:pt x="43294" y="193814"/>
                  </a:lnTo>
                  <a:lnTo>
                    <a:pt x="730821" y="193814"/>
                  </a:lnTo>
                  <a:lnTo>
                    <a:pt x="747674" y="190411"/>
                  </a:lnTo>
                  <a:lnTo>
                    <a:pt x="761441" y="181114"/>
                  </a:lnTo>
                  <a:lnTo>
                    <a:pt x="770712" y="167322"/>
                  </a:lnTo>
                  <a:lnTo>
                    <a:pt x="774115" y="150444"/>
                  </a:lnTo>
                  <a:lnTo>
                    <a:pt x="774115" y="121132"/>
                  </a:lnTo>
                  <a:lnTo>
                    <a:pt x="774115" y="72682"/>
                  </a:lnTo>
                  <a:lnTo>
                    <a:pt x="774115" y="433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0069" y="1460747"/>
              <a:ext cx="2560320" cy="1697989"/>
            </a:xfrm>
            <a:custGeom>
              <a:avLst/>
              <a:gdLst/>
              <a:ahLst/>
              <a:cxnLst/>
              <a:rect l="l" t="t" r="r" b="b"/>
              <a:pathLst>
                <a:path w="2560320" h="1697989">
                  <a:moveTo>
                    <a:pt x="0" y="282968"/>
                  </a:moveTo>
                  <a:lnTo>
                    <a:pt x="3703" y="237071"/>
                  </a:lnTo>
                  <a:lnTo>
                    <a:pt x="14425" y="193530"/>
                  </a:lnTo>
                  <a:lnTo>
                    <a:pt x="31583" y="152930"/>
                  </a:lnTo>
                  <a:lnTo>
                    <a:pt x="54594" y="115853"/>
                  </a:lnTo>
                  <a:lnTo>
                    <a:pt x="82877" y="82881"/>
                  </a:lnTo>
                  <a:lnTo>
                    <a:pt x="115848" y="54598"/>
                  </a:lnTo>
                  <a:lnTo>
                    <a:pt x="152925" y="31585"/>
                  </a:lnTo>
                  <a:lnTo>
                    <a:pt x="193526" y="14426"/>
                  </a:lnTo>
                  <a:lnTo>
                    <a:pt x="237068" y="3703"/>
                  </a:lnTo>
                  <a:lnTo>
                    <a:pt x="282968" y="0"/>
                  </a:lnTo>
                  <a:lnTo>
                    <a:pt x="2277351" y="0"/>
                  </a:lnTo>
                  <a:lnTo>
                    <a:pt x="2323251" y="3703"/>
                  </a:lnTo>
                  <a:lnTo>
                    <a:pt x="2366793" y="14426"/>
                  </a:lnTo>
                  <a:lnTo>
                    <a:pt x="2407394" y="31585"/>
                  </a:lnTo>
                  <a:lnTo>
                    <a:pt x="2444471" y="54598"/>
                  </a:lnTo>
                  <a:lnTo>
                    <a:pt x="2477442" y="82881"/>
                  </a:lnTo>
                  <a:lnTo>
                    <a:pt x="2505725" y="115853"/>
                  </a:lnTo>
                  <a:lnTo>
                    <a:pt x="2528736" y="152930"/>
                  </a:lnTo>
                  <a:lnTo>
                    <a:pt x="2545894" y="193530"/>
                  </a:lnTo>
                  <a:lnTo>
                    <a:pt x="2556616" y="237071"/>
                  </a:lnTo>
                  <a:lnTo>
                    <a:pt x="2560320" y="282968"/>
                  </a:lnTo>
                  <a:lnTo>
                    <a:pt x="2560320" y="1414780"/>
                  </a:lnTo>
                  <a:lnTo>
                    <a:pt x="2556616" y="1460677"/>
                  </a:lnTo>
                  <a:lnTo>
                    <a:pt x="2545894" y="1504217"/>
                  </a:lnTo>
                  <a:lnTo>
                    <a:pt x="2528736" y="1544817"/>
                  </a:lnTo>
                  <a:lnTo>
                    <a:pt x="2505725" y="1581895"/>
                  </a:lnTo>
                  <a:lnTo>
                    <a:pt x="2477442" y="1614866"/>
                  </a:lnTo>
                  <a:lnTo>
                    <a:pt x="2444471" y="1643150"/>
                  </a:lnTo>
                  <a:lnTo>
                    <a:pt x="2407394" y="1666163"/>
                  </a:lnTo>
                  <a:lnTo>
                    <a:pt x="2366793" y="1683322"/>
                  </a:lnTo>
                  <a:lnTo>
                    <a:pt x="2323251" y="1694044"/>
                  </a:lnTo>
                  <a:lnTo>
                    <a:pt x="2277351" y="1697748"/>
                  </a:lnTo>
                  <a:lnTo>
                    <a:pt x="282968" y="1697748"/>
                  </a:lnTo>
                  <a:lnTo>
                    <a:pt x="237068" y="1694044"/>
                  </a:lnTo>
                  <a:lnTo>
                    <a:pt x="193526" y="1683322"/>
                  </a:lnTo>
                  <a:lnTo>
                    <a:pt x="152925" y="1666163"/>
                  </a:lnTo>
                  <a:lnTo>
                    <a:pt x="115848" y="1643150"/>
                  </a:lnTo>
                  <a:lnTo>
                    <a:pt x="82877" y="1614866"/>
                  </a:lnTo>
                  <a:lnTo>
                    <a:pt x="54594" y="1581895"/>
                  </a:lnTo>
                  <a:lnTo>
                    <a:pt x="31583" y="1544817"/>
                  </a:lnTo>
                  <a:lnTo>
                    <a:pt x="14425" y="1504217"/>
                  </a:lnTo>
                  <a:lnTo>
                    <a:pt x="3703" y="1460677"/>
                  </a:lnTo>
                  <a:lnTo>
                    <a:pt x="0" y="1414780"/>
                  </a:lnTo>
                  <a:lnTo>
                    <a:pt x="0" y="28296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46703" y="2308860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999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18702" y="1673352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36991" y="1645920"/>
              <a:ext cx="0" cy="1440180"/>
            </a:xfrm>
            <a:custGeom>
              <a:avLst/>
              <a:gdLst/>
              <a:ahLst/>
              <a:cxnLst/>
              <a:rect l="l" t="t" r="r" b="b"/>
              <a:pathLst>
                <a:path h="1440180">
                  <a:moveTo>
                    <a:pt x="0" y="0"/>
                  </a:moveTo>
                  <a:lnTo>
                    <a:pt x="0" y="1440002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11082" y="3058668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5055" y="2359152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7999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9308" y="441959"/>
            <a:ext cx="3022091" cy="5577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0915" y="3593591"/>
            <a:ext cx="2953511" cy="585215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8881148" y="2569197"/>
            <a:ext cx="527685" cy="716280"/>
          </a:xfrm>
          <a:custGeom>
            <a:avLst/>
            <a:gdLst/>
            <a:ahLst/>
            <a:cxnLst/>
            <a:rect l="l" t="t" r="r" b="b"/>
            <a:pathLst>
              <a:path w="527684" h="716279">
                <a:moveTo>
                  <a:pt x="527126" y="489889"/>
                </a:moveTo>
                <a:lnTo>
                  <a:pt x="517664" y="509866"/>
                </a:lnTo>
                <a:lnTo>
                  <a:pt x="491007" y="527862"/>
                </a:lnTo>
                <a:lnTo>
                  <a:pt x="470649" y="535393"/>
                </a:lnTo>
                <a:lnTo>
                  <a:pt x="470649" y="621792"/>
                </a:lnTo>
                <a:lnTo>
                  <a:pt x="469290" y="629500"/>
                </a:lnTo>
                <a:lnTo>
                  <a:pt x="465467" y="635457"/>
                </a:lnTo>
                <a:lnTo>
                  <a:pt x="459524" y="639279"/>
                </a:lnTo>
                <a:lnTo>
                  <a:pt x="451827" y="640638"/>
                </a:lnTo>
                <a:lnTo>
                  <a:pt x="444119" y="639279"/>
                </a:lnTo>
                <a:lnTo>
                  <a:pt x="438175" y="635457"/>
                </a:lnTo>
                <a:lnTo>
                  <a:pt x="434352" y="629500"/>
                </a:lnTo>
                <a:lnTo>
                  <a:pt x="432993" y="621792"/>
                </a:lnTo>
                <a:lnTo>
                  <a:pt x="434352" y="614083"/>
                </a:lnTo>
                <a:lnTo>
                  <a:pt x="438175" y="608126"/>
                </a:lnTo>
                <a:lnTo>
                  <a:pt x="444119" y="604304"/>
                </a:lnTo>
                <a:lnTo>
                  <a:pt x="451827" y="602945"/>
                </a:lnTo>
                <a:lnTo>
                  <a:pt x="459524" y="604304"/>
                </a:lnTo>
                <a:lnTo>
                  <a:pt x="465467" y="608126"/>
                </a:lnTo>
                <a:lnTo>
                  <a:pt x="469290" y="614083"/>
                </a:lnTo>
                <a:lnTo>
                  <a:pt x="470649" y="621792"/>
                </a:lnTo>
                <a:lnTo>
                  <a:pt x="470649" y="535393"/>
                </a:lnTo>
                <a:lnTo>
                  <a:pt x="449707" y="543128"/>
                </a:lnTo>
                <a:lnTo>
                  <a:pt x="396316" y="554939"/>
                </a:lnTo>
                <a:lnTo>
                  <a:pt x="333425" y="562559"/>
                </a:lnTo>
                <a:lnTo>
                  <a:pt x="263563" y="565264"/>
                </a:lnTo>
                <a:lnTo>
                  <a:pt x="193713" y="562559"/>
                </a:lnTo>
                <a:lnTo>
                  <a:pt x="130810" y="554939"/>
                </a:lnTo>
                <a:lnTo>
                  <a:pt x="77419" y="543128"/>
                </a:lnTo>
                <a:lnTo>
                  <a:pt x="36118" y="527862"/>
                </a:lnTo>
                <a:lnTo>
                  <a:pt x="0" y="489889"/>
                </a:lnTo>
                <a:lnTo>
                  <a:pt x="0" y="640638"/>
                </a:lnTo>
                <a:lnTo>
                  <a:pt x="36118" y="678599"/>
                </a:lnTo>
                <a:lnTo>
                  <a:pt x="77419" y="693864"/>
                </a:lnTo>
                <a:lnTo>
                  <a:pt x="130810" y="705675"/>
                </a:lnTo>
                <a:lnTo>
                  <a:pt x="193713" y="713295"/>
                </a:lnTo>
                <a:lnTo>
                  <a:pt x="263563" y="716000"/>
                </a:lnTo>
                <a:lnTo>
                  <a:pt x="333425" y="713295"/>
                </a:lnTo>
                <a:lnTo>
                  <a:pt x="396316" y="705675"/>
                </a:lnTo>
                <a:lnTo>
                  <a:pt x="449707" y="693864"/>
                </a:lnTo>
                <a:lnTo>
                  <a:pt x="491007" y="678599"/>
                </a:lnTo>
                <a:lnTo>
                  <a:pt x="527126" y="640638"/>
                </a:lnTo>
                <a:lnTo>
                  <a:pt x="527126" y="602945"/>
                </a:lnTo>
                <a:lnTo>
                  <a:pt x="527126" y="565264"/>
                </a:lnTo>
                <a:lnTo>
                  <a:pt x="527126" y="489889"/>
                </a:lnTo>
                <a:close/>
              </a:path>
              <a:path w="527684" h="716279">
                <a:moveTo>
                  <a:pt x="527126" y="301472"/>
                </a:moveTo>
                <a:lnTo>
                  <a:pt x="517664" y="321449"/>
                </a:lnTo>
                <a:lnTo>
                  <a:pt x="491007" y="339432"/>
                </a:lnTo>
                <a:lnTo>
                  <a:pt x="470649" y="346964"/>
                </a:lnTo>
                <a:lnTo>
                  <a:pt x="470649" y="433362"/>
                </a:lnTo>
                <a:lnTo>
                  <a:pt x="469290" y="441083"/>
                </a:lnTo>
                <a:lnTo>
                  <a:pt x="465467" y="447027"/>
                </a:lnTo>
                <a:lnTo>
                  <a:pt x="459524" y="450850"/>
                </a:lnTo>
                <a:lnTo>
                  <a:pt x="451827" y="452208"/>
                </a:lnTo>
                <a:lnTo>
                  <a:pt x="444119" y="450850"/>
                </a:lnTo>
                <a:lnTo>
                  <a:pt x="438175" y="447027"/>
                </a:lnTo>
                <a:lnTo>
                  <a:pt x="434352" y="441083"/>
                </a:lnTo>
                <a:lnTo>
                  <a:pt x="432993" y="433362"/>
                </a:lnTo>
                <a:lnTo>
                  <a:pt x="434352" y="425653"/>
                </a:lnTo>
                <a:lnTo>
                  <a:pt x="438175" y="419709"/>
                </a:lnTo>
                <a:lnTo>
                  <a:pt x="444119" y="415874"/>
                </a:lnTo>
                <a:lnTo>
                  <a:pt x="451827" y="414528"/>
                </a:lnTo>
                <a:lnTo>
                  <a:pt x="459524" y="415874"/>
                </a:lnTo>
                <a:lnTo>
                  <a:pt x="465467" y="419709"/>
                </a:lnTo>
                <a:lnTo>
                  <a:pt x="469290" y="425653"/>
                </a:lnTo>
                <a:lnTo>
                  <a:pt x="470649" y="433362"/>
                </a:lnTo>
                <a:lnTo>
                  <a:pt x="470649" y="346964"/>
                </a:lnTo>
                <a:lnTo>
                  <a:pt x="449707" y="354698"/>
                </a:lnTo>
                <a:lnTo>
                  <a:pt x="396316" y="366509"/>
                </a:lnTo>
                <a:lnTo>
                  <a:pt x="333425" y="374142"/>
                </a:lnTo>
                <a:lnTo>
                  <a:pt x="263563" y="376847"/>
                </a:lnTo>
                <a:lnTo>
                  <a:pt x="193713" y="374142"/>
                </a:lnTo>
                <a:lnTo>
                  <a:pt x="130810" y="366509"/>
                </a:lnTo>
                <a:lnTo>
                  <a:pt x="77419" y="354698"/>
                </a:lnTo>
                <a:lnTo>
                  <a:pt x="36118" y="339432"/>
                </a:lnTo>
                <a:lnTo>
                  <a:pt x="0" y="301472"/>
                </a:lnTo>
                <a:lnTo>
                  <a:pt x="0" y="452208"/>
                </a:lnTo>
                <a:lnTo>
                  <a:pt x="36118" y="490169"/>
                </a:lnTo>
                <a:lnTo>
                  <a:pt x="77419" y="505434"/>
                </a:lnTo>
                <a:lnTo>
                  <a:pt x="130810" y="517245"/>
                </a:lnTo>
                <a:lnTo>
                  <a:pt x="193713" y="524878"/>
                </a:lnTo>
                <a:lnTo>
                  <a:pt x="263563" y="527583"/>
                </a:lnTo>
                <a:lnTo>
                  <a:pt x="333425" y="524878"/>
                </a:lnTo>
                <a:lnTo>
                  <a:pt x="396316" y="517245"/>
                </a:lnTo>
                <a:lnTo>
                  <a:pt x="449707" y="505434"/>
                </a:lnTo>
                <a:lnTo>
                  <a:pt x="491007" y="490169"/>
                </a:lnTo>
                <a:lnTo>
                  <a:pt x="527126" y="452208"/>
                </a:lnTo>
                <a:lnTo>
                  <a:pt x="527126" y="414528"/>
                </a:lnTo>
                <a:lnTo>
                  <a:pt x="527126" y="376847"/>
                </a:lnTo>
                <a:lnTo>
                  <a:pt x="527126" y="301472"/>
                </a:lnTo>
                <a:close/>
              </a:path>
              <a:path w="527684" h="716279">
                <a:moveTo>
                  <a:pt x="527126" y="113055"/>
                </a:moveTo>
                <a:lnTo>
                  <a:pt x="517664" y="133019"/>
                </a:lnTo>
                <a:lnTo>
                  <a:pt x="491007" y="151015"/>
                </a:lnTo>
                <a:lnTo>
                  <a:pt x="470649" y="158546"/>
                </a:lnTo>
                <a:lnTo>
                  <a:pt x="470649" y="244944"/>
                </a:lnTo>
                <a:lnTo>
                  <a:pt x="469290" y="252653"/>
                </a:lnTo>
                <a:lnTo>
                  <a:pt x="465467" y="258610"/>
                </a:lnTo>
                <a:lnTo>
                  <a:pt x="459524" y="262432"/>
                </a:lnTo>
                <a:lnTo>
                  <a:pt x="451827" y="263791"/>
                </a:lnTo>
                <a:lnTo>
                  <a:pt x="444119" y="262432"/>
                </a:lnTo>
                <a:lnTo>
                  <a:pt x="438175" y="258610"/>
                </a:lnTo>
                <a:lnTo>
                  <a:pt x="434352" y="252653"/>
                </a:lnTo>
                <a:lnTo>
                  <a:pt x="432993" y="244944"/>
                </a:lnTo>
                <a:lnTo>
                  <a:pt x="434352" y="237236"/>
                </a:lnTo>
                <a:lnTo>
                  <a:pt x="438175" y="231279"/>
                </a:lnTo>
                <a:lnTo>
                  <a:pt x="444119" y="227457"/>
                </a:lnTo>
                <a:lnTo>
                  <a:pt x="451827" y="226098"/>
                </a:lnTo>
                <a:lnTo>
                  <a:pt x="459524" y="227457"/>
                </a:lnTo>
                <a:lnTo>
                  <a:pt x="465467" y="231279"/>
                </a:lnTo>
                <a:lnTo>
                  <a:pt x="469290" y="237236"/>
                </a:lnTo>
                <a:lnTo>
                  <a:pt x="470649" y="244944"/>
                </a:lnTo>
                <a:lnTo>
                  <a:pt x="470649" y="158546"/>
                </a:lnTo>
                <a:lnTo>
                  <a:pt x="449707" y="166281"/>
                </a:lnTo>
                <a:lnTo>
                  <a:pt x="396316" y="178092"/>
                </a:lnTo>
                <a:lnTo>
                  <a:pt x="333425" y="185712"/>
                </a:lnTo>
                <a:lnTo>
                  <a:pt x="263563" y="188417"/>
                </a:lnTo>
                <a:lnTo>
                  <a:pt x="193713" y="185712"/>
                </a:lnTo>
                <a:lnTo>
                  <a:pt x="130810" y="178092"/>
                </a:lnTo>
                <a:lnTo>
                  <a:pt x="77419" y="166281"/>
                </a:lnTo>
                <a:lnTo>
                  <a:pt x="36118" y="151015"/>
                </a:lnTo>
                <a:lnTo>
                  <a:pt x="0" y="113055"/>
                </a:lnTo>
                <a:lnTo>
                  <a:pt x="0" y="263791"/>
                </a:lnTo>
                <a:lnTo>
                  <a:pt x="36118" y="301752"/>
                </a:lnTo>
                <a:lnTo>
                  <a:pt x="77419" y="317017"/>
                </a:lnTo>
                <a:lnTo>
                  <a:pt x="130810" y="328828"/>
                </a:lnTo>
                <a:lnTo>
                  <a:pt x="193713" y="336448"/>
                </a:lnTo>
                <a:lnTo>
                  <a:pt x="263563" y="339153"/>
                </a:lnTo>
                <a:lnTo>
                  <a:pt x="333425" y="336448"/>
                </a:lnTo>
                <a:lnTo>
                  <a:pt x="396316" y="328828"/>
                </a:lnTo>
                <a:lnTo>
                  <a:pt x="449707" y="317017"/>
                </a:lnTo>
                <a:lnTo>
                  <a:pt x="491007" y="301752"/>
                </a:lnTo>
                <a:lnTo>
                  <a:pt x="527126" y="263791"/>
                </a:lnTo>
                <a:lnTo>
                  <a:pt x="527126" y="226098"/>
                </a:lnTo>
                <a:lnTo>
                  <a:pt x="527126" y="188417"/>
                </a:lnTo>
                <a:lnTo>
                  <a:pt x="527126" y="113055"/>
                </a:lnTo>
                <a:close/>
              </a:path>
              <a:path w="527684" h="716279">
                <a:moveTo>
                  <a:pt x="527126" y="75361"/>
                </a:moveTo>
                <a:lnTo>
                  <a:pt x="491147" y="37325"/>
                </a:lnTo>
                <a:lnTo>
                  <a:pt x="449935" y="22072"/>
                </a:lnTo>
                <a:lnTo>
                  <a:pt x="396582" y="10287"/>
                </a:lnTo>
                <a:lnTo>
                  <a:pt x="333629" y="2692"/>
                </a:lnTo>
                <a:lnTo>
                  <a:pt x="263563" y="0"/>
                </a:lnTo>
                <a:lnTo>
                  <a:pt x="193497" y="2692"/>
                </a:lnTo>
                <a:lnTo>
                  <a:pt x="130543" y="10287"/>
                </a:lnTo>
                <a:lnTo>
                  <a:pt x="77190" y="22072"/>
                </a:lnTo>
                <a:lnTo>
                  <a:pt x="35979" y="37325"/>
                </a:lnTo>
                <a:lnTo>
                  <a:pt x="0" y="75361"/>
                </a:lnTo>
                <a:lnTo>
                  <a:pt x="9410" y="95402"/>
                </a:lnTo>
                <a:lnTo>
                  <a:pt x="77190" y="128663"/>
                </a:lnTo>
                <a:lnTo>
                  <a:pt x="130543" y="140449"/>
                </a:lnTo>
                <a:lnTo>
                  <a:pt x="193497" y="148043"/>
                </a:lnTo>
                <a:lnTo>
                  <a:pt x="263563" y="150736"/>
                </a:lnTo>
                <a:lnTo>
                  <a:pt x="333629" y="148043"/>
                </a:lnTo>
                <a:lnTo>
                  <a:pt x="396582" y="140449"/>
                </a:lnTo>
                <a:lnTo>
                  <a:pt x="449935" y="128663"/>
                </a:lnTo>
                <a:lnTo>
                  <a:pt x="491147" y="113398"/>
                </a:lnTo>
                <a:lnTo>
                  <a:pt x="527126" y="75361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52865" y="1303997"/>
            <a:ext cx="866140" cy="527685"/>
          </a:xfrm>
          <a:custGeom>
            <a:avLst/>
            <a:gdLst/>
            <a:ahLst/>
            <a:cxnLst/>
            <a:rect l="l" t="t" r="r" b="b"/>
            <a:pathLst>
              <a:path w="866140" h="527685">
                <a:moveTo>
                  <a:pt x="564769" y="37680"/>
                </a:moveTo>
                <a:lnTo>
                  <a:pt x="561797" y="23050"/>
                </a:lnTo>
                <a:lnTo>
                  <a:pt x="553707" y="11074"/>
                </a:lnTo>
                <a:lnTo>
                  <a:pt x="541743" y="2971"/>
                </a:lnTo>
                <a:lnTo>
                  <a:pt x="527126" y="0"/>
                </a:lnTo>
                <a:lnTo>
                  <a:pt x="508292" y="0"/>
                </a:lnTo>
                <a:lnTo>
                  <a:pt x="508292" y="56527"/>
                </a:lnTo>
                <a:lnTo>
                  <a:pt x="508292" y="358000"/>
                </a:lnTo>
                <a:lnTo>
                  <a:pt x="56476" y="358000"/>
                </a:lnTo>
                <a:lnTo>
                  <a:pt x="56476" y="56527"/>
                </a:lnTo>
                <a:lnTo>
                  <a:pt x="508292" y="56527"/>
                </a:lnTo>
                <a:lnTo>
                  <a:pt x="508292" y="0"/>
                </a:lnTo>
                <a:lnTo>
                  <a:pt x="37642" y="0"/>
                </a:lnTo>
                <a:lnTo>
                  <a:pt x="23025" y="2971"/>
                </a:lnTo>
                <a:lnTo>
                  <a:pt x="11061" y="11074"/>
                </a:lnTo>
                <a:lnTo>
                  <a:pt x="2971" y="23050"/>
                </a:lnTo>
                <a:lnTo>
                  <a:pt x="0" y="37680"/>
                </a:lnTo>
                <a:lnTo>
                  <a:pt x="0" y="376847"/>
                </a:lnTo>
                <a:lnTo>
                  <a:pt x="2971" y="391477"/>
                </a:lnTo>
                <a:lnTo>
                  <a:pt x="11061" y="403453"/>
                </a:lnTo>
                <a:lnTo>
                  <a:pt x="23025" y="411556"/>
                </a:lnTo>
                <a:lnTo>
                  <a:pt x="37642" y="414528"/>
                </a:lnTo>
                <a:lnTo>
                  <a:pt x="225907" y="414528"/>
                </a:lnTo>
                <a:lnTo>
                  <a:pt x="225907" y="471055"/>
                </a:lnTo>
                <a:lnTo>
                  <a:pt x="141185" y="471055"/>
                </a:lnTo>
                <a:lnTo>
                  <a:pt x="141185" y="527583"/>
                </a:lnTo>
                <a:lnTo>
                  <a:pt x="423583" y="527583"/>
                </a:lnTo>
                <a:lnTo>
                  <a:pt x="423583" y="471055"/>
                </a:lnTo>
                <a:lnTo>
                  <a:pt x="338861" y="471055"/>
                </a:lnTo>
                <a:lnTo>
                  <a:pt x="338861" y="414528"/>
                </a:lnTo>
                <a:lnTo>
                  <a:pt x="527126" y="414528"/>
                </a:lnTo>
                <a:lnTo>
                  <a:pt x="541743" y="411556"/>
                </a:lnTo>
                <a:lnTo>
                  <a:pt x="553707" y="403453"/>
                </a:lnTo>
                <a:lnTo>
                  <a:pt x="561797" y="391477"/>
                </a:lnTo>
                <a:lnTo>
                  <a:pt x="564769" y="376847"/>
                </a:lnTo>
                <a:lnTo>
                  <a:pt x="564769" y="358000"/>
                </a:lnTo>
                <a:lnTo>
                  <a:pt x="564769" y="56527"/>
                </a:lnTo>
                <a:lnTo>
                  <a:pt x="564769" y="37680"/>
                </a:lnTo>
                <a:close/>
              </a:path>
              <a:path w="866140" h="527685">
                <a:moveTo>
                  <a:pt x="865987" y="37680"/>
                </a:moveTo>
                <a:lnTo>
                  <a:pt x="863015" y="23050"/>
                </a:lnTo>
                <a:lnTo>
                  <a:pt x="854925" y="11074"/>
                </a:lnTo>
                <a:lnTo>
                  <a:pt x="842949" y="2971"/>
                </a:lnTo>
                <a:lnTo>
                  <a:pt x="828332" y="0"/>
                </a:lnTo>
                <a:lnTo>
                  <a:pt x="828332" y="37680"/>
                </a:lnTo>
                <a:lnTo>
                  <a:pt x="828332" y="94208"/>
                </a:lnTo>
                <a:lnTo>
                  <a:pt x="828332" y="131889"/>
                </a:lnTo>
                <a:lnTo>
                  <a:pt x="828332" y="188417"/>
                </a:lnTo>
                <a:lnTo>
                  <a:pt x="762444" y="188417"/>
                </a:lnTo>
                <a:lnTo>
                  <a:pt x="762444" y="442798"/>
                </a:lnTo>
                <a:lnTo>
                  <a:pt x="760285" y="453961"/>
                </a:lnTo>
                <a:lnTo>
                  <a:pt x="754329" y="462927"/>
                </a:lnTo>
                <a:lnTo>
                  <a:pt x="745375" y="468896"/>
                </a:lnTo>
                <a:lnTo>
                  <a:pt x="734212" y="471055"/>
                </a:lnTo>
                <a:lnTo>
                  <a:pt x="723049" y="468896"/>
                </a:lnTo>
                <a:lnTo>
                  <a:pt x="714082" y="462927"/>
                </a:lnTo>
                <a:lnTo>
                  <a:pt x="708126" y="453961"/>
                </a:lnTo>
                <a:lnTo>
                  <a:pt x="705967" y="442798"/>
                </a:lnTo>
                <a:lnTo>
                  <a:pt x="708126" y="431622"/>
                </a:lnTo>
                <a:lnTo>
                  <a:pt x="745375" y="416687"/>
                </a:lnTo>
                <a:lnTo>
                  <a:pt x="762444" y="442798"/>
                </a:lnTo>
                <a:lnTo>
                  <a:pt x="762444" y="188417"/>
                </a:lnTo>
                <a:lnTo>
                  <a:pt x="640080" y="188417"/>
                </a:lnTo>
                <a:lnTo>
                  <a:pt x="640080" y="131889"/>
                </a:lnTo>
                <a:lnTo>
                  <a:pt x="828332" y="131889"/>
                </a:lnTo>
                <a:lnTo>
                  <a:pt x="828332" y="94208"/>
                </a:lnTo>
                <a:lnTo>
                  <a:pt x="640080" y="94208"/>
                </a:lnTo>
                <a:lnTo>
                  <a:pt x="640080" y="37680"/>
                </a:lnTo>
                <a:lnTo>
                  <a:pt x="828332" y="37680"/>
                </a:lnTo>
                <a:lnTo>
                  <a:pt x="828332" y="0"/>
                </a:lnTo>
                <a:lnTo>
                  <a:pt x="640080" y="0"/>
                </a:lnTo>
                <a:lnTo>
                  <a:pt x="625462" y="2971"/>
                </a:lnTo>
                <a:lnTo>
                  <a:pt x="613486" y="11074"/>
                </a:lnTo>
                <a:lnTo>
                  <a:pt x="605396" y="23050"/>
                </a:lnTo>
                <a:lnTo>
                  <a:pt x="602424" y="37680"/>
                </a:lnTo>
                <a:lnTo>
                  <a:pt x="602424" y="489902"/>
                </a:lnTo>
                <a:lnTo>
                  <a:pt x="605396" y="504532"/>
                </a:lnTo>
                <a:lnTo>
                  <a:pt x="613486" y="516509"/>
                </a:lnTo>
                <a:lnTo>
                  <a:pt x="625462" y="524611"/>
                </a:lnTo>
                <a:lnTo>
                  <a:pt x="640080" y="527583"/>
                </a:lnTo>
                <a:lnTo>
                  <a:pt x="828332" y="527583"/>
                </a:lnTo>
                <a:lnTo>
                  <a:pt x="842949" y="524611"/>
                </a:lnTo>
                <a:lnTo>
                  <a:pt x="854925" y="516509"/>
                </a:lnTo>
                <a:lnTo>
                  <a:pt x="863015" y="504532"/>
                </a:lnTo>
                <a:lnTo>
                  <a:pt x="865987" y="489902"/>
                </a:lnTo>
                <a:lnTo>
                  <a:pt x="865987" y="471055"/>
                </a:lnTo>
                <a:lnTo>
                  <a:pt x="865987" y="414528"/>
                </a:lnTo>
                <a:lnTo>
                  <a:pt x="865987" y="188417"/>
                </a:lnTo>
                <a:lnTo>
                  <a:pt x="865987" y="131889"/>
                </a:lnTo>
                <a:lnTo>
                  <a:pt x="865987" y="94208"/>
                </a:lnTo>
                <a:lnTo>
                  <a:pt x="865987" y="3768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767935" y="1326103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ED7D31"/>
                </a:solidFill>
                <a:latin typeface="Calibri"/>
                <a:cs typeface="Calibri"/>
              </a:rPr>
              <a:t>User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Application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85237" y="2725083"/>
            <a:ext cx="826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Database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9358" y="4642865"/>
            <a:ext cx="9725025" cy="562610"/>
          </a:xfrm>
          <a:custGeom>
            <a:avLst/>
            <a:gdLst/>
            <a:ahLst/>
            <a:cxnLst/>
            <a:rect l="l" t="t" r="r" b="b"/>
            <a:pathLst>
              <a:path w="9725025" h="562610">
                <a:moveTo>
                  <a:pt x="9724644" y="0"/>
                </a:moveTo>
                <a:lnTo>
                  <a:pt x="9720817" y="50543"/>
                </a:lnTo>
                <a:lnTo>
                  <a:pt x="9709786" y="98114"/>
                </a:lnTo>
                <a:lnTo>
                  <a:pt x="9692220" y="141918"/>
                </a:lnTo>
                <a:lnTo>
                  <a:pt x="9668791" y="181161"/>
                </a:lnTo>
                <a:lnTo>
                  <a:pt x="9640169" y="215050"/>
                </a:lnTo>
                <a:lnTo>
                  <a:pt x="9607025" y="242790"/>
                </a:lnTo>
                <a:lnTo>
                  <a:pt x="9570029" y="263587"/>
                </a:lnTo>
                <a:lnTo>
                  <a:pt x="9529852" y="276648"/>
                </a:lnTo>
                <a:lnTo>
                  <a:pt x="9487166" y="281177"/>
                </a:lnTo>
                <a:lnTo>
                  <a:pt x="5099799" y="281177"/>
                </a:lnTo>
                <a:lnTo>
                  <a:pt x="5057113" y="285708"/>
                </a:lnTo>
                <a:lnTo>
                  <a:pt x="5016936" y="298770"/>
                </a:lnTo>
                <a:lnTo>
                  <a:pt x="4979940" y="319569"/>
                </a:lnTo>
                <a:lnTo>
                  <a:pt x="4946796" y="347311"/>
                </a:lnTo>
                <a:lnTo>
                  <a:pt x="4918174" y="381201"/>
                </a:lnTo>
                <a:lnTo>
                  <a:pt x="4894745" y="420447"/>
                </a:lnTo>
                <a:lnTo>
                  <a:pt x="4877179" y="464252"/>
                </a:lnTo>
                <a:lnTo>
                  <a:pt x="4866148" y="511824"/>
                </a:lnTo>
                <a:lnTo>
                  <a:pt x="4862322" y="562368"/>
                </a:lnTo>
                <a:lnTo>
                  <a:pt x="4858495" y="511824"/>
                </a:lnTo>
                <a:lnTo>
                  <a:pt x="4847464" y="464252"/>
                </a:lnTo>
                <a:lnTo>
                  <a:pt x="4829898" y="420447"/>
                </a:lnTo>
                <a:lnTo>
                  <a:pt x="4806469" y="381201"/>
                </a:lnTo>
                <a:lnTo>
                  <a:pt x="4777847" y="347311"/>
                </a:lnTo>
                <a:lnTo>
                  <a:pt x="4744703" y="319569"/>
                </a:lnTo>
                <a:lnTo>
                  <a:pt x="4707707" y="298770"/>
                </a:lnTo>
                <a:lnTo>
                  <a:pt x="4667530" y="285708"/>
                </a:lnTo>
                <a:lnTo>
                  <a:pt x="4624844" y="281177"/>
                </a:lnTo>
                <a:lnTo>
                  <a:pt x="237477" y="281177"/>
                </a:lnTo>
                <a:lnTo>
                  <a:pt x="194791" y="276648"/>
                </a:lnTo>
                <a:lnTo>
                  <a:pt x="154614" y="263587"/>
                </a:lnTo>
                <a:lnTo>
                  <a:pt x="117618" y="242790"/>
                </a:lnTo>
                <a:lnTo>
                  <a:pt x="84474" y="215050"/>
                </a:lnTo>
                <a:lnTo>
                  <a:pt x="55852" y="181161"/>
                </a:lnTo>
                <a:lnTo>
                  <a:pt x="32423" y="141918"/>
                </a:lnTo>
                <a:lnTo>
                  <a:pt x="14857" y="98114"/>
                </a:lnTo>
                <a:lnTo>
                  <a:pt x="3826" y="50543"/>
                </a:lnTo>
                <a:lnTo>
                  <a:pt x="0" y="0"/>
                </a:lnTo>
              </a:path>
            </a:pathLst>
          </a:custGeom>
          <a:ln w="28575">
            <a:solidFill>
              <a:srgbClr val="211D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766901" y="5575076"/>
            <a:ext cx="7282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Segoe UI"/>
                <a:cs typeface="Segoe UI"/>
              </a:rPr>
              <a:t>Complete</a:t>
            </a:r>
            <a:r>
              <a:rPr sz="3200" b="1" spc="-75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IoT</a:t>
            </a:r>
            <a:r>
              <a:rPr sz="3200" b="1" spc="-8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solution</a:t>
            </a:r>
            <a:r>
              <a:rPr sz="3200" b="1" spc="-60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with</a:t>
            </a:r>
            <a:r>
              <a:rPr sz="3200" b="1" spc="-85" dirty="0">
                <a:latin typeface="Segoe UI"/>
                <a:cs typeface="Segoe UI"/>
              </a:rPr>
              <a:t> </a:t>
            </a:r>
            <a:r>
              <a:rPr sz="3200" b="1" spc="-10" dirty="0">
                <a:latin typeface="Segoe UI"/>
                <a:cs typeface="Segoe UI"/>
              </a:rPr>
              <a:t>LoRaWAN</a:t>
            </a:r>
            <a:endParaRPr sz="32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316118" y="5363706"/>
            <a:ext cx="889000" cy="630555"/>
            <a:chOff x="9316118" y="5363706"/>
            <a:chExt cx="889000" cy="630555"/>
          </a:xfrm>
        </p:grpSpPr>
        <p:sp>
          <p:nvSpPr>
            <p:cNvPr id="27" name="object 27"/>
            <p:cNvSpPr/>
            <p:nvPr/>
          </p:nvSpPr>
          <p:spPr>
            <a:xfrm>
              <a:off x="9325532" y="5373122"/>
              <a:ext cx="869950" cy="611505"/>
            </a:xfrm>
            <a:custGeom>
              <a:avLst/>
              <a:gdLst/>
              <a:ahLst/>
              <a:cxnLst/>
              <a:rect l="l" t="t" r="r" b="b"/>
              <a:pathLst>
                <a:path w="869950" h="611504">
                  <a:moveTo>
                    <a:pt x="307813" y="611440"/>
                  </a:moveTo>
                  <a:lnTo>
                    <a:pt x="0" y="294881"/>
                  </a:lnTo>
                  <a:lnTo>
                    <a:pt x="80010" y="218570"/>
                  </a:lnTo>
                  <a:lnTo>
                    <a:pt x="311569" y="455982"/>
                  </a:lnTo>
                  <a:lnTo>
                    <a:pt x="793513" y="0"/>
                  </a:lnTo>
                  <a:lnTo>
                    <a:pt x="869758" y="79137"/>
                  </a:lnTo>
                  <a:lnTo>
                    <a:pt x="388755" y="536062"/>
                  </a:lnTo>
                  <a:lnTo>
                    <a:pt x="307813" y="61144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25536" y="5373124"/>
              <a:ext cx="869950" cy="611505"/>
            </a:xfrm>
            <a:custGeom>
              <a:avLst/>
              <a:gdLst/>
              <a:ahLst/>
              <a:cxnLst/>
              <a:rect l="l" t="t" r="r" b="b"/>
              <a:pathLst>
                <a:path w="869950" h="611504">
                  <a:moveTo>
                    <a:pt x="793513" y="0"/>
                  </a:moveTo>
                  <a:lnTo>
                    <a:pt x="311569" y="455982"/>
                  </a:lnTo>
                  <a:lnTo>
                    <a:pt x="80010" y="218570"/>
                  </a:lnTo>
                  <a:lnTo>
                    <a:pt x="0" y="294881"/>
                  </a:lnTo>
                  <a:lnTo>
                    <a:pt x="307804" y="611431"/>
                  </a:lnTo>
                  <a:lnTo>
                    <a:pt x="388755" y="536062"/>
                  </a:lnTo>
                  <a:lnTo>
                    <a:pt x="869758" y="79137"/>
                  </a:lnTo>
                  <a:lnTo>
                    <a:pt x="793513" y="0"/>
                  </a:lnTo>
                  <a:close/>
                </a:path>
              </a:pathLst>
            </a:custGeom>
            <a:ln w="18836">
              <a:solidFill>
                <a:srgbClr val="211D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2586" y="1484844"/>
            <a:ext cx="557784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Embedded</a:t>
            </a:r>
            <a:r>
              <a:rPr sz="5400" spc="-75" dirty="0"/>
              <a:t> </a:t>
            </a:r>
            <a:r>
              <a:rPr sz="5400" spc="-10" dirty="0"/>
              <a:t>systems </a:t>
            </a:r>
            <a:r>
              <a:rPr sz="5400" spc="-50" dirty="0"/>
              <a:t>&amp;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dirty="0"/>
              <a:t>Internet</a:t>
            </a:r>
            <a:r>
              <a:rPr sz="5400" spc="-110" dirty="0"/>
              <a:t> </a:t>
            </a:r>
            <a:r>
              <a:rPr sz="5400" dirty="0"/>
              <a:t>of</a:t>
            </a:r>
            <a:r>
              <a:rPr sz="5400" spc="-85" dirty="0"/>
              <a:t> </a:t>
            </a:r>
            <a:r>
              <a:rPr sz="5400" spc="-10" dirty="0"/>
              <a:t>Things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519613" y="4130818"/>
            <a:ext cx="9251315" cy="157988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Characteristics</a:t>
            </a:r>
            <a:r>
              <a:rPr sz="24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400" spc="-8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embedded</a:t>
            </a:r>
            <a:r>
              <a:rPr sz="2400" spc="-11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systems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protocols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used</a:t>
            </a:r>
            <a:r>
              <a:rPr sz="24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in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IoT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How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can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thousands</a:t>
            </a:r>
            <a:r>
              <a:rPr sz="2400" spc="-3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4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devices</a:t>
            </a:r>
            <a:r>
              <a:rPr sz="24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can</a:t>
            </a:r>
            <a:r>
              <a:rPr sz="24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transmit</a:t>
            </a:r>
            <a:r>
              <a:rPr sz="24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at</a:t>
            </a:r>
            <a:r>
              <a:rPr sz="24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same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frequency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Embedded</a:t>
            </a:r>
            <a:r>
              <a:rPr spc="-45" dirty="0"/>
              <a:t> </a:t>
            </a:r>
            <a:r>
              <a:rPr dirty="0"/>
              <a:t>systems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5" dirty="0"/>
              <a:t>IoT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3854" y="1528325"/>
            <a:ext cx="5577205" cy="4889500"/>
            <a:chOff x="3173854" y="1528325"/>
            <a:chExt cx="5577205" cy="4889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3854" y="1528325"/>
              <a:ext cx="5577134" cy="4889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0927" y="1816608"/>
              <a:ext cx="0" cy="4224655"/>
            </a:xfrm>
            <a:custGeom>
              <a:avLst/>
              <a:gdLst/>
              <a:ahLst/>
              <a:cxnLst/>
              <a:rect l="l" t="t" r="r" b="b"/>
              <a:pathLst>
                <a:path h="4224655">
                  <a:moveTo>
                    <a:pt x="0" y="0"/>
                  </a:moveTo>
                  <a:lnTo>
                    <a:pt x="0" y="4224134"/>
                  </a:lnTo>
                </a:path>
              </a:pathLst>
            </a:custGeom>
            <a:ln w="63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592" y="3948684"/>
              <a:ext cx="4551045" cy="0"/>
            </a:xfrm>
            <a:custGeom>
              <a:avLst/>
              <a:gdLst/>
              <a:ahLst/>
              <a:cxnLst/>
              <a:rect l="l" t="t" r="r" b="b"/>
              <a:pathLst>
                <a:path w="4551045">
                  <a:moveTo>
                    <a:pt x="455084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042" y="3015741"/>
              <a:ext cx="207772" cy="1894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6766" y="3853941"/>
              <a:ext cx="206248" cy="1894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042" y="4643374"/>
              <a:ext cx="207772" cy="1894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3789" y="3853941"/>
              <a:ext cx="206248" cy="189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Protocols</a:t>
            </a:r>
            <a:r>
              <a:rPr spc="-80" dirty="0"/>
              <a:t> </a:t>
            </a:r>
            <a:r>
              <a:rPr dirty="0"/>
              <a:t>used</a:t>
            </a:r>
            <a:r>
              <a:rPr spc="-7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25" dirty="0"/>
              <a:t>IoT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10591" y="1973327"/>
            <a:ext cx="5852795" cy="3754120"/>
            <a:chOff x="2910591" y="1973327"/>
            <a:chExt cx="5852795" cy="3754120"/>
          </a:xfrm>
        </p:grpSpPr>
        <p:sp>
          <p:nvSpPr>
            <p:cNvPr id="4" name="object 4"/>
            <p:cNvSpPr/>
            <p:nvPr/>
          </p:nvSpPr>
          <p:spPr>
            <a:xfrm>
              <a:off x="2974086" y="5663946"/>
              <a:ext cx="5725795" cy="0"/>
            </a:xfrm>
            <a:custGeom>
              <a:avLst/>
              <a:gdLst/>
              <a:ahLst/>
              <a:cxnLst/>
              <a:rect l="l" t="t" r="r" b="b"/>
              <a:pathLst>
                <a:path w="5725795">
                  <a:moveTo>
                    <a:pt x="0" y="0"/>
                  </a:moveTo>
                  <a:lnTo>
                    <a:pt x="5725210" y="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86600" y="5600443"/>
              <a:ext cx="76200" cy="127000"/>
            </a:xfrm>
            <a:custGeom>
              <a:avLst/>
              <a:gdLst/>
              <a:ahLst/>
              <a:cxnLst/>
              <a:rect l="l" t="t" r="r" b="b"/>
              <a:pathLst>
                <a:path w="76200" h="127000">
                  <a:moveTo>
                    <a:pt x="0" y="0"/>
                  </a:moveTo>
                  <a:lnTo>
                    <a:pt x="0" y="126999"/>
                  </a:lnTo>
                  <a:lnTo>
                    <a:pt x="76200" y="6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4086" y="2219196"/>
              <a:ext cx="0" cy="3444875"/>
            </a:xfrm>
            <a:custGeom>
              <a:avLst/>
              <a:gdLst/>
              <a:ahLst/>
              <a:cxnLst/>
              <a:rect l="l" t="t" r="r" b="b"/>
              <a:pathLst>
                <a:path h="3444875">
                  <a:moveTo>
                    <a:pt x="0" y="3444811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10591" y="2155695"/>
              <a:ext cx="127000" cy="76200"/>
            </a:xfrm>
            <a:custGeom>
              <a:avLst/>
              <a:gdLst/>
              <a:ahLst/>
              <a:cxnLst/>
              <a:rect l="l" t="t" r="r" b="b"/>
              <a:pathLst>
                <a:path w="127000" h="76200">
                  <a:moveTo>
                    <a:pt x="63500" y="0"/>
                  </a:moveTo>
                  <a:lnTo>
                    <a:pt x="0" y="76200"/>
                  </a:lnTo>
                  <a:lnTo>
                    <a:pt x="127000" y="762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77968" y="1979678"/>
              <a:ext cx="1228725" cy="1929764"/>
            </a:xfrm>
            <a:custGeom>
              <a:avLst/>
              <a:gdLst/>
              <a:ahLst/>
              <a:cxnLst/>
              <a:rect l="l" t="t" r="r" b="b"/>
              <a:pathLst>
                <a:path w="1228725" h="1929764">
                  <a:moveTo>
                    <a:pt x="0" y="204724"/>
                  </a:moveTo>
                  <a:lnTo>
                    <a:pt x="5406" y="157781"/>
                  </a:lnTo>
                  <a:lnTo>
                    <a:pt x="20808" y="114690"/>
                  </a:lnTo>
                  <a:lnTo>
                    <a:pt x="44974" y="76678"/>
                  </a:lnTo>
                  <a:lnTo>
                    <a:pt x="76678" y="44974"/>
                  </a:lnTo>
                  <a:lnTo>
                    <a:pt x="114690" y="20808"/>
                  </a:lnTo>
                  <a:lnTo>
                    <a:pt x="157781" y="5406"/>
                  </a:lnTo>
                  <a:lnTo>
                    <a:pt x="204724" y="0"/>
                  </a:lnTo>
                  <a:lnTo>
                    <a:pt x="1023619" y="0"/>
                  </a:lnTo>
                  <a:lnTo>
                    <a:pt x="1070562" y="5406"/>
                  </a:lnTo>
                  <a:lnTo>
                    <a:pt x="1113653" y="20808"/>
                  </a:lnTo>
                  <a:lnTo>
                    <a:pt x="1151665" y="44974"/>
                  </a:lnTo>
                  <a:lnTo>
                    <a:pt x="1183369" y="76678"/>
                  </a:lnTo>
                  <a:lnTo>
                    <a:pt x="1207535" y="114690"/>
                  </a:lnTo>
                  <a:lnTo>
                    <a:pt x="1222937" y="157781"/>
                  </a:lnTo>
                  <a:lnTo>
                    <a:pt x="1228344" y="204724"/>
                  </a:lnTo>
                  <a:lnTo>
                    <a:pt x="1228344" y="1724660"/>
                  </a:lnTo>
                  <a:lnTo>
                    <a:pt x="1222937" y="1771598"/>
                  </a:lnTo>
                  <a:lnTo>
                    <a:pt x="1207535" y="1814687"/>
                  </a:lnTo>
                  <a:lnTo>
                    <a:pt x="1183369" y="1852699"/>
                  </a:lnTo>
                  <a:lnTo>
                    <a:pt x="1151665" y="1884405"/>
                  </a:lnTo>
                  <a:lnTo>
                    <a:pt x="1113653" y="1908573"/>
                  </a:lnTo>
                  <a:lnTo>
                    <a:pt x="1070562" y="1923976"/>
                  </a:lnTo>
                  <a:lnTo>
                    <a:pt x="1023619" y="1929384"/>
                  </a:lnTo>
                  <a:lnTo>
                    <a:pt x="204724" y="1929384"/>
                  </a:lnTo>
                  <a:lnTo>
                    <a:pt x="157781" y="1923976"/>
                  </a:lnTo>
                  <a:lnTo>
                    <a:pt x="114690" y="1908573"/>
                  </a:lnTo>
                  <a:lnTo>
                    <a:pt x="76678" y="1884405"/>
                  </a:lnTo>
                  <a:lnTo>
                    <a:pt x="44974" y="1852699"/>
                  </a:lnTo>
                  <a:lnTo>
                    <a:pt x="20808" y="1814687"/>
                  </a:lnTo>
                  <a:lnTo>
                    <a:pt x="5406" y="1771598"/>
                  </a:lnTo>
                  <a:lnTo>
                    <a:pt x="0" y="1724660"/>
                  </a:lnTo>
                  <a:lnTo>
                    <a:pt x="0" y="20472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99104" y="3787141"/>
              <a:ext cx="1499870" cy="525780"/>
            </a:xfrm>
            <a:custGeom>
              <a:avLst/>
              <a:gdLst/>
              <a:ahLst/>
              <a:cxnLst/>
              <a:rect l="l" t="t" r="r" b="b"/>
              <a:pathLst>
                <a:path w="1499870" h="525779">
                  <a:moveTo>
                    <a:pt x="0" y="87629"/>
                  </a:moveTo>
                  <a:lnTo>
                    <a:pt x="6885" y="53519"/>
                  </a:lnTo>
                  <a:lnTo>
                    <a:pt x="25665" y="25665"/>
                  </a:lnTo>
                  <a:lnTo>
                    <a:pt x="53519" y="6885"/>
                  </a:lnTo>
                  <a:lnTo>
                    <a:pt x="87630" y="0"/>
                  </a:lnTo>
                  <a:lnTo>
                    <a:pt x="1411986" y="0"/>
                  </a:lnTo>
                  <a:lnTo>
                    <a:pt x="1446096" y="6885"/>
                  </a:lnTo>
                  <a:lnTo>
                    <a:pt x="1473950" y="25665"/>
                  </a:lnTo>
                  <a:lnTo>
                    <a:pt x="1492730" y="53519"/>
                  </a:lnTo>
                  <a:lnTo>
                    <a:pt x="1499616" y="87629"/>
                  </a:lnTo>
                  <a:lnTo>
                    <a:pt x="1499616" y="438149"/>
                  </a:lnTo>
                  <a:lnTo>
                    <a:pt x="1492730" y="472260"/>
                  </a:lnTo>
                  <a:lnTo>
                    <a:pt x="1473950" y="500114"/>
                  </a:lnTo>
                  <a:lnTo>
                    <a:pt x="1446096" y="518894"/>
                  </a:lnTo>
                  <a:lnTo>
                    <a:pt x="1411986" y="525779"/>
                  </a:lnTo>
                  <a:lnTo>
                    <a:pt x="87630" y="525779"/>
                  </a:lnTo>
                  <a:lnTo>
                    <a:pt x="53519" y="518894"/>
                  </a:lnTo>
                  <a:lnTo>
                    <a:pt x="25665" y="500114"/>
                  </a:lnTo>
                  <a:lnTo>
                    <a:pt x="6885" y="472260"/>
                  </a:lnTo>
                  <a:lnTo>
                    <a:pt x="0" y="438149"/>
                  </a:lnTo>
                  <a:lnTo>
                    <a:pt x="0" y="8762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27448" y="4434841"/>
              <a:ext cx="1579245" cy="527685"/>
            </a:xfrm>
            <a:custGeom>
              <a:avLst/>
              <a:gdLst/>
              <a:ahLst/>
              <a:cxnLst/>
              <a:rect l="l" t="t" r="r" b="b"/>
              <a:pathLst>
                <a:path w="1579245" h="527685">
                  <a:moveTo>
                    <a:pt x="0" y="87883"/>
                  </a:moveTo>
                  <a:lnTo>
                    <a:pt x="6906" y="53674"/>
                  </a:lnTo>
                  <a:lnTo>
                    <a:pt x="25739" y="25739"/>
                  </a:lnTo>
                  <a:lnTo>
                    <a:pt x="53674" y="6906"/>
                  </a:lnTo>
                  <a:lnTo>
                    <a:pt x="87884" y="0"/>
                  </a:lnTo>
                  <a:lnTo>
                    <a:pt x="1490980" y="0"/>
                  </a:lnTo>
                  <a:lnTo>
                    <a:pt x="1525189" y="6906"/>
                  </a:lnTo>
                  <a:lnTo>
                    <a:pt x="1553124" y="25739"/>
                  </a:lnTo>
                  <a:lnTo>
                    <a:pt x="1571957" y="53674"/>
                  </a:lnTo>
                  <a:lnTo>
                    <a:pt x="1578864" y="87883"/>
                  </a:lnTo>
                  <a:lnTo>
                    <a:pt x="1578864" y="439419"/>
                  </a:lnTo>
                  <a:lnTo>
                    <a:pt x="1571957" y="473629"/>
                  </a:lnTo>
                  <a:lnTo>
                    <a:pt x="1553124" y="501564"/>
                  </a:lnTo>
                  <a:lnTo>
                    <a:pt x="1525189" y="520397"/>
                  </a:lnTo>
                  <a:lnTo>
                    <a:pt x="1490980" y="527303"/>
                  </a:lnTo>
                  <a:lnTo>
                    <a:pt x="87884" y="527303"/>
                  </a:lnTo>
                  <a:lnTo>
                    <a:pt x="53674" y="520397"/>
                  </a:lnTo>
                  <a:lnTo>
                    <a:pt x="25739" y="501564"/>
                  </a:lnTo>
                  <a:lnTo>
                    <a:pt x="6906" y="473629"/>
                  </a:lnTo>
                  <a:lnTo>
                    <a:pt x="0" y="439419"/>
                  </a:lnTo>
                  <a:lnTo>
                    <a:pt x="0" y="8788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32092" y="4908805"/>
              <a:ext cx="1754505" cy="701040"/>
            </a:xfrm>
            <a:custGeom>
              <a:avLst/>
              <a:gdLst/>
              <a:ahLst/>
              <a:cxnLst/>
              <a:rect l="l" t="t" r="r" b="b"/>
              <a:pathLst>
                <a:path w="1754504" h="701039">
                  <a:moveTo>
                    <a:pt x="0" y="116839"/>
                  </a:moveTo>
                  <a:lnTo>
                    <a:pt x="9181" y="71360"/>
                  </a:lnTo>
                  <a:lnTo>
                    <a:pt x="34221" y="34221"/>
                  </a:lnTo>
                  <a:lnTo>
                    <a:pt x="71360" y="9181"/>
                  </a:lnTo>
                  <a:lnTo>
                    <a:pt x="116839" y="0"/>
                  </a:lnTo>
                  <a:lnTo>
                    <a:pt x="1637283" y="0"/>
                  </a:lnTo>
                  <a:lnTo>
                    <a:pt x="1682763" y="9181"/>
                  </a:lnTo>
                  <a:lnTo>
                    <a:pt x="1719902" y="34221"/>
                  </a:lnTo>
                  <a:lnTo>
                    <a:pt x="1744942" y="71360"/>
                  </a:lnTo>
                  <a:lnTo>
                    <a:pt x="1754124" y="116839"/>
                  </a:lnTo>
                  <a:lnTo>
                    <a:pt x="1754124" y="584199"/>
                  </a:lnTo>
                  <a:lnTo>
                    <a:pt x="1744942" y="629679"/>
                  </a:lnTo>
                  <a:lnTo>
                    <a:pt x="1719902" y="666818"/>
                  </a:lnTo>
                  <a:lnTo>
                    <a:pt x="1682763" y="691858"/>
                  </a:lnTo>
                  <a:lnTo>
                    <a:pt x="1637283" y="701039"/>
                  </a:lnTo>
                  <a:lnTo>
                    <a:pt x="116839" y="701039"/>
                  </a:lnTo>
                  <a:lnTo>
                    <a:pt x="71360" y="691858"/>
                  </a:lnTo>
                  <a:lnTo>
                    <a:pt x="34221" y="666818"/>
                  </a:lnTo>
                  <a:lnTo>
                    <a:pt x="9181" y="629679"/>
                  </a:lnTo>
                  <a:lnTo>
                    <a:pt x="0" y="584199"/>
                  </a:lnTo>
                  <a:lnTo>
                    <a:pt x="0" y="11683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81572" y="4084321"/>
              <a:ext cx="701040" cy="527685"/>
            </a:xfrm>
            <a:custGeom>
              <a:avLst/>
              <a:gdLst/>
              <a:ahLst/>
              <a:cxnLst/>
              <a:rect l="l" t="t" r="r" b="b"/>
              <a:pathLst>
                <a:path w="701040" h="527685">
                  <a:moveTo>
                    <a:pt x="0" y="87884"/>
                  </a:moveTo>
                  <a:lnTo>
                    <a:pt x="6906" y="53674"/>
                  </a:lnTo>
                  <a:lnTo>
                    <a:pt x="25739" y="25739"/>
                  </a:lnTo>
                  <a:lnTo>
                    <a:pt x="53674" y="6906"/>
                  </a:lnTo>
                  <a:lnTo>
                    <a:pt x="87884" y="0"/>
                  </a:lnTo>
                  <a:lnTo>
                    <a:pt x="613156" y="0"/>
                  </a:lnTo>
                  <a:lnTo>
                    <a:pt x="647365" y="6906"/>
                  </a:lnTo>
                  <a:lnTo>
                    <a:pt x="675300" y="25739"/>
                  </a:lnTo>
                  <a:lnTo>
                    <a:pt x="694133" y="53674"/>
                  </a:lnTo>
                  <a:lnTo>
                    <a:pt x="701040" y="87884"/>
                  </a:lnTo>
                  <a:lnTo>
                    <a:pt x="701040" y="439420"/>
                  </a:lnTo>
                  <a:lnTo>
                    <a:pt x="694133" y="473629"/>
                  </a:lnTo>
                  <a:lnTo>
                    <a:pt x="675300" y="501564"/>
                  </a:lnTo>
                  <a:lnTo>
                    <a:pt x="647365" y="520397"/>
                  </a:lnTo>
                  <a:lnTo>
                    <a:pt x="613156" y="527304"/>
                  </a:lnTo>
                  <a:lnTo>
                    <a:pt x="87884" y="527304"/>
                  </a:lnTo>
                  <a:lnTo>
                    <a:pt x="53674" y="520397"/>
                  </a:lnTo>
                  <a:lnTo>
                    <a:pt x="25739" y="501564"/>
                  </a:lnTo>
                  <a:lnTo>
                    <a:pt x="6906" y="473629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81572" y="3383281"/>
              <a:ext cx="701040" cy="525780"/>
            </a:xfrm>
            <a:custGeom>
              <a:avLst/>
              <a:gdLst/>
              <a:ahLst/>
              <a:cxnLst/>
              <a:rect l="l" t="t" r="r" b="b"/>
              <a:pathLst>
                <a:path w="701040" h="525779">
                  <a:moveTo>
                    <a:pt x="0" y="87629"/>
                  </a:moveTo>
                  <a:lnTo>
                    <a:pt x="6885" y="53519"/>
                  </a:lnTo>
                  <a:lnTo>
                    <a:pt x="25665" y="25665"/>
                  </a:lnTo>
                  <a:lnTo>
                    <a:pt x="53519" y="6885"/>
                  </a:lnTo>
                  <a:lnTo>
                    <a:pt x="87630" y="0"/>
                  </a:lnTo>
                  <a:lnTo>
                    <a:pt x="613410" y="0"/>
                  </a:lnTo>
                  <a:lnTo>
                    <a:pt x="647520" y="6885"/>
                  </a:lnTo>
                  <a:lnTo>
                    <a:pt x="675374" y="25665"/>
                  </a:lnTo>
                  <a:lnTo>
                    <a:pt x="694154" y="53519"/>
                  </a:lnTo>
                  <a:lnTo>
                    <a:pt x="701040" y="87629"/>
                  </a:lnTo>
                  <a:lnTo>
                    <a:pt x="701040" y="438149"/>
                  </a:lnTo>
                  <a:lnTo>
                    <a:pt x="694154" y="472260"/>
                  </a:lnTo>
                  <a:lnTo>
                    <a:pt x="675374" y="500114"/>
                  </a:lnTo>
                  <a:lnTo>
                    <a:pt x="647520" y="518894"/>
                  </a:lnTo>
                  <a:lnTo>
                    <a:pt x="613410" y="525779"/>
                  </a:lnTo>
                  <a:lnTo>
                    <a:pt x="87630" y="525779"/>
                  </a:lnTo>
                  <a:lnTo>
                    <a:pt x="53519" y="518894"/>
                  </a:lnTo>
                  <a:lnTo>
                    <a:pt x="25665" y="500114"/>
                  </a:lnTo>
                  <a:lnTo>
                    <a:pt x="6885" y="472260"/>
                  </a:lnTo>
                  <a:lnTo>
                    <a:pt x="0" y="438149"/>
                  </a:lnTo>
                  <a:lnTo>
                    <a:pt x="0" y="8762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81572" y="2680717"/>
              <a:ext cx="701040" cy="527685"/>
            </a:xfrm>
            <a:custGeom>
              <a:avLst/>
              <a:gdLst/>
              <a:ahLst/>
              <a:cxnLst/>
              <a:rect l="l" t="t" r="r" b="b"/>
              <a:pathLst>
                <a:path w="701040" h="527685">
                  <a:moveTo>
                    <a:pt x="0" y="87884"/>
                  </a:moveTo>
                  <a:lnTo>
                    <a:pt x="6906" y="53674"/>
                  </a:lnTo>
                  <a:lnTo>
                    <a:pt x="25739" y="25739"/>
                  </a:lnTo>
                  <a:lnTo>
                    <a:pt x="53674" y="6906"/>
                  </a:lnTo>
                  <a:lnTo>
                    <a:pt x="87884" y="0"/>
                  </a:lnTo>
                  <a:lnTo>
                    <a:pt x="613156" y="0"/>
                  </a:lnTo>
                  <a:lnTo>
                    <a:pt x="647365" y="6906"/>
                  </a:lnTo>
                  <a:lnTo>
                    <a:pt x="675300" y="25739"/>
                  </a:lnTo>
                  <a:lnTo>
                    <a:pt x="694133" y="53674"/>
                  </a:lnTo>
                  <a:lnTo>
                    <a:pt x="701040" y="87884"/>
                  </a:lnTo>
                  <a:lnTo>
                    <a:pt x="701040" y="439420"/>
                  </a:lnTo>
                  <a:lnTo>
                    <a:pt x="694133" y="473629"/>
                  </a:lnTo>
                  <a:lnTo>
                    <a:pt x="675300" y="501564"/>
                  </a:lnTo>
                  <a:lnTo>
                    <a:pt x="647365" y="520397"/>
                  </a:lnTo>
                  <a:lnTo>
                    <a:pt x="613156" y="527304"/>
                  </a:lnTo>
                  <a:lnTo>
                    <a:pt x="87884" y="527304"/>
                  </a:lnTo>
                  <a:lnTo>
                    <a:pt x="53674" y="520397"/>
                  </a:lnTo>
                  <a:lnTo>
                    <a:pt x="25739" y="501564"/>
                  </a:lnTo>
                  <a:lnTo>
                    <a:pt x="6906" y="473629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90716" y="1979677"/>
              <a:ext cx="701040" cy="525780"/>
            </a:xfrm>
            <a:custGeom>
              <a:avLst/>
              <a:gdLst/>
              <a:ahLst/>
              <a:cxnLst/>
              <a:rect l="l" t="t" r="r" b="b"/>
              <a:pathLst>
                <a:path w="701040" h="525780">
                  <a:moveTo>
                    <a:pt x="0" y="87629"/>
                  </a:moveTo>
                  <a:lnTo>
                    <a:pt x="6885" y="53519"/>
                  </a:lnTo>
                  <a:lnTo>
                    <a:pt x="25665" y="25665"/>
                  </a:lnTo>
                  <a:lnTo>
                    <a:pt x="53519" y="6885"/>
                  </a:lnTo>
                  <a:lnTo>
                    <a:pt x="87630" y="0"/>
                  </a:lnTo>
                  <a:lnTo>
                    <a:pt x="613410" y="0"/>
                  </a:lnTo>
                  <a:lnTo>
                    <a:pt x="647520" y="6885"/>
                  </a:lnTo>
                  <a:lnTo>
                    <a:pt x="675374" y="25665"/>
                  </a:lnTo>
                  <a:lnTo>
                    <a:pt x="694154" y="53519"/>
                  </a:lnTo>
                  <a:lnTo>
                    <a:pt x="701040" y="87629"/>
                  </a:lnTo>
                  <a:lnTo>
                    <a:pt x="701040" y="438149"/>
                  </a:lnTo>
                  <a:lnTo>
                    <a:pt x="694154" y="472260"/>
                  </a:lnTo>
                  <a:lnTo>
                    <a:pt x="675374" y="500114"/>
                  </a:lnTo>
                  <a:lnTo>
                    <a:pt x="647520" y="518894"/>
                  </a:lnTo>
                  <a:lnTo>
                    <a:pt x="613410" y="525779"/>
                  </a:lnTo>
                  <a:lnTo>
                    <a:pt x="87630" y="525779"/>
                  </a:lnTo>
                  <a:lnTo>
                    <a:pt x="53519" y="518894"/>
                  </a:lnTo>
                  <a:lnTo>
                    <a:pt x="25665" y="500114"/>
                  </a:lnTo>
                  <a:lnTo>
                    <a:pt x="6885" y="472260"/>
                  </a:lnTo>
                  <a:lnTo>
                    <a:pt x="0" y="438149"/>
                  </a:lnTo>
                  <a:lnTo>
                    <a:pt x="0" y="87629"/>
                  </a:lnTo>
                  <a:close/>
                </a:path>
              </a:pathLst>
            </a:custGeom>
            <a:ln w="12699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31236" y="5077969"/>
              <a:ext cx="844550" cy="525780"/>
            </a:xfrm>
            <a:custGeom>
              <a:avLst/>
              <a:gdLst/>
              <a:ahLst/>
              <a:cxnLst/>
              <a:rect l="l" t="t" r="r" b="b"/>
              <a:pathLst>
                <a:path w="844550" h="525779">
                  <a:moveTo>
                    <a:pt x="0" y="87630"/>
                  </a:moveTo>
                  <a:lnTo>
                    <a:pt x="6885" y="53519"/>
                  </a:lnTo>
                  <a:lnTo>
                    <a:pt x="25665" y="25665"/>
                  </a:lnTo>
                  <a:lnTo>
                    <a:pt x="53519" y="6885"/>
                  </a:lnTo>
                  <a:lnTo>
                    <a:pt x="87630" y="0"/>
                  </a:lnTo>
                  <a:lnTo>
                    <a:pt x="756666" y="0"/>
                  </a:lnTo>
                  <a:lnTo>
                    <a:pt x="790776" y="6885"/>
                  </a:lnTo>
                  <a:lnTo>
                    <a:pt x="818630" y="25665"/>
                  </a:lnTo>
                  <a:lnTo>
                    <a:pt x="837410" y="53519"/>
                  </a:lnTo>
                  <a:lnTo>
                    <a:pt x="844296" y="87630"/>
                  </a:lnTo>
                  <a:lnTo>
                    <a:pt x="844296" y="438150"/>
                  </a:lnTo>
                  <a:lnTo>
                    <a:pt x="837410" y="472260"/>
                  </a:lnTo>
                  <a:lnTo>
                    <a:pt x="818630" y="500114"/>
                  </a:lnTo>
                  <a:lnTo>
                    <a:pt x="790776" y="518894"/>
                  </a:lnTo>
                  <a:lnTo>
                    <a:pt x="756666" y="525780"/>
                  </a:lnTo>
                  <a:lnTo>
                    <a:pt x="87630" y="525780"/>
                  </a:lnTo>
                  <a:lnTo>
                    <a:pt x="53519" y="518894"/>
                  </a:lnTo>
                  <a:lnTo>
                    <a:pt x="25665" y="500114"/>
                  </a:lnTo>
                  <a:lnTo>
                    <a:pt x="6885" y="472260"/>
                  </a:lnTo>
                  <a:lnTo>
                    <a:pt x="0" y="438150"/>
                  </a:lnTo>
                  <a:lnTo>
                    <a:pt x="0" y="8763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19111" y="5487380"/>
            <a:ext cx="734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Segoe UI"/>
                <a:cs typeface="Segoe UI"/>
              </a:rPr>
              <a:t>Range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5169" y="1705900"/>
            <a:ext cx="1454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Bit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rate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(bps)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930F8D-0215-60E7-031A-A456AA65BFFA}"/>
              </a:ext>
            </a:extLst>
          </p:cNvPr>
          <p:cNvSpPr txBox="1"/>
          <p:nvPr/>
        </p:nvSpPr>
        <p:spPr>
          <a:xfrm>
            <a:off x="5366406" y="26530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WiFi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62F07C-D669-C4E6-182D-37616FF799B0}"/>
              </a:ext>
            </a:extLst>
          </p:cNvPr>
          <p:cNvSpPr txBox="1"/>
          <p:nvPr/>
        </p:nvSpPr>
        <p:spPr>
          <a:xfrm>
            <a:off x="5148521" y="447081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Zigbee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3DA98-2647-104B-F53E-D6AF5CCFB9E6}"/>
              </a:ext>
            </a:extLst>
          </p:cNvPr>
          <p:cNvSpPr txBox="1"/>
          <p:nvPr/>
        </p:nvSpPr>
        <p:spPr>
          <a:xfrm>
            <a:off x="3699319" y="388607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Bluetooth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92E1F-83C9-76D2-1420-139676FD1F29}"/>
              </a:ext>
            </a:extLst>
          </p:cNvPr>
          <p:cNvSpPr txBox="1"/>
          <p:nvPr/>
        </p:nvSpPr>
        <p:spPr>
          <a:xfrm>
            <a:off x="3123933" y="515619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NFC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C2FEBC-6D7D-E23C-1168-F5ECC481F0DE}"/>
              </a:ext>
            </a:extLst>
          </p:cNvPr>
          <p:cNvSpPr txBox="1"/>
          <p:nvPr/>
        </p:nvSpPr>
        <p:spPr>
          <a:xfrm>
            <a:off x="6506113" y="416349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A5F09B-C6BB-1267-6E5E-E1609CA5971B}"/>
              </a:ext>
            </a:extLst>
          </p:cNvPr>
          <p:cNvSpPr txBox="1"/>
          <p:nvPr/>
        </p:nvSpPr>
        <p:spPr>
          <a:xfrm>
            <a:off x="6610412" y="346232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8E37E3-59A0-1C40-E729-DCEBF0231FFF}"/>
              </a:ext>
            </a:extLst>
          </p:cNvPr>
          <p:cNvSpPr txBox="1"/>
          <p:nvPr/>
        </p:nvSpPr>
        <p:spPr>
          <a:xfrm>
            <a:off x="6622604" y="2772458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31110-A84E-F7A1-8A32-D34F0D5411B3}"/>
              </a:ext>
            </a:extLst>
          </p:cNvPr>
          <p:cNvSpPr txBox="1"/>
          <p:nvPr/>
        </p:nvSpPr>
        <p:spPr>
          <a:xfrm>
            <a:off x="6634796" y="208259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D06765-FC1C-4A12-4BC8-DE3BC3DB4A42}"/>
              </a:ext>
            </a:extLst>
          </p:cNvPr>
          <p:cNvSpPr txBox="1"/>
          <p:nvPr/>
        </p:nvSpPr>
        <p:spPr>
          <a:xfrm>
            <a:off x="6945534" y="4961001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LoRa,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A13BF1-3CE1-442A-B11D-1E684230B2B5}"/>
              </a:ext>
            </a:extLst>
          </p:cNvPr>
          <p:cNvSpPr txBox="1"/>
          <p:nvPr/>
        </p:nvSpPr>
        <p:spPr>
          <a:xfrm>
            <a:off x="7709344" y="4958570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SigFox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free</a:t>
            </a:r>
            <a:r>
              <a:rPr spc="-35" dirty="0"/>
              <a:t> </a:t>
            </a:r>
            <a:r>
              <a:rPr dirty="0"/>
              <a:t>frequency</a:t>
            </a:r>
            <a:r>
              <a:rPr spc="-55" dirty="0"/>
              <a:t> </a:t>
            </a:r>
            <a:r>
              <a:rPr spc="-10" dirty="0"/>
              <a:t>bands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47610" y="1310625"/>
            <a:ext cx="3943350" cy="145986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Segoe UI"/>
                <a:cs typeface="Segoe UI"/>
              </a:rPr>
              <a:t>Free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bands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Europe:</a:t>
            </a:r>
            <a:endParaRPr sz="2400">
              <a:latin typeface="Segoe UI"/>
              <a:cs typeface="Segoe UI"/>
            </a:endParaRPr>
          </a:p>
          <a:p>
            <a:pPr marL="732790" indent="-32448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732790" algn="l"/>
              </a:tabLst>
            </a:pPr>
            <a:r>
              <a:rPr sz="2200" dirty="0">
                <a:latin typeface="Segoe UI"/>
                <a:cs typeface="Segoe UI"/>
              </a:rPr>
              <a:t>No</a:t>
            </a:r>
            <a:r>
              <a:rPr sz="2200" spc="-3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need</a:t>
            </a:r>
            <a:r>
              <a:rPr sz="2200" spc="-3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for</a:t>
            </a:r>
            <a:r>
              <a:rPr sz="2200" spc="-3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authorization</a:t>
            </a:r>
            <a:endParaRPr sz="2200">
              <a:latin typeface="Segoe UI"/>
              <a:cs typeface="Segoe UI"/>
            </a:endParaRPr>
          </a:p>
          <a:p>
            <a:pPr marL="733425" indent="-324485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733425" algn="l"/>
              </a:tabLst>
            </a:pPr>
            <a:r>
              <a:rPr sz="2200" dirty="0">
                <a:latin typeface="Segoe UI"/>
                <a:cs typeface="Segoe UI"/>
              </a:rPr>
              <a:t>Free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of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charge</a:t>
            </a:r>
            <a:endParaRPr sz="220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62520" y="3000890"/>
          <a:ext cx="7022465" cy="219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Frequencies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Examples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protocols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439420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13.56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Mhz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NFC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433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MHz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LoRa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868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MHz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Sigfox,</a:t>
                      </a:r>
                      <a:r>
                        <a:rPr sz="20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LoRa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597535">
                        <a:lnSpc>
                          <a:spcPts val="233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2.4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Ghz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1576705" algn="l"/>
                          <a:tab pos="3035300" algn="l"/>
                        </a:tabLst>
                      </a:pPr>
                      <a:r>
                        <a:rPr sz="3000" spc="-30" baseline="1388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WiFi</a:t>
                      </a:r>
                      <a:r>
                        <a:rPr sz="3000" baseline="1388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3000" spc="-37" baseline="4166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BLE</a:t>
                      </a:r>
                      <a:r>
                        <a:rPr sz="3000" baseline="4166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Zigbee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Ghz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WiFi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032503" y="5632703"/>
            <a:ext cx="1377950" cy="8096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30175" marR="123189" indent="310515">
              <a:lnSpc>
                <a:spcPct val="105000"/>
              </a:lnSpc>
              <a:spcBef>
                <a:spcPts val="795"/>
              </a:spcBef>
            </a:pPr>
            <a:r>
              <a:rPr sz="1800" spc="-20" dirty="0">
                <a:latin typeface="Segoe UI"/>
                <a:cs typeface="Segoe UI"/>
              </a:rPr>
              <a:t>LoRa </a:t>
            </a:r>
            <a:r>
              <a:rPr sz="1800" spc="-10" dirty="0">
                <a:latin typeface="Segoe UI"/>
                <a:cs typeface="Segoe UI"/>
              </a:rPr>
              <a:t>end-device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7807" y="5498591"/>
            <a:ext cx="589817" cy="9433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2220" y="5722620"/>
            <a:ext cx="353555" cy="50901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47878" y="6431902"/>
            <a:ext cx="9461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868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MHz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5372" y="6431902"/>
            <a:ext cx="9461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868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MHz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9307" y="5632703"/>
            <a:ext cx="1408430" cy="8096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385445" marR="267335" indent="-111760">
              <a:lnSpc>
                <a:spcPct val="105000"/>
              </a:lnSpc>
              <a:spcBef>
                <a:spcPts val="795"/>
              </a:spcBef>
            </a:pPr>
            <a:r>
              <a:rPr sz="1800" spc="-10" dirty="0">
                <a:latin typeface="Segoe UI"/>
                <a:cs typeface="Segoe UI"/>
              </a:rPr>
              <a:t>Network Server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spc="-120" dirty="0"/>
              <a:t> </a:t>
            </a:r>
            <a:r>
              <a:rPr dirty="0"/>
              <a:t>Division</a:t>
            </a:r>
            <a:r>
              <a:rPr spc="-120" dirty="0"/>
              <a:t> </a:t>
            </a:r>
            <a:r>
              <a:rPr spc="-10" dirty="0"/>
              <a:t>Multiplexing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0491" y="1466848"/>
            <a:ext cx="2447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Segoe UI"/>
                <a:cs typeface="Segoe UI"/>
              </a:rPr>
              <a:t>Frequency</a:t>
            </a:r>
            <a:r>
              <a:rPr sz="2200" spc="-13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channels</a:t>
            </a:r>
            <a:endParaRPr sz="22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57197" y="2369692"/>
            <a:ext cx="7559675" cy="2738120"/>
            <a:chOff x="1957197" y="2369692"/>
            <a:chExt cx="7559675" cy="2738120"/>
          </a:xfrm>
        </p:grpSpPr>
        <p:sp>
          <p:nvSpPr>
            <p:cNvPr id="5" name="object 5"/>
            <p:cNvSpPr/>
            <p:nvPr/>
          </p:nvSpPr>
          <p:spPr>
            <a:xfrm>
              <a:off x="1966722" y="5069592"/>
              <a:ext cx="7486650" cy="1270"/>
            </a:xfrm>
            <a:custGeom>
              <a:avLst/>
              <a:gdLst/>
              <a:ahLst/>
              <a:cxnLst/>
              <a:rect l="l" t="t" r="r" b="b"/>
              <a:pathLst>
                <a:path w="7486650" h="1270">
                  <a:moveTo>
                    <a:pt x="0" y="888"/>
                  </a:moveTo>
                  <a:lnTo>
                    <a:pt x="7486383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40403" y="503149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2" y="76199"/>
                  </a:lnTo>
                  <a:lnTo>
                    <a:pt x="76212" y="38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37510" y="2838449"/>
              <a:ext cx="5280660" cy="0"/>
            </a:xfrm>
            <a:custGeom>
              <a:avLst/>
              <a:gdLst/>
              <a:ahLst/>
              <a:cxnLst/>
              <a:rect l="l" t="t" r="r" b="b"/>
              <a:pathLst>
                <a:path w="5280659">
                  <a:moveTo>
                    <a:pt x="0" y="0"/>
                  </a:moveTo>
                  <a:lnTo>
                    <a:pt x="5280126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9410" y="2813049"/>
              <a:ext cx="5356860" cy="50800"/>
            </a:xfrm>
            <a:custGeom>
              <a:avLst/>
              <a:gdLst/>
              <a:ahLst/>
              <a:cxnLst/>
              <a:rect l="l" t="t" r="r" b="b"/>
              <a:pathLst>
                <a:path w="5356859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5356859" h="50800">
                  <a:moveTo>
                    <a:pt x="5356326" y="25400"/>
                  </a:moveTo>
                  <a:lnTo>
                    <a:pt x="5305526" y="0"/>
                  </a:lnTo>
                  <a:lnTo>
                    <a:pt x="5305526" y="50800"/>
                  </a:lnTo>
                  <a:lnTo>
                    <a:pt x="5356326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98647" y="2372867"/>
              <a:ext cx="0" cy="2695575"/>
            </a:xfrm>
            <a:custGeom>
              <a:avLst/>
              <a:gdLst/>
              <a:ahLst/>
              <a:cxnLst/>
              <a:rect l="l" t="t" r="r" b="b"/>
              <a:pathLst>
                <a:path h="2695575">
                  <a:moveTo>
                    <a:pt x="0" y="0"/>
                  </a:moveTo>
                  <a:lnTo>
                    <a:pt x="0" y="2695486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47887" y="2372867"/>
              <a:ext cx="0" cy="2721610"/>
            </a:xfrm>
            <a:custGeom>
              <a:avLst/>
              <a:gdLst/>
              <a:ahLst/>
              <a:cxnLst/>
              <a:rect l="l" t="t" r="r" b="b"/>
              <a:pathLst>
                <a:path h="2721610">
                  <a:moveTo>
                    <a:pt x="0" y="0"/>
                  </a:moveTo>
                  <a:lnTo>
                    <a:pt x="0" y="272161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98248" y="5168760"/>
            <a:ext cx="132080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latin typeface="Calibri"/>
                <a:cs typeface="Calibri"/>
              </a:rPr>
              <a:t>Frequency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Mhz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4788" y="2456209"/>
            <a:ext cx="179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868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Mhz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band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91713" y="2939065"/>
            <a:ext cx="6569709" cy="2158365"/>
            <a:chOff x="3291713" y="2939065"/>
            <a:chExt cx="6569709" cy="2158365"/>
          </a:xfrm>
        </p:grpSpPr>
        <p:sp>
          <p:nvSpPr>
            <p:cNvPr id="14" name="object 14"/>
            <p:cNvSpPr/>
            <p:nvPr/>
          </p:nvSpPr>
          <p:spPr>
            <a:xfrm>
              <a:off x="3294888" y="3768852"/>
              <a:ext cx="0" cy="1324610"/>
            </a:xfrm>
            <a:custGeom>
              <a:avLst/>
              <a:gdLst/>
              <a:ahLst/>
              <a:cxnLst/>
              <a:rect l="l" t="t" r="r" b="b"/>
              <a:pathLst>
                <a:path h="1324610">
                  <a:moveTo>
                    <a:pt x="0" y="0"/>
                  </a:moveTo>
                  <a:lnTo>
                    <a:pt x="0" y="132425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2880" y="3770376"/>
              <a:ext cx="0" cy="1323340"/>
            </a:xfrm>
            <a:custGeom>
              <a:avLst/>
              <a:gdLst/>
              <a:ahLst/>
              <a:cxnLst/>
              <a:rect l="l" t="t" r="r" b="b"/>
              <a:pathLst>
                <a:path h="1323339">
                  <a:moveTo>
                    <a:pt x="0" y="0"/>
                  </a:moveTo>
                  <a:lnTo>
                    <a:pt x="0" y="132312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30168" y="3907536"/>
              <a:ext cx="363220" cy="1165225"/>
            </a:xfrm>
            <a:custGeom>
              <a:avLst/>
              <a:gdLst/>
              <a:ahLst/>
              <a:cxnLst/>
              <a:rect l="l" t="t" r="r" b="b"/>
              <a:pathLst>
                <a:path w="363220" h="1165225">
                  <a:moveTo>
                    <a:pt x="0" y="0"/>
                  </a:moveTo>
                  <a:lnTo>
                    <a:pt x="362902" y="116461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4890" y="3906012"/>
              <a:ext cx="335915" cy="1165225"/>
            </a:xfrm>
            <a:custGeom>
              <a:avLst/>
              <a:gdLst/>
              <a:ahLst/>
              <a:cxnLst/>
              <a:rect l="l" t="t" r="r" b="b"/>
              <a:pathLst>
                <a:path w="335914" h="1165225">
                  <a:moveTo>
                    <a:pt x="335749" y="0"/>
                  </a:moveTo>
                  <a:lnTo>
                    <a:pt x="0" y="11648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50663" y="3909060"/>
              <a:ext cx="363220" cy="1165225"/>
            </a:xfrm>
            <a:custGeom>
              <a:avLst/>
              <a:gdLst/>
              <a:ahLst/>
              <a:cxnLst/>
              <a:rect l="l" t="t" r="r" b="b"/>
              <a:pathLst>
                <a:path w="363220" h="1165225">
                  <a:moveTo>
                    <a:pt x="0" y="0"/>
                  </a:moveTo>
                  <a:lnTo>
                    <a:pt x="362902" y="116461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3862" y="3907536"/>
              <a:ext cx="335915" cy="1165225"/>
            </a:xfrm>
            <a:custGeom>
              <a:avLst/>
              <a:gdLst/>
              <a:ahLst/>
              <a:cxnLst/>
              <a:rect l="l" t="t" r="r" b="b"/>
              <a:pathLst>
                <a:path w="335914" h="1165225">
                  <a:moveTo>
                    <a:pt x="335749" y="0"/>
                  </a:moveTo>
                  <a:lnTo>
                    <a:pt x="0" y="11648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87923" y="3910583"/>
              <a:ext cx="363220" cy="1165225"/>
            </a:xfrm>
            <a:custGeom>
              <a:avLst/>
              <a:gdLst/>
              <a:ahLst/>
              <a:cxnLst/>
              <a:rect l="l" t="t" r="r" b="b"/>
              <a:pathLst>
                <a:path w="363220" h="1165225">
                  <a:moveTo>
                    <a:pt x="0" y="0"/>
                  </a:moveTo>
                  <a:lnTo>
                    <a:pt x="362902" y="116461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51122" y="3909060"/>
              <a:ext cx="335915" cy="1165225"/>
            </a:xfrm>
            <a:custGeom>
              <a:avLst/>
              <a:gdLst/>
              <a:ahLst/>
              <a:cxnLst/>
              <a:rect l="l" t="t" r="r" b="b"/>
              <a:pathLst>
                <a:path w="335914" h="1165225">
                  <a:moveTo>
                    <a:pt x="335749" y="0"/>
                  </a:moveTo>
                  <a:lnTo>
                    <a:pt x="0" y="11648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90132" y="3921252"/>
              <a:ext cx="363220" cy="1165225"/>
            </a:xfrm>
            <a:custGeom>
              <a:avLst/>
              <a:gdLst/>
              <a:ahLst/>
              <a:cxnLst/>
              <a:rect l="l" t="t" r="r" b="b"/>
              <a:pathLst>
                <a:path w="363220" h="1165225">
                  <a:moveTo>
                    <a:pt x="0" y="0"/>
                  </a:moveTo>
                  <a:lnTo>
                    <a:pt x="362902" y="116461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54853" y="3928872"/>
              <a:ext cx="335915" cy="1165225"/>
            </a:xfrm>
            <a:custGeom>
              <a:avLst/>
              <a:gdLst/>
              <a:ahLst/>
              <a:cxnLst/>
              <a:rect l="l" t="t" r="r" b="b"/>
              <a:pathLst>
                <a:path w="335914" h="1165225">
                  <a:moveTo>
                    <a:pt x="335749" y="0"/>
                  </a:moveTo>
                  <a:lnTo>
                    <a:pt x="0" y="11648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3562" y="3771150"/>
              <a:ext cx="602615" cy="635"/>
            </a:xfrm>
            <a:custGeom>
              <a:avLst/>
              <a:gdLst/>
              <a:ahLst/>
              <a:cxnLst/>
              <a:rect l="l" t="t" r="r" b="b"/>
              <a:pathLst>
                <a:path w="602614" h="635">
                  <a:moveTo>
                    <a:pt x="0" y="0"/>
                  </a:moveTo>
                  <a:lnTo>
                    <a:pt x="602119" y="203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5462" y="3745763"/>
              <a:ext cx="678815" cy="51435"/>
            </a:xfrm>
            <a:custGeom>
              <a:avLst/>
              <a:gdLst/>
              <a:ahLst/>
              <a:cxnLst/>
              <a:rect l="l" t="t" r="r" b="b"/>
              <a:pathLst>
                <a:path w="678814" h="51435">
                  <a:moveTo>
                    <a:pt x="50800" y="0"/>
                  </a:moveTo>
                  <a:lnTo>
                    <a:pt x="0" y="25387"/>
                  </a:lnTo>
                  <a:lnTo>
                    <a:pt x="50787" y="50800"/>
                  </a:lnTo>
                  <a:lnTo>
                    <a:pt x="50800" y="0"/>
                  </a:lnTo>
                  <a:close/>
                </a:path>
                <a:path w="678814" h="51435">
                  <a:moveTo>
                    <a:pt x="678319" y="25615"/>
                  </a:moveTo>
                  <a:lnTo>
                    <a:pt x="627532" y="190"/>
                  </a:lnTo>
                  <a:lnTo>
                    <a:pt x="627507" y="50990"/>
                  </a:lnTo>
                  <a:lnTo>
                    <a:pt x="678319" y="25615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77464" y="2939065"/>
              <a:ext cx="283845" cy="270510"/>
            </a:xfrm>
            <a:custGeom>
              <a:avLst/>
              <a:gdLst/>
              <a:ahLst/>
              <a:cxnLst/>
              <a:rect l="l" t="t" r="r" b="b"/>
              <a:pathLst>
                <a:path w="283845" h="270510">
                  <a:moveTo>
                    <a:pt x="133771" y="0"/>
                  </a:moveTo>
                  <a:lnTo>
                    <a:pt x="208986" y="2185"/>
                  </a:lnTo>
                  <a:lnTo>
                    <a:pt x="260492" y="3878"/>
                  </a:lnTo>
                  <a:lnTo>
                    <a:pt x="283476" y="5048"/>
                  </a:lnTo>
                  <a:lnTo>
                    <a:pt x="278557" y="154757"/>
                  </a:lnTo>
                  <a:lnTo>
                    <a:pt x="242360" y="116067"/>
                  </a:lnTo>
                  <a:lnTo>
                    <a:pt x="0" y="270258"/>
                  </a:lnTo>
                  <a:lnTo>
                    <a:pt x="169968" y="38689"/>
                  </a:lnTo>
                  <a:lnTo>
                    <a:pt x="133771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66899" y="3317409"/>
              <a:ext cx="273050" cy="278130"/>
            </a:xfrm>
            <a:custGeom>
              <a:avLst/>
              <a:gdLst/>
              <a:ahLst/>
              <a:cxnLst/>
              <a:rect l="l" t="t" r="r" b="b"/>
              <a:pathLst>
                <a:path w="273050" h="278129">
                  <a:moveTo>
                    <a:pt x="272871" y="128357"/>
                  </a:moveTo>
                  <a:lnTo>
                    <a:pt x="272186" y="203600"/>
                  </a:lnTo>
                  <a:lnTo>
                    <a:pt x="271520" y="255130"/>
                  </a:lnTo>
                  <a:lnTo>
                    <a:pt x="270808" y="278132"/>
                  </a:lnTo>
                  <a:lnTo>
                    <a:pt x="121031" y="276199"/>
                  </a:lnTo>
                  <a:lnTo>
                    <a:pt x="158991" y="239238"/>
                  </a:lnTo>
                  <a:lnTo>
                    <a:pt x="0" y="0"/>
                  </a:lnTo>
                  <a:lnTo>
                    <a:pt x="234911" y="165318"/>
                  </a:lnTo>
                  <a:lnTo>
                    <a:pt x="272871" y="128357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370619" y="5382472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75418" y="5388415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49254" y="5377671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47423" y="5365555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32446" y="3298973"/>
            <a:ext cx="122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1</a:t>
            </a:r>
            <a:r>
              <a:rPr sz="2400" spc="-10" dirty="0">
                <a:latin typeface="Calibri"/>
                <a:cs typeface="Calibri"/>
              </a:rPr>
              <a:t> channel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46901" y="5359943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80674" y="1980823"/>
            <a:ext cx="946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867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MHz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11344" y="1927885"/>
            <a:ext cx="946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869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MHz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68977" y="2410743"/>
            <a:ext cx="16332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5080" indent="-367665">
              <a:lnSpc>
                <a:spcPct val="125800"/>
              </a:lnSpc>
              <a:spcBef>
                <a:spcPts val="100"/>
              </a:spcBef>
              <a:tabLst>
                <a:tab pos="1619885" algn="l"/>
              </a:tabLst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8</a:t>
            </a:r>
            <a:r>
              <a:rPr sz="2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channels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Uplinks</a:t>
            </a:r>
            <a:endParaRPr sz="2000">
              <a:latin typeface="Calibri"/>
              <a:cs typeface="Calibri"/>
            </a:endParaRPr>
          </a:p>
          <a:p>
            <a:pPr marL="398780">
              <a:lnSpc>
                <a:spcPct val="100000"/>
              </a:lnSpc>
              <a:spcBef>
                <a:spcPts val="1155"/>
              </a:spcBef>
            </a:pPr>
            <a:r>
              <a:rPr sz="2000" spc="-10" dirty="0">
                <a:solidFill>
                  <a:srgbClr val="ED7D31"/>
                </a:solidFill>
                <a:latin typeface="Calibri"/>
                <a:cs typeface="Calibri"/>
              </a:rPr>
              <a:t>Downlinks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589424" y="4388508"/>
            <a:ext cx="273050" cy="278130"/>
          </a:xfrm>
          <a:custGeom>
            <a:avLst/>
            <a:gdLst/>
            <a:ahLst/>
            <a:cxnLst/>
            <a:rect l="l" t="t" r="r" b="b"/>
            <a:pathLst>
              <a:path w="273050" h="278129">
                <a:moveTo>
                  <a:pt x="272871" y="128357"/>
                </a:moveTo>
                <a:lnTo>
                  <a:pt x="272186" y="203600"/>
                </a:lnTo>
                <a:lnTo>
                  <a:pt x="271520" y="255130"/>
                </a:lnTo>
                <a:lnTo>
                  <a:pt x="270808" y="278132"/>
                </a:lnTo>
                <a:lnTo>
                  <a:pt x="121031" y="276199"/>
                </a:lnTo>
                <a:lnTo>
                  <a:pt x="158991" y="239238"/>
                </a:lnTo>
                <a:lnTo>
                  <a:pt x="0" y="0"/>
                </a:lnTo>
                <a:lnTo>
                  <a:pt x="234911" y="165318"/>
                </a:lnTo>
                <a:lnTo>
                  <a:pt x="272871" y="128357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608560" y="3815075"/>
            <a:ext cx="153416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 marR="5080" indent="-369570">
              <a:lnSpc>
                <a:spcPct val="145200"/>
              </a:lnSpc>
              <a:spcBef>
                <a:spcPts val="100"/>
              </a:spcBef>
              <a:tabLst>
                <a:tab pos="1520825" algn="l"/>
              </a:tabLst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1</a:t>
            </a:r>
            <a:r>
              <a:rPr sz="20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channel</a:t>
            </a:r>
            <a:r>
              <a:rPr sz="2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D7D31"/>
                </a:solidFill>
                <a:latin typeface="Calibri"/>
                <a:cs typeface="Calibri"/>
              </a:rPr>
              <a:t>Downlinks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47809" y="1775810"/>
            <a:ext cx="2259330" cy="2037080"/>
            <a:chOff x="9147809" y="1775810"/>
            <a:chExt cx="2259330" cy="2037080"/>
          </a:xfrm>
        </p:grpSpPr>
        <p:sp>
          <p:nvSpPr>
            <p:cNvPr id="40" name="object 40"/>
            <p:cNvSpPr/>
            <p:nvPr/>
          </p:nvSpPr>
          <p:spPr>
            <a:xfrm>
              <a:off x="9326117" y="2373633"/>
              <a:ext cx="2066925" cy="1424940"/>
            </a:xfrm>
            <a:custGeom>
              <a:avLst/>
              <a:gdLst/>
              <a:ahLst/>
              <a:cxnLst/>
              <a:rect l="l" t="t" r="r" b="b"/>
              <a:pathLst>
                <a:path w="2066925" h="1424939">
                  <a:moveTo>
                    <a:pt x="0" y="237489"/>
                  </a:moveTo>
                  <a:lnTo>
                    <a:pt x="4824" y="189626"/>
                  </a:lnTo>
                  <a:lnTo>
                    <a:pt x="18662" y="145046"/>
                  </a:lnTo>
                  <a:lnTo>
                    <a:pt x="40558" y="104705"/>
                  </a:lnTo>
                  <a:lnTo>
                    <a:pt x="69557" y="69557"/>
                  </a:lnTo>
                  <a:lnTo>
                    <a:pt x="104705" y="40558"/>
                  </a:lnTo>
                  <a:lnTo>
                    <a:pt x="145046" y="18662"/>
                  </a:lnTo>
                  <a:lnTo>
                    <a:pt x="189626" y="4824"/>
                  </a:lnTo>
                  <a:lnTo>
                    <a:pt x="237490" y="0"/>
                  </a:lnTo>
                  <a:lnTo>
                    <a:pt x="1829054" y="0"/>
                  </a:lnTo>
                  <a:lnTo>
                    <a:pt x="1876917" y="4824"/>
                  </a:lnTo>
                  <a:lnTo>
                    <a:pt x="1921497" y="18662"/>
                  </a:lnTo>
                  <a:lnTo>
                    <a:pt x="1961838" y="40558"/>
                  </a:lnTo>
                  <a:lnTo>
                    <a:pt x="1996986" y="69557"/>
                  </a:lnTo>
                  <a:lnTo>
                    <a:pt x="2025985" y="104705"/>
                  </a:lnTo>
                  <a:lnTo>
                    <a:pt x="2047881" y="145046"/>
                  </a:lnTo>
                  <a:lnTo>
                    <a:pt x="2061719" y="189626"/>
                  </a:lnTo>
                  <a:lnTo>
                    <a:pt x="2066544" y="237489"/>
                  </a:lnTo>
                  <a:lnTo>
                    <a:pt x="2066544" y="1187437"/>
                  </a:lnTo>
                  <a:lnTo>
                    <a:pt x="2061719" y="1235301"/>
                  </a:lnTo>
                  <a:lnTo>
                    <a:pt x="2047881" y="1279882"/>
                  </a:lnTo>
                  <a:lnTo>
                    <a:pt x="2025985" y="1320225"/>
                  </a:lnTo>
                  <a:lnTo>
                    <a:pt x="1996986" y="1355375"/>
                  </a:lnTo>
                  <a:lnTo>
                    <a:pt x="1961838" y="1384377"/>
                  </a:lnTo>
                  <a:lnTo>
                    <a:pt x="1921497" y="1406275"/>
                  </a:lnTo>
                  <a:lnTo>
                    <a:pt x="1876917" y="1420114"/>
                  </a:lnTo>
                  <a:lnTo>
                    <a:pt x="1829054" y="1424939"/>
                  </a:lnTo>
                  <a:lnTo>
                    <a:pt x="237490" y="1424939"/>
                  </a:lnTo>
                  <a:lnTo>
                    <a:pt x="189626" y="1420114"/>
                  </a:lnTo>
                  <a:lnTo>
                    <a:pt x="145046" y="1406275"/>
                  </a:lnTo>
                  <a:lnTo>
                    <a:pt x="104705" y="1384377"/>
                  </a:lnTo>
                  <a:lnTo>
                    <a:pt x="69557" y="1355375"/>
                  </a:lnTo>
                  <a:lnTo>
                    <a:pt x="40558" y="1320225"/>
                  </a:lnTo>
                  <a:lnTo>
                    <a:pt x="18662" y="1279882"/>
                  </a:lnTo>
                  <a:lnTo>
                    <a:pt x="4824" y="1235301"/>
                  </a:lnTo>
                  <a:lnTo>
                    <a:pt x="0" y="1187437"/>
                  </a:lnTo>
                  <a:lnTo>
                    <a:pt x="0" y="23748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157334" y="1813196"/>
              <a:ext cx="514984" cy="858519"/>
            </a:xfrm>
            <a:custGeom>
              <a:avLst/>
              <a:gdLst/>
              <a:ahLst/>
              <a:cxnLst/>
              <a:rect l="l" t="t" r="r" b="b"/>
              <a:pathLst>
                <a:path w="514984" h="858519">
                  <a:moveTo>
                    <a:pt x="333375" y="858507"/>
                  </a:moveTo>
                  <a:lnTo>
                    <a:pt x="294984" y="854780"/>
                  </a:lnTo>
                  <a:lnTo>
                    <a:pt x="257049" y="843990"/>
                  </a:lnTo>
                  <a:lnTo>
                    <a:pt x="220024" y="826727"/>
                  </a:lnTo>
                  <a:lnTo>
                    <a:pt x="184365" y="803579"/>
                  </a:lnTo>
                  <a:lnTo>
                    <a:pt x="150527" y="775135"/>
                  </a:lnTo>
                  <a:lnTo>
                    <a:pt x="118964" y="741983"/>
                  </a:lnTo>
                  <a:lnTo>
                    <a:pt x="90134" y="704711"/>
                  </a:lnTo>
                  <a:lnTo>
                    <a:pt x="64489" y="663908"/>
                  </a:lnTo>
                  <a:lnTo>
                    <a:pt x="42487" y="620164"/>
                  </a:lnTo>
                  <a:lnTo>
                    <a:pt x="24582" y="574065"/>
                  </a:lnTo>
                  <a:lnTo>
                    <a:pt x="11228" y="526201"/>
                  </a:lnTo>
                  <a:lnTo>
                    <a:pt x="2883" y="477161"/>
                  </a:lnTo>
                  <a:lnTo>
                    <a:pt x="0" y="427532"/>
                  </a:lnTo>
                  <a:lnTo>
                    <a:pt x="3239" y="387675"/>
                  </a:lnTo>
                  <a:lnTo>
                    <a:pt x="12687" y="348121"/>
                  </a:lnTo>
                  <a:lnTo>
                    <a:pt x="27933" y="309176"/>
                  </a:lnTo>
                  <a:lnTo>
                    <a:pt x="48570" y="271143"/>
                  </a:lnTo>
                  <a:lnTo>
                    <a:pt x="74189" y="234327"/>
                  </a:lnTo>
                  <a:lnTo>
                    <a:pt x="104382" y="199031"/>
                  </a:lnTo>
                  <a:lnTo>
                    <a:pt x="138741" y="165561"/>
                  </a:lnTo>
                  <a:lnTo>
                    <a:pt x="176856" y="134220"/>
                  </a:lnTo>
                  <a:lnTo>
                    <a:pt x="218320" y="105312"/>
                  </a:lnTo>
                  <a:lnTo>
                    <a:pt x="262724" y="79142"/>
                  </a:lnTo>
                  <a:lnTo>
                    <a:pt x="309660" y="56014"/>
                  </a:lnTo>
                  <a:lnTo>
                    <a:pt x="358719" y="36231"/>
                  </a:lnTo>
                  <a:lnTo>
                    <a:pt x="409493" y="20098"/>
                  </a:lnTo>
                  <a:lnTo>
                    <a:pt x="461574" y="7920"/>
                  </a:lnTo>
                  <a:lnTo>
                    <a:pt x="514553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57867" y="1775810"/>
              <a:ext cx="78740" cy="76200"/>
            </a:xfrm>
            <a:custGeom>
              <a:avLst/>
              <a:gdLst/>
              <a:ahLst/>
              <a:cxnLst/>
              <a:rect l="l" t="t" r="r" b="b"/>
              <a:pathLst>
                <a:path w="78740" h="76200">
                  <a:moveTo>
                    <a:pt x="0" y="0"/>
                  </a:moveTo>
                  <a:lnTo>
                    <a:pt x="4102" y="76085"/>
                  </a:lnTo>
                  <a:lnTo>
                    <a:pt x="78143" y="33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814263" y="1626698"/>
            <a:ext cx="11195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Spread</a:t>
            </a:r>
            <a:r>
              <a:rPr spc="-80" dirty="0"/>
              <a:t> </a:t>
            </a:r>
            <a:r>
              <a:rPr spc="-10" dirty="0"/>
              <a:t>Spectrum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57197" y="2369692"/>
            <a:ext cx="7559675" cy="2738120"/>
            <a:chOff x="1957197" y="2369692"/>
            <a:chExt cx="7559675" cy="2738120"/>
          </a:xfrm>
        </p:grpSpPr>
        <p:sp>
          <p:nvSpPr>
            <p:cNvPr id="4" name="object 4"/>
            <p:cNvSpPr/>
            <p:nvPr/>
          </p:nvSpPr>
          <p:spPr>
            <a:xfrm>
              <a:off x="1966722" y="5069592"/>
              <a:ext cx="7486650" cy="1270"/>
            </a:xfrm>
            <a:custGeom>
              <a:avLst/>
              <a:gdLst/>
              <a:ahLst/>
              <a:cxnLst/>
              <a:rect l="l" t="t" r="r" b="b"/>
              <a:pathLst>
                <a:path w="7486650" h="1270">
                  <a:moveTo>
                    <a:pt x="0" y="888"/>
                  </a:moveTo>
                  <a:lnTo>
                    <a:pt x="7486383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40403" y="503149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2" y="76199"/>
                  </a:lnTo>
                  <a:lnTo>
                    <a:pt x="76212" y="38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37510" y="2838449"/>
              <a:ext cx="5280660" cy="0"/>
            </a:xfrm>
            <a:custGeom>
              <a:avLst/>
              <a:gdLst/>
              <a:ahLst/>
              <a:cxnLst/>
              <a:rect l="l" t="t" r="r" b="b"/>
              <a:pathLst>
                <a:path w="5280659">
                  <a:moveTo>
                    <a:pt x="0" y="0"/>
                  </a:moveTo>
                  <a:lnTo>
                    <a:pt x="5280126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99410" y="2813049"/>
              <a:ext cx="5356860" cy="50800"/>
            </a:xfrm>
            <a:custGeom>
              <a:avLst/>
              <a:gdLst/>
              <a:ahLst/>
              <a:cxnLst/>
              <a:rect l="l" t="t" r="r" b="b"/>
              <a:pathLst>
                <a:path w="5356859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5356859" h="50800">
                  <a:moveTo>
                    <a:pt x="5356326" y="25400"/>
                  </a:moveTo>
                  <a:lnTo>
                    <a:pt x="5305526" y="0"/>
                  </a:lnTo>
                  <a:lnTo>
                    <a:pt x="5305526" y="50800"/>
                  </a:lnTo>
                  <a:lnTo>
                    <a:pt x="5356326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8647" y="2372867"/>
              <a:ext cx="0" cy="2695575"/>
            </a:xfrm>
            <a:custGeom>
              <a:avLst/>
              <a:gdLst/>
              <a:ahLst/>
              <a:cxnLst/>
              <a:rect l="l" t="t" r="r" b="b"/>
              <a:pathLst>
                <a:path h="2695575">
                  <a:moveTo>
                    <a:pt x="0" y="0"/>
                  </a:moveTo>
                  <a:lnTo>
                    <a:pt x="0" y="2695486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47887" y="2372867"/>
              <a:ext cx="0" cy="2721610"/>
            </a:xfrm>
            <a:custGeom>
              <a:avLst/>
              <a:gdLst/>
              <a:ahLst/>
              <a:cxnLst/>
              <a:rect l="l" t="t" r="r" b="b"/>
              <a:pathLst>
                <a:path h="2721610">
                  <a:moveTo>
                    <a:pt x="0" y="0"/>
                  </a:moveTo>
                  <a:lnTo>
                    <a:pt x="0" y="272161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98248" y="5168760"/>
            <a:ext cx="132080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latin typeface="Calibri"/>
                <a:cs typeface="Calibri"/>
              </a:rPr>
              <a:t>Frequency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Mhz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4788" y="2456209"/>
            <a:ext cx="179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868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Mhz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band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90189" y="3745753"/>
            <a:ext cx="706120" cy="1351280"/>
            <a:chOff x="3290189" y="3745753"/>
            <a:chExt cx="706120" cy="1351280"/>
          </a:xfrm>
        </p:grpSpPr>
        <p:sp>
          <p:nvSpPr>
            <p:cNvPr id="13" name="object 13"/>
            <p:cNvSpPr/>
            <p:nvPr/>
          </p:nvSpPr>
          <p:spPr>
            <a:xfrm>
              <a:off x="3294888" y="3768851"/>
              <a:ext cx="0" cy="1324610"/>
            </a:xfrm>
            <a:custGeom>
              <a:avLst/>
              <a:gdLst/>
              <a:ahLst/>
              <a:cxnLst/>
              <a:rect l="l" t="t" r="r" b="b"/>
              <a:pathLst>
                <a:path h="1324610">
                  <a:moveTo>
                    <a:pt x="0" y="0"/>
                  </a:moveTo>
                  <a:lnTo>
                    <a:pt x="0" y="132425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92880" y="3770375"/>
              <a:ext cx="0" cy="1323340"/>
            </a:xfrm>
            <a:custGeom>
              <a:avLst/>
              <a:gdLst/>
              <a:ahLst/>
              <a:cxnLst/>
              <a:rect l="l" t="t" r="r" b="b"/>
              <a:pathLst>
                <a:path h="1323339">
                  <a:moveTo>
                    <a:pt x="0" y="0"/>
                  </a:moveTo>
                  <a:lnTo>
                    <a:pt x="0" y="132312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3562" y="3771150"/>
              <a:ext cx="602615" cy="635"/>
            </a:xfrm>
            <a:custGeom>
              <a:avLst/>
              <a:gdLst/>
              <a:ahLst/>
              <a:cxnLst/>
              <a:rect l="l" t="t" r="r" b="b"/>
              <a:pathLst>
                <a:path w="602614" h="635">
                  <a:moveTo>
                    <a:pt x="0" y="0"/>
                  </a:moveTo>
                  <a:lnTo>
                    <a:pt x="602119" y="203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15462" y="3745763"/>
              <a:ext cx="678815" cy="51435"/>
            </a:xfrm>
            <a:custGeom>
              <a:avLst/>
              <a:gdLst/>
              <a:ahLst/>
              <a:cxnLst/>
              <a:rect l="l" t="t" r="r" b="b"/>
              <a:pathLst>
                <a:path w="678814" h="51435">
                  <a:moveTo>
                    <a:pt x="50800" y="0"/>
                  </a:moveTo>
                  <a:lnTo>
                    <a:pt x="0" y="25387"/>
                  </a:lnTo>
                  <a:lnTo>
                    <a:pt x="50787" y="50800"/>
                  </a:lnTo>
                  <a:lnTo>
                    <a:pt x="50800" y="0"/>
                  </a:lnTo>
                  <a:close/>
                </a:path>
                <a:path w="678814" h="51435">
                  <a:moveTo>
                    <a:pt x="678319" y="25615"/>
                  </a:moveTo>
                  <a:lnTo>
                    <a:pt x="627532" y="190"/>
                  </a:lnTo>
                  <a:lnTo>
                    <a:pt x="627507" y="50990"/>
                  </a:lnTo>
                  <a:lnTo>
                    <a:pt x="678319" y="25615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3364" y="4824983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0" y="0"/>
                  </a:moveTo>
                  <a:lnTo>
                    <a:pt x="699515" y="0"/>
                  </a:lnTo>
                  <a:lnTo>
                    <a:pt x="699515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32446" y="3298973"/>
            <a:ext cx="122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1</a:t>
            </a:r>
            <a:r>
              <a:rPr sz="2400" spc="-10" dirty="0">
                <a:latin typeface="Calibri"/>
                <a:cs typeface="Calibri"/>
              </a:rPr>
              <a:t> channel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93364" y="4824984"/>
            <a:ext cx="699770" cy="230504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190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5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1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93364" y="4594859"/>
            <a:ext cx="699770" cy="230504"/>
          </a:xfrm>
          <a:custGeom>
            <a:avLst/>
            <a:gdLst/>
            <a:ahLst/>
            <a:cxnLst/>
            <a:rect l="l" t="t" r="r" b="b"/>
            <a:pathLst>
              <a:path w="699770" h="230504">
                <a:moveTo>
                  <a:pt x="0" y="0"/>
                </a:moveTo>
                <a:lnTo>
                  <a:pt x="699515" y="0"/>
                </a:lnTo>
                <a:lnTo>
                  <a:pt x="699515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93364" y="4594859"/>
            <a:ext cx="699770" cy="23050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25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2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93364" y="4364735"/>
            <a:ext cx="699770" cy="230504"/>
          </a:xfrm>
          <a:custGeom>
            <a:avLst/>
            <a:gdLst/>
            <a:ahLst/>
            <a:cxnLst/>
            <a:rect l="l" t="t" r="r" b="b"/>
            <a:pathLst>
              <a:path w="699770" h="230504">
                <a:moveTo>
                  <a:pt x="0" y="0"/>
                </a:moveTo>
                <a:lnTo>
                  <a:pt x="699515" y="0"/>
                </a:lnTo>
                <a:lnTo>
                  <a:pt x="699515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93364" y="4364735"/>
            <a:ext cx="699770" cy="230504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25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3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93364" y="4136135"/>
            <a:ext cx="699770" cy="228600"/>
          </a:xfrm>
          <a:custGeom>
            <a:avLst/>
            <a:gdLst/>
            <a:ahLst/>
            <a:cxnLst/>
            <a:rect l="l" t="t" r="r" b="b"/>
            <a:pathLst>
              <a:path w="699770" h="228600">
                <a:moveTo>
                  <a:pt x="0" y="0"/>
                </a:moveTo>
                <a:lnTo>
                  <a:pt x="699515" y="0"/>
                </a:lnTo>
                <a:lnTo>
                  <a:pt x="69951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98063" y="4124341"/>
            <a:ext cx="6921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4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70619" y="5382472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37318" y="5388415"/>
            <a:ext cx="3304540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24255" algn="l"/>
                <a:tab pos="1922145" algn="l"/>
                <a:tab pos="3021965" algn="l"/>
              </a:tabLst>
            </a:pPr>
            <a:r>
              <a:rPr sz="1800" spc="-10" dirty="0">
                <a:latin typeface="Calibri"/>
                <a:cs typeface="Calibri"/>
              </a:rPr>
              <a:t>867.3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0" baseline="3086" dirty="0">
                <a:latin typeface="Calibri"/>
                <a:cs typeface="Calibri"/>
              </a:rPr>
              <a:t>867.5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2700" spc="-30" baseline="6172" dirty="0">
                <a:latin typeface="Calibri"/>
                <a:cs typeface="Calibri"/>
              </a:rPr>
              <a:t>867.7</a:t>
            </a:r>
            <a:r>
              <a:rPr sz="2700" baseline="6172" dirty="0">
                <a:latin typeface="Calibri"/>
                <a:cs typeface="Calibri"/>
              </a:rPr>
              <a:t>	</a:t>
            </a:r>
            <a:r>
              <a:rPr sz="2700" spc="-75" baseline="6172" dirty="0">
                <a:latin typeface="Calibri"/>
                <a:cs typeface="Calibri"/>
              </a:rPr>
              <a:t>…</a:t>
            </a:r>
            <a:endParaRPr sz="2700" baseline="6172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>
              <a:latin typeface="Calibri"/>
              <a:cs typeface="Calibri"/>
            </a:endParaRPr>
          </a:p>
          <a:p>
            <a:pPr marL="154305">
              <a:lnSpc>
                <a:spcPct val="100000"/>
              </a:lnSpc>
              <a:tabLst>
                <a:tab pos="492759" algn="l"/>
              </a:tabLst>
            </a:pP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channels</a:t>
            </a:r>
            <a:r>
              <a:rPr sz="2000" spc="4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spc="4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48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47388" y="4824984"/>
            <a:ext cx="688975" cy="230504"/>
          </a:xfrm>
          <a:custGeom>
            <a:avLst/>
            <a:gdLst/>
            <a:ahLst/>
            <a:cxnLst/>
            <a:rect l="l" t="t" r="r" b="b"/>
            <a:pathLst>
              <a:path w="688975" h="230504">
                <a:moveTo>
                  <a:pt x="0" y="0"/>
                </a:moveTo>
                <a:lnTo>
                  <a:pt x="688848" y="0"/>
                </a:lnTo>
                <a:lnTo>
                  <a:pt x="688848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247388" y="4824984"/>
            <a:ext cx="688975" cy="230504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254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6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47388" y="4594859"/>
            <a:ext cx="688975" cy="230504"/>
          </a:xfrm>
          <a:custGeom>
            <a:avLst/>
            <a:gdLst/>
            <a:ahLst/>
            <a:cxnLst/>
            <a:rect l="l" t="t" r="r" b="b"/>
            <a:pathLst>
              <a:path w="688975" h="230504">
                <a:moveTo>
                  <a:pt x="0" y="0"/>
                </a:moveTo>
                <a:lnTo>
                  <a:pt x="688848" y="0"/>
                </a:lnTo>
                <a:lnTo>
                  <a:pt x="688848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247388" y="4594859"/>
            <a:ext cx="688975" cy="23050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254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7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051803" y="4834128"/>
            <a:ext cx="690880" cy="230504"/>
          </a:xfrm>
          <a:custGeom>
            <a:avLst/>
            <a:gdLst/>
            <a:ahLst/>
            <a:cxnLst/>
            <a:rect l="l" t="t" r="r" b="b"/>
            <a:pathLst>
              <a:path w="690879" h="230504">
                <a:moveTo>
                  <a:pt x="0" y="0"/>
                </a:moveTo>
                <a:lnTo>
                  <a:pt x="690372" y="0"/>
                </a:lnTo>
                <a:lnTo>
                  <a:pt x="690372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051803" y="4834128"/>
            <a:ext cx="690880" cy="230504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254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8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51803" y="4605528"/>
            <a:ext cx="690880" cy="230504"/>
          </a:xfrm>
          <a:custGeom>
            <a:avLst/>
            <a:gdLst/>
            <a:ahLst/>
            <a:cxnLst/>
            <a:rect l="l" t="t" r="r" b="b"/>
            <a:pathLst>
              <a:path w="690879" h="230504">
                <a:moveTo>
                  <a:pt x="0" y="0"/>
                </a:moveTo>
                <a:lnTo>
                  <a:pt x="690372" y="0"/>
                </a:lnTo>
                <a:lnTo>
                  <a:pt x="690372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051803" y="4605528"/>
            <a:ext cx="690880" cy="23050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27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400" b="1" spc="-50" dirty="0">
                <a:latin typeface="Segoe UI"/>
                <a:cs typeface="Segoe UI"/>
              </a:rPr>
              <a:t>9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51803" y="4375403"/>
            <a:ext cx="690880" cy="230504"/>
          </a:xfrm>
          <a:custGeom>
            <a:avLst/>
            <a:gdLst/>
            <a:ahLst/>
            <a:cxnLst/>
            <a:rect l="l" t="t" r="r" b="b"/>
            <a:pathLst>
              <a:path w="690879" h="230504">
                <a:moveTo>
                  <a:pt x="0" y="0"/>
                </a:moveTo>
                <a:lnTo>
                  <a:pt x="690372" y="0"/>
                </a:lnTo>
                <a:lnTo>
                  <a:pt x="690372" y="230124"/>
                </a:lnTo>
                <a:lnTo>
                  <a:pt x="0" y="23012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051803" y="4375403"/>
            <a:ext cx="690880" cy="230504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127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Segoe UI"/>
                <a:cs typeface="Segoe UI"/>
              </a:rPr>
              <a:t>DEV</a:t>
            </a:r>
            <a:r>
              <a:rPr sz="1400" b="1" spc="-25" dirty="0">
                <a:latin typeface="Segoe UI"/>
                <a:cs typeface="Segoe UI"/>
              </a:rPr>
              <a:t> 10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0462" y="1982142"/>
            <a:ext cx="671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Colors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8220" y="2375789"/>
            <a:ext cx="1553210" cy="2257425"/>
            <a:chOff x="498220" y="2375789"/>
            <a:chExt cx="1553210" cy="2257425"/>
          </a:xfrm>
        </p:grpSpPr>
        <p:sp>
          <p:nvSpPr>
            <p:cNvPr id="40" name="object 40"/>
            <p:cNvSpPr/>
            <p:nvPr/>
          </p:nvSpPr>
          <p:spPr>
            <a:xfrm>
              <a:off x="1347215" y="2378964"/>
              <a:ext cx="701040" cy="230504"/>
            </a:xfrm>
            <a:custGeom>
              <a:avLst/>
              <a:gdLst/>
              <a:ahLst/>
              <a:cxnLst/>
              <a:rect l="l" t="t" r="r" b="b"/>
              <a:pathLst>
                <a:path w="701039" h="230505">
                  <a:moveTo>
                    <a:pt x="701040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701040" y="230124"/>
                  </a:lnTo>
                  <a:lnTo>
                    <a:pt x="70104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47215" y="2378964"/>
              <a:ext cx="701040" cy="230504"/>
            </a:xfrm>
            <a:custGeom>
              <a:avLst/>
              <a:gdLst/>
              <a:ahLst/>
              <a:cxnLst/>
              <a:rect l="l" t="t" r="r" b="b"/>
              <a:pathLst>
                <a:path w="701039" h="230505">
                  <a:moveTo>
                    <a:pt x="0" y="0"/>
                  </a:moveTo>
                  <a:lnTo>
                    <a:pt x="701040" y="0"/>
                  </a:lnTo>
                  <a:lnTo>
                    <a:pt x="701040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7072" y="2522220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69" h="230505">
                  <a:moveTo>
                    <a:pt x="69951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9516" y="230124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7072" y="2522220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69" h="230505">
                  <a:moveTo>
                    <a:pt x="0" y="0"/>
                  </a:moveTo>
                  <a:lnTo>
                    <a:pt x="699516" y="0"/>
                  </a:lnTo>
                  <a:lnTo>
                    <a:pt x="699516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1395" y="2415540"/>
              <a:ext cx="699770" cy="228600"/>
            </a:xfrm>
            <a:custGeom>
              <a:avLst/>
              <a:gdLst/>
              <a:ahLst/>
              <a:cxnLst/>
              <a:rect l="l" t="t" r="r" b="b"/>
              <a:pathLst>
                <a:path w="699769" h="228600">
                  <a:moveTo>
                    <a:pt x="69951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699516" y="228600"/>
                  </a:lnTo>
                  <a:lnTo>
                    <a:pt x="699516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1395" y="2415540"/>
              <a:ext cx="699770" cy="228600"/>
            </a:xfrm>
            <a:custGeom>
              <a:avLst/>
              <a:gdLst/>
              <a:ahLst/>
              <a:cxnLst/>
              <a:rect l="l" t="t" r="r" b="b"/>
              <a:pathLst>
                <a:path w="699769" h="228600">
                  <a:moveTo>
                    <a:pt x="0" y="0"/>
                  </a:moveTo>
                  <a:lnTo>
                    <a:pt x="699516" y="0"/>
                  </a:lnTo>
                  <a:lnTo>
                    <a:pt x="699516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12253" y="3033699"/>
              <a:ext cx="438150" cy="1599565"/>
            </a:xfrm>
            <a:custGeom>
              <a:avLst/>
              <a:gdLst/>
              <a:ahLst/>
              <a:cxnLst/>
              <a:rect l="l" t="t" r="r" b="b"/>
              <a:pathLst>
                <a:path w="438150" h="1599564">
                  <a:moveTo>
                    <a:pt x="286778" y="1501724"/>
                  </a:moveTo>
                  <a:lnTo>
                    <a:pt x="238010" y="1501724"/>
                  </a:lnTo>
                  <a:lnTo>
                    <a:pt x="238010" y="1286840"/>
                  </a:lnTo>
                  <a:lnTo>
                    <a:pt x="140474" y="1286840"/>
                  </a:lnTo>
                  <a:lnTo>
                    <a:pt x="140474" y="1501724"/>
                  </a:lnTo>
                  <a:lnTo>
                    <a:pt x="91706" y="1501724"/>
                  </a:lnTo>
                  <a:lnTo>
                    <a:pt x="189242" y="1599260"/>
                  </a:lnTo>
                  <a:lnTo>
                    <a:pt x="286778" y="1501724"/>
                  </a:lnTo>
                  <a:close/>
                </a:path>
                <a:path w="438150" h="1599564">
                  <a:moveTo>
                    <a:pt x="437908" y="170192"/>
                  </a:moveTo>
                  <a:lnTo>
                    <a:pt x="0" y="170192"/>
                  </a:lnTo>
                  <a:lnTo>
                    <a:pt x="0" y="270916"/>
                  </a:lnTo>
                  <a:lnTo>
                    <a:pt x="437908" y="270916"/>
                  </a:lnTo>
                  <a:lnTo>
                    <a:pt x="437908" y="170192"/>
                  </a:lnTo>
                  <a:close/>
                </a:path>
                <a:path w="438150" h="1599564">
                  <a:moveTo>
                    <a:pt x="437908" y="0"/>
                  </a:moveTo>
                  <a:lnTo>
                    <a:pt x="0" y="0"/>
                  </a:lnTo>
                  <a:lnTo>
                    <a:pt x="0" y="100723"/>
                  </a:lnTo>
                  <a:lnTo>
                    <a:pt x="437908" y="100723"/>
                  </a:lnTo>
                  <a:lnTo>
                    <a:pt x="4379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72965" y="3500805"/>
            <a:ext cx="1057910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4470" marR="5080" indent="-192405">
              <a:lnSpc>
                <a:spcPct val="100499"/>
              </a:lnSpc>
              <a:spcBef>
                <a:spcPts val="90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Spreading Factor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52227" y="6101713"/>
            <a:ext cx="977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52444" y="5733288"/>
            <a:ext cx="196850" cy="312420"/>
          </a:xfrm>
          <a:custGeom>
            <a:avLst/>
            <a:gdLst/>
            <a:ahLst/>
            <a:cxnLst/>
            <a:rect l="l" t="t" r="r" b="b"/>
            <a:pathLst>
              <a:path w="196850" h="312420">
                <a:moveTo>
                  <a:pt x="147447" y="0"/>
                </a:moveTo>
                <a:lnTo>
                  <a:pt x="49149" y="0"/>
                </a:lnTo>
                <a:lnTo>
                  <a:pt x="49149" y="214122"/>
                </a:lnTo>
                <a:lnTo>
                  <a:pt x="0" y="214122"/>
                </a:lnTo>
                <a:lnTo>
                  <a:pt x="98298" y="312420"/>
                </a:lnTo>
                <a:lnTo>
                  <a:pt x="196596" y="214122"/>
                </a:lnTo>
                <a:lnTo>
                  <a:pt x="147447" y="214122"/>
                </a:lnTo>
                <a:lnTo>
                  <a:pt x="1474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07770" y="4690925"/>
            <a:ext cx="4464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Time</a:t>
            </a:r>
            <a:r>
              <a:rPr spc="-50" dirty="0"/>
              <a:t> </a:t>
            </a:r>
            <a:r>
              <a:rPr dirty="0"/>
              <a:t>Division</a:t>
            </a:r>
            <a:r>
              <a:rPr spc="-65" dirty="0"/>
              <a:t> </a:t>
            </a:r>
            <a:r>
              <a:rPr spc="-10" dirty="0"/>
              <a:t>Multiplexing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57197" y="2372867"/>
            <a:ext cx="7559675" cy="2734945"/>
            <a:chOff x="1957197" y="2372867"/>
            <a:chExt cx="7559675" cy="2734945"/>
          </a:xfrm>
        </p:grpSpPr>
        <p:sp>
          <p:nvSpPr>
            <p:cNvPr id="4" name="object 4"/>
            <p:cNvSpPr/>
            <p:nvPr/>
          </p:nvSpPr>
          <p:spPr>
            <a:xfrm>
              <a:off x="1966722" y="5069592"/>
              <a:ext cx="7486650" cy="1270"/>
            </a:xfrm>
            <a:custGeom>
              <a:avLst/>
              <a:gdLst/>
              <a:ahLst/>
              <a:cxnLst/>
              <a:rect l="l" t="t" r="r" b="b"/>
              <a:pathLst>
                <a:path w="7486650" h="1270">
                  <a:moveTo>
                    <a:pt x="0" y="888"/>
                  </a:moveTo>
                  <a:lnTo>
                    <a:pt x="7486383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40403" y="5031498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12" y="76199"/>
                  </a:lnTo>
                  <a:lnTo>
                    <a:pt x="76212" y="38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37510" y="2838449"/>
              <a:ext cx="5280660" cy="0"/>
            </a:xfrm>
            <a:custGeom>
              <a:avLst/>
              <a:gdLst/>
              <a:ahLst/>
              <a:cxnLst/>
              <a:rect l="l" t="t" r="r" b="b"/>
              <a:pathLst>
                <a:path w="5280659">
                  <a:moveTo>
                    <a:pt x="0" y="0"/>
                  </a:moveTo>
                  <a:lnTo>
                    <a:pt x="5280126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99410" y="2813049"/>
              <a:ext cx="5356860" cy="50800"/>
            </a:xfrm>
            <a:custGeom>
              <a:avLst/>
              <a:gdLst/>
              <a:ahLst/>
              <a:cxnLst/>
              <a:rect l="l" t="t" r="r" b="b"/>
              <a:pathLst>
                <a:path w="5356859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5356859" h="50800">
                  <a:moveTo>
                    <a:pt x="5356326" y="25400"/>
                  </a:moveTo>
                  <a:lnTo>
                    <a:pt x="5305526" y="0"/>
                  </a:lnTo>
                  <a:lnTo>
                    <a:pt x="5305526" y="50800"/>
                  </a:lnTo>
                  <a:lnTo>
                    <a:pt x="5356326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8647" y="2372867"/>
              <a:ext cx="0" cy="2695575"/>
            </a:xfrm>
            <a:custGeom>
              <a:avLst/>
              <a:gdLst/>
              <a:ahLst/>
              <a:cxnLst/>
              <a:rect l="l" t="t" r="r" b="b"/>
              <a:pathLst>
                <a:path h="2695575">
                  <a:moveTo>
                    <a:pt x="0" y="0"/>
                  </a:moveTo>
                  <a:lnTo>
                    <a:pt x="0" y="2695486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47887" y="2372867"/>
              <a:ext cx="0" cy="2721610"/>
            </a:xfrm>
            <a:custGeom>
              <a:avLst/>
              <a:gdLst/>
              <a:ahLst/>
              <a:cxnLst/>
              <a:rect l="l" t="t" r="r" b="b"/>
              <a:pathLst>
                <a:path h="2721610">
                  <a:moveTo>
                    <a:pt x="0" y="0"/>
                  </a:moveTo>
                  <a:lnTo>
                    <a:pt x="0" y="272161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98248" y="5168760"/>
            <a:ext cx="132080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latin typeface="Calibri"/>
                <a:cs typeface="Calibri"/>
              </a:rPr>
              <a:t>Frequency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Mhz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4788" y="2456209"/>
            <a:ext cx="179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868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Mhz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band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90189" y="3745753"/>
            <a:ext cx="706120" cy="1348105"/>
            <a:chOff x="3290189" y="3745753"/>
            <a:chExt cx="706120" cy="1348105"/>
          </a:xfrm>
        </p:grpSpPr>
        <p:sp>
          <p:nvSpPr>
            <p:cNvPr id="13" name="object 13"/>
            <p:cNvSpPr/>
            <p:nvPr/>
          </p:nvSpPr>
          <p:spPr>
            <a:xfrm>
              <a:off x="3294888" y="3768851"/>
              <a:ext cx="0" cy="1324610"/>
            </a:xfrm>
            <a:custGeom>
              <a:avLst/>
              <a:gdLst/>
              <a:ahLst/>
              <a:cxnLst/>
              <a:rect l="l" t="t" r="r" b="b"/>
              <a:pathLst>
                <a:path h="1324610">
                  <a:moveTo>
                    <a:pt x="0" y="0"/>
                  </a:moveTo>
                  <a:lnTo>
                    <a:pt x="0" y="132425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92880" y="3770375"/>
              <a:ext cx="0" cy="1323340"/>
            </a:xfrm>
            <a:custGeom>
              <a:avLst/>
              <a:gdLst/>
              <a:ahLst/>
              <a:cxnLst/>
              <a:rect l="l" t="t" r="r" b="b"/>
              <a:pathLst>
                <a:path h="1323339">
                  <a:moveTo>
                    <a:pt x="0" y="0"/>
                  </a:moveTo>
                  <a:lnTo>
                    <a:pt x="0" y="1323124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3562" y="3771150"/>
              <a:ext cx="602615" cy="635"/>
            </a:xfrm>
            <a:custGeom>
              <a:avLst/>
              <a:gdLst/>
              <a:ahLst/>
              <a:cxnLst/>
              <a:rect l="l" t="t" r="r" b="b"/>
              <a:pathLst>
                <a:path w="602614" h="635">
                  <a:moveTo>
                    <a:pt x="0" y="0"/>
                  </a:moveTo>
                  <a:lnTo>
                    <a:pt x="602119" y="203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15462" y="3745763"/>
              <a:ext cx="678815" cy="51435"/>
            </a:xfrm>
            <a:custGeom>
              <a:avLst/>
              <a:gdLst/>
              <a:ahLst/>
              <a:cxnLst/>
              <a:rect l="l" t="t" r="r" b="b"/>
              <a:pathLst>
                <a:path w="678814" h="51435">
                  <a:moveTo>
                    <a:pt x="50800" y="0"/>
                  </a:moveTo>
                  <a:lnTo>
                    <a:pt x="0" y="25387"/>
                  </a:lnTo>
                  <a:lnTo>
                    <a:pt x="50787" y="50800"/>
                  </a:lnTo>
                  <a:lnTo>
                    <a:pt x="50800" y="0"/>
                  </a:lnTo>
                  <a:close/>
                </a:path>
                <a:path w="678814" h="51435">
                  <a:moveTo>
                    <a:pt x="678319" y="25615"/>
                  </a:moveTo>
                  <a:lnTo>
                    <a:pt x="627532" y="190"/>
                  </a:lnTo>
                  <a:lnTo>
                    <a:pt x="627507" y="50990"/>
                  </a:lnTo>
                  <a:lnTo>
                    <a:pt x="678319" y="25615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3364" y="4824983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699515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9515" y="230124"/>
                  </a:lnTo>
                  <a:lnTo>
                    <a:pt x="699515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93364" y="4824983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0" y="0"/>
                  </a:moveTo>
                  <a:lnTo>
                    <a:pt x="699515" y="0"/>
                  </a:lnTo>
                  <a:lnTo>
                    <a:pt x="699515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93364" y="4594859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699515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9515" y="230124"/>
                  </a:lnTo>
                  <a:lnTo>
                    <a:pt x="69951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93364" y="4594859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0" y="0"/>
                  </a:moveTo>
                  <a:lnTo>
                    <a:pt x="699515" y="0"/>
                  </a:lnTo>
                  <a:lnTo>
                    <a:pt x="699515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93364" y="4364735"/>
              <a:ext cx="699770" cy="230504"/>
            </a:xfrm>
            <a:custGeom>
              <a:avLst/>
              <a:gdLst/>
              <a:ahLst/>
              <a:cxnLst/>
              <a:rect l="l" t="t" r="r" b="b"/>
              <a:pathLst>
                <a:path w="699770" h="230504">
                  <a:moveTo>
                    <a:pt x="699515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9515" y="230124"/>
                  </a:lnTo>
                  <a:lnTo>
                    <a:pt x="69951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93364" y="4136135"/>
              <a:ext cx="699770" cy="459105"/>
            </a:xfrm>
            <a:custGeom>
              <a:avLst/>
              <a:gdLst/>
              <a:ahLst/>
              <a:cxnLst/>
              <a:rect l="l" t="t" r="r" b="b"/>
              <a:pathLst>
                <a:path w="699770" h="459104">
                  <a:moveTo>
                    <a:pt x="0" y="228600"/>
                  </a:moveTo>
                  <a:lnTo>
                    <a:pt x="699515" y="228600"/>
                  </a:lnTo>
                  <a:lnTo>
                    <a:pt x="699515" y="458724"/>
                  </a:lnTo>
                  <a:lnTo>
                    <a:pt x="0" y="458724"/>
                  </a:lnTo>
                  <a:lnTo>
                    <a:pt x="0" y="228600"/>
                  </a:lnTo>
                  <a:close/>
                </a:path>
                <a:path w="699770" h="459104">
                  <a:moveTo>
                    <a:pt x="0" y="0"/>
                  </a:moveTo>
                  <a:lnTo>
                    <a:pt x="699515" y="0"/>
                  </a:lnTo>
                  <a:lnTo>
                    <a:pt x="699515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048628" y="4372228"/>
            <a:ext cx="697230" cy="695325"/>
            <a:chOff x="6048628" y="4372228"/>
            <a:chExt cx="697230" cy="695325"/>
          </a:xfrm>
        </p:grpSpPr>
        <p:sp>
          <p:nvSpPr>
            <p:cNvPr id="24" name="object 24"/>
            <p:cNvSpPr/>
            <p:nvPr/>
          </p:nvSpPr>
          <p:spPr>
            <a:xfrm>
              <a:off x="6051803" y="4834127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690372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0372" y="230124"/>
                  </a:lnTo>
                  <a:lnTo>
                    <a:pt x="690372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51803" y="4834127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0" y="0"/>
                  </a:moveTo>
                  <a:lnTo>
                    <a:pt x="690372" y="0"/>
                  </a:lnTo>
                  <a:lnTo>
                    <a:pt x="690372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51803" y="4605527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690372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0372" y="230124"/>
                  </a:lnTo>
                  <a:lnTo>
                    <a:pt x="6903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51803" y="4605527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0" y="0"/>
                  </a:moveTo>
                  <a:lnTo>
                    <a:pt x="690372" y="0"/>
                  </a:lnTo>
                  <a:lnTo>
                    <a:pt x="690372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51803" y="4375403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690372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690372" y="230124"/>
                  </a:lnTo>
                  <a:lnTo>
                    <a:pt x="690372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51803" y="4375403"/>
              <a:ext cx="690880" cy="230504"/>
            </a:xfrm>
            <a:custGeom>
              <a:avLst/>
              <a:gdLst/>
              <a:ahLst/>
              <a:cxnLst/>
              <a:rect l="l" t="t" r="r" b="b"/>
              <a:pathLst>
                <a:path w="690879" h="230504">
                  <a:moveTo>
                    <a:pt x="0" y="0"/>
                  </a:moveTo>
                  <a:lnTo>
                    <a:pt x="690372" y="0"/>
                  </a:lnTo>
                  <a:lnTo>
                    <a:pt x="690372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013396" y="3387873"/>
          <a:ext cx="4436110" cy="1680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3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30480" algn="ctr">
                        <a:lnSpc>
                          <a:spcPts val="22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channel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23495" algn="ctr">
                        <a:lnSpc>
                          <a:spcPts val="1650"/>
                        </a:lnSpc>
                        <a:spcBef>
                          <a:spcPts val="114"/>
                        </a:spcBef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4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4604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3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1650"/>
                        </a:lnSpc>
                        <a:spcBef>
                          <a:spcPts val="130"/>
                        </a:spcBef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10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23495" algn="ctr">
                        <a:lnSpc>
                          <a:spcPts val="1660"/>
                        </a:lnSpc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4"/>
                        </a:lnSpc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7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650"/>
                        </a:lnSpc>
                        <a:spcBef>
                          <a:spcPts val="55"/>
                        </a:spcBef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9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L="23495" algn="ctr">
                        <a:lnSpc>
                          <a:spcPts val="1660"/>
                        </a:lnSpc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6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b="1" dirty="0">
                          <a:latin typeface="Segoe UI"/>
                          <a:cs typeface="Segoe UI"/>
                        </a:rPr>
                        <a:t>DEV</a:t>
                      </a:r>
                      <a:r>
                        <a:rPr sz="1400" b="1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b="1" spc="-50" dirty="0">
                          <a:latin typeface="Segoe UI"/>
                          <a:cs typeface="Segoe UI"/>
                        </a:rPr>
                        <a:t>8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674419" y="2482135"/>
            <a:ext cx="1478280" cy="10331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785" marR="5080" indent="-172720">
              <a:lnSpc>
                <a:spcPct val="100499"/>
              </a:lnSpc>
              <a:spcBef>
                <a:spcPts val="9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LoRa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message DURATION</a:t>
            </a:r>
            <a:endParaRPr sz="2000" dirty="0">
              <a:latin typeface="Calibri"/>
              <a:cs typeface="Calibri"/>
            </a:endParaRPr>
          </a:p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50ms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–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2s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70619" y="5382472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75418" y="5388415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49254" y="5377671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47423" y="5365555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867.7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6760" y="5359840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64919" y="3756659"/>
            <a:ext cx="196850" cy="312420"/>
          </a:xfrm>
          <a:custGeom>
            <a:avLst/>
            <a:gdLst/>
            <a:ahLst/>
            <a:cxnLst/>
            <a:rect l="l" t="t" r="r" b="b"/>
            <a:pathLst>
              <a:path w="196850" h="312420">
                <a:moveTo>
                  <a:pt x="147447" y="0"/>
                </a:moveTo>
                <a:lnTo>
                  <a:pt x="49149" y="0"/>
                </a:lnTo>
                <a:lnTo>
                  <a:pt x="49149" y="214121"/>
                </a:lnTo>
                <a:lnTo>
                  <a:pt x="0" y="214121"/>
                </a:lnTo>
                <a:lnTo>
                  <a:pt x="98298" y="312419"/>
                </a:lnTo>
                <a:lnTo>
                  <a:pt x="196596" y="214121"/>
                </a:lnTo>
                <a:lnTo>
                  <a:pt x="147447" y="214121"/>
                </a:lnTo>
                <a:lnTo>
                  <a:pt x="1474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96876" y="4107896"/>
            <a:ext cx="732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≈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sec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717547" y="3155072"/>
            <a:ext cx="417830" cy="416559"/>
            <a:chOff x="9717547" y="3155072"/>
            <a:chExt cx="417830" cy="416559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7810" y="3361801"/>
              <a:ext cx="210050" cy="20937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717811" y="3155073"/>
              <a:ext cx="417830" cy="416559"/>
            </a:xfrm>
            <a:custGeom>
              <a:avLst/>
              <a:gdLst/>
              <a:ahLst/>
              <a:cxnLst/>
              <a:rect l="l" t="t" r="r" b="b"/>
              <a:pathLst>
                <a:path w="417829" h="416560">
                  <a:moveTo>
                    <a:pt x="313474" y="416102"/>
                  </a:moveTo>
                  <a:lnTo>
                    <a:pt x="310032" y="369938"/>
                  </a:lnTo>
                  <a:lnTo>
                    <a:pt x="300139" y="325869"/>
                  </a:lnTo>
                  <a:lnTo>
                    <a:pt x="284251" y="284391"/>
                  </a:lnTo>
                  <a:lnTo>
                    <a:pt x="262890" y="245973"/>
                  </a:lnTo>
                  <a:lnTo>
                    <a:pt x="236499" y="211112"/>
                  </a:lnTo>
                  <a:lnTo>
                    <a:pt x="205587" y="180276"/>
                  </a:lnTo>
                  <a:lnTo>
                    <a:pt x="170624" y="153949"/>
                  </a:lnTo>
                  <a:lnTo>
                    <a:pt x="132105" y="132613"/>
                  </a:lnTo>
                  <a:lnTo>
                    <a:pt x="90500" y="116751"/>
                  </a:lnTo>
                  <a:lnTo>
                    <a:pt x="46304" y="106845"/>
                  </a:lnTo>
                  <a:lnTo>
                    <a:pt x="0" y="103365"/>
                  </a:lnTo>
                  <a:lnTo>
                    <a:pt x="0" y="143002"/>
                  </a:lnTo>
                  <a:lnTo>
                    <a:pt x="49187" y="147497"/>
                  </a:lnTo>
                  <a:lnTo>
                    <a:pt x="95465" y="160235"/>
                  </a:lnTo>
                  <a:lnTo>
                    <a:pt x="138099" y="180467"/>
                  </a:lnTo>
                  <a:lnTo>
                    <a:pt x="176276" y="207429"/>
                  </a:lnTo>
                  <a:lnTo>
                    <a:pt x="209257" y="240334"/>
                  </a:lnTo>
                  <a:lnTo>
                    <a:pt x="236258" y="278422"/>
                  </a:lnTo>
                  <a:lnTo>
                    <a:pt x="256514" y="320916"/>
                  </a:lnTo>
                  <a:lnTo>
                    <a:pt x="269265" y="367068"/>
                  </a:lnTo>
                  <a:lnTo>
                    <a:pt x="273723" y="416102"/>
                  </a:lnTo>
                  <a:lnTo>
                    <a:pt x="313474" y="416102"/>
                  </a:lnTo>
                  <a:close/>
                </a:path>
                <a:path w="417829" h="416560">
                  <a:moveTo>
                    <a:pt x="417449" y="416102"/>
                  </a:moveTo>
                  <a:lnTo>
                    <a:pt x="414591" y="367601"/>
                  </a:lnTo>
                  <a:lnTo>
                    <a:pt x="406336" y="320738"/>
                  </a:lnTo>
                  <a:lnTo>
                    <a:pt x="392988" y="275844"/>
                  </a:lnTo>
                  <a:lnTo>
                    <a:pt x="374878" y="233210"/>
                  </a:lnTo>
                  <a:lnTo>
                    <a:pt x="352310" y="193154"/>
                  </a:lnTo>
                  <a:lnTo>
                    <a:pt x="325589" y="155981"/>
                  </a:lnTo>
                  <a:lnTo>
                    <a:pt x="295033" y="122008"/>
                  </a:lnTo>
                  <a:lnTo>
                    <a:pt x="260959" y="91554"/>
                  </a:lnTo>
                  <a:lnTo>
                    <a:pt x="223672" y="64922"/>
                  </a:lnTo>
                  <a:lnTo>
                    <a:pt x="183489" y="42430"/>
                  </a:lnTo>
                  <a:lnTo>
                    <a:pt x="140716" y="24371"/>
                  </a:lnTo>
                  <a:lnTo>
                    <a:pt x="95669" y="11087"/>
                  </a:lnTo>
                  <a:lnTo>
                    <a:pt x="48653" y="2857"/>
                  </a:lnTo>
                  <a:lnTo>
                    <a:pt x="0" y="0"/>
                  </a:lnTo>
                  <a:lnTo>
                    <a:pt x="0" y="39636"/>
                  </a:lnTo>
                  <a:lnTo>
                    <a:pt x="47345" y="42608"/>
                  </a:lnTo>
                  <a:lnTo>
                    <a:pt x="92951" y="51206"/>
                  </a:lnTo>
                  <a:lnTo>
                    <a:pt x="136436" y="65074"/>
                  </a:lnTo>
                  <a:lnTo>
                    <a:pt x="177469" y="83858"/>
                  </a:lnTo>
                  <a:lnTo>
                    <a:pt x="215684" y="107200"/>
                  </a:lnTo>
                  <a:lnTo>
                    <a:pt x="250723" y="134772"/>
                  </a:lnTo>
                  <a:lnTo>
                    <a:pt x="282244" y="166192"/>
                  </a:lnTo>
                  <a:lnTo>
                    <a:pt x="309892" y="201117"/>
                  </a:lnTo>
                  <a:lnTo>
                    <a:pt x="333324" y="239204"/>
                  </a:lnTo>
                  <a:lnTo>
                    <a:pt x="352158" y="280098"/>
                  </a:lnTo>
                  <a:lnTo>
                    <a:pt x="366077" y="323456"/>
                  </a:lnTo>
                  <a:lnTo>
                    <a:pt x="374700" y="368909"/>
                  </a:lnTo>
                  <a:lnTo>
                    <a:pt x="377685" y="416102"/>
                  </a:lnTo>
                  <a:lnTo>
                    <a:pt x="417449" y="4161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7547" y="3467742"/>
              <a:ext cx="103766" cy="10343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9176935" y="2398620"/>
            <a:ext cx="2480310" cy="112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LoRaWAN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Division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Multiplexing</a:t>
            </a:r>
            <a:endParaRPr sz="1800" dirty="0">
              <a:latin typeface="Calibri"/>
              <a:cs typeface="Calibri"/>
            </a:endParaRPr>
          </a:p>
          <a:p>
            <a:pPr marL="1175385">
              <a:lnSpc>
                <a:spcPct val="100000"/>
              </a:lnSpc>
              <a:spcBef>
                <a:spcPts val="1655"/>
              </a:spcBef>
            </a:pP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1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sec</a:t>
            </a:r>
            <a:endParaRPr sz="2000" dirty="0">
              <a:latin typeface="Segoe UI"/>
              <a:cs typeface="Segoe U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624441" y="3714369"/>
            <a:ext cx="582930" cy="610235"/>
            <a:chOff x="9624441" y="3714369"/>
            <a:chExt cx="582930" cy="610235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3718" y="3987379"/>
              <a:ext cx="210050" cy="20986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743707" y="3780167"/>
              <a:ext cx="417830" cy="417195"/>
            </a:xfrm>
            <a:custGeom>
              <a:avLst/>
              <a:gdLst/>
              <a:ahLst/>
              <a:cxnLst/>
              <a:rect l="l" t="t" r="r" b="b"/>
              <a:pathLst>
                <a:path w="417829" h="417195">
                  <a:moveTo>
                    <a:pt x="313486" y="417080"/>
                  </a:moveTo>
                  <a:lnTo>
                    <a:pt x="310045" y="370814"/>
                  </a:lnTo>
                  <a:lnTo>
                    <a:pt x="300151" y="326644"/>
                  </a:lnTo>
                  <a:lnTo>
                    <a:pt x="284264" y="285064"/>
                  </a:lnTo>
                  <a:lnTo>
                    <a:pt x="262890" y="246557"/>
                  </a:lnTo>
                  <a:lnTo>
                    <a:pt x="236512" y="211607"/>
                  </a:lnTo>
                  <a:lnTo>
                    <a:pt x="205600" y="180695"/>
                  </a:lnTo>
                  <a:lnTo>
                    <a:pt x="170637" y="154305"/>
                  </a:lnTo>
                  <a:lnTo>
                    <a:pt x="132118" y="132918"/>
                  </a:lnTo>
                  <a:lnTo>
                    <a:pt x="90512" y="117017"/>
                  </a:lnTo>
                  <a:lnTo>
                    <a:pt x="46316" y="107086"/>
                  </a:lnTo>
                  <a:lnTo>
                    <a:pt x="0" y="103606"/>
                  </a:lnTo>
                  <a:lnTo>
                    <a:pt x="0" y="143332"/>
                  </a:lnTo>
                  <a:lnTo>
                    <a:pt x="49187" y="147840"/>
                  </a:lnTo>
                  <a:lnTo>
                    <a:pt x="95478" y="160616"/>
                  </a:lnTo>
                  <a:lnTo>
                    <a:pt x="138099" y="180898"/>
                  </a:lnTo>
                  <a:lnTo>
                    <a:pt x="176288" y="207911"/>
                  </a:lnTo>
                  <a:lnTo>
                    <a:pt x="209270" y="240893"/>
                  </a:lnTo>
                  <a:lnTo>
                    <a:pt x="236270" y="279069"/>
                  </a:lnTo>
                  <a:lnTo>
                    <a:pt x="256527" y="321678"/>
                  </a:lnTo>
                  <a:lnTo>
                    <a:pt x="269278" y="367931"/>
                  </a:lnTo>
                  <a:lnTo>
                    <a:pt x="273735" y="417080"/>
                  </a:lnTo>
                  <a:lnTo>
                    <a:pt x="313486" y="417080"/>
                  </a:lnTo>
                  <a:close/>
                </a:path>
                <a:path w="417829" h="417195">
                  <a:moveTo>
                    <a:pt x="417449" y="417080"/>
                  </a:moveTo>
                  <a:lnTo>
                    <a:pt x="414591" y="368465"/>
                  </a:lnTo>
                  <a:lnTo>
                    <a:pt x="406336" y="321500"/>
                  </a:lnTo>
                  <a:lnTo>
                    <a:pt x="393001" y="276491"/>
                  </a:lnTo>
                  <a:lnTo>
                    <a:pt x="374891" y="233756"/>
                  </a:lnTo>
                  <a:lnTo>
                    <a:pt x="352323" y="193598"/>
                  </a:lnTo>
                  <a:lnTo>
                    <a:pt x="325602" y="156349"/>
                  </a:lnTo>
                  <a:lnTo>
                    <a:pt x="295046" y="122301"/>
                  </a:lnTo>
                  <a:lnTo>
                    <a:pt x="260972" y="91770"/>
                  </a:lnTo>
                  <a:lnTo>
                    <a:pt x="223685" y="65074"/>
                  </a:lnTo>
                  <a:lnTo>
                    <a:pt x="183489" y="42519"/>
                  </a:lnTo>
                  <a:lnTo>
                    <a:pt x="140716" y="24422"/>
                  </a:lnTo>
                  <a:lnTo>
                    <a:pt x="95669" y="11099"/>
                  </a:lnTo>
                  <a:lnTo>
                    <a:pt x="48666" y="2857"/>
                  </a:lnTo>
                  <a:lnTo>
                    <a:pt x="0" y="0"/>
                  </a:lnTo>
                  <a:lnTo>
                    <a:pt x="0" y="39725"/>
                  </a:lnTo>
                  <a:lnTo>
                    <a:pt x="47358" y="42710"/>
                  </a:lnTo>
                  <a:lnTo>
                    <a:pt x="92964" y="51320"/>
                  </a:lnTo>
                  <a:lnTo>
                    <a:pt x="136448" y="65227"/>
                  </a:lnTo>
                  <a:lnTo>
                    <a:pt x="177469" y="84048"/>
                  </a:lnTo>
                  <a:lnTo>
                    <a:pt x="215684" y="107454"/>
                  </a:lnTo>
                  <a:lnTo>
                    <a:pt x="250736" y="135077"/>
                  </a:lnTo>
                  <a:lnTo>
                    <a:pt x="282257" y="166573"/>
                  </a:lnTo>
                  <a:lnTo>
                    <a:pt x="309905" y="201587"/>
                  </a:lnTo>
                  <a:lnTo>
                    <a:pt x="333324" y="239776"/>
                  </a:lnTo>
                  <a:lnTo>
                    <a:pt x="352171" y="280758"/>
                  </a:lnTo>
                  <a:lnTo>
                    <a:pt x="366077" y="324218"/>
                  </a:lnTo>
                  <a:lnTo>
                    <a:pt x="374713" y="369773"/>
                  </a:lnTo>
                  <a:lnTo>
                    <a:pt x="377698" y="417080"/>
                  </a:lnTo>
                  <a:lnTo>
                    <a:pt x="417449" y="4170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3449" y="4093571"/>
              <a:ext cx="103766" cy="10367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653016" y="3742944"/>
              <a:ext cx="525780" cy="553085"/>
            </a:xfrm>
            <a:custGeom>
              <a:avLst/>
              <a:gdLst/>
              <a:ahLst/>
              <a:cxnLst/>
              <a:rect l="l" t="t" r="r" b="b"/>
              <a:pathLst>
                <a:path w="525779" h="553085">
                  <a:moveTo>
                    <a:pt x="0" y="552678"/>
                  </a:moveTo>
                  <a:lnTo>
                    <a:pt x="52553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372548" y="3845140"/>
            <a:ext cx="75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99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sec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93305" y="6193995"/>
            <a:ext cx="802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sec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93289" y="6211301"/>
            <a:ext cx="1443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520" algn="l"/>
              </a:tabLst>
            </a:pP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48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18659" y="6182542"/>
            <a:ext cx="15405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1%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176016" y="6277355"/>
            <a:ext cx="312420" cy="195580"/>
          </a:xfrm>
          <a:custGeom>
            <a:avLst/>
            <a:gdLst/>
            <a:ahLst/>
            <a:cxnLst/>
            <a:rect l="l" t="t" r="r" b="b"/>
            <a:pathLst>
              <a:path w="312420" h="195579">
                <a:moveTo>
                  <a:pt x="214884" y="0"/>
                </a:moveTo>
                <a:lnTo>
                  <a:pt x="214884" y="48768"/>
                </a:lnTo>
                <a:lnTo>
                  <a:pt x="0" y="48768"/>
                </a:lnTo>
                <a:lnTo>
                  <a:pt x="0" y="146304"/>
                </a:lnTo>
                <a:lnTo>
                  <a:pt x="214884" y="146304"/>
                </a:lnTo>
                <a:lnTo>
                  <a:pt x="214884" y="195072"/>
                </a:lnTo>
                <a:lnTo>
                  <a:pt x="312420" y="97536"/>
                </a:lnTo>
                <a:lnTo>
                  <a:pt x="2148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3547750" y="5396175"/>
            <a:ext cx="4211955" cy="843280"/>
            <a:chOff x="3547750" y="5396175"/>
            <a:chExt cx="4211955" cy="843280"/>
          </a:xfrm>
        </p:grpSpPr>
        <p:sp>
          <p:nvSpPr>
            <p:cNvPr id="55" name="object 55"/>
            <p:cNvSpPr/>
            <p:nvPr/>
          </p:nvSpPr>
          <p:spPr>
            <a:xfrm>
              <a:off x="3557275" y="5405700"/>
              <a:ext cx="4192904" cy="589280"/>
            </a:xfrm>
            <a:custGeom>
              <a:avLst/>
              <a:gdLst/>
              <a:ahLst/>
              <a:cxnLst/>
              <a:rect l="l" t="t" r="r" b="b"/>
              <a:pathLst>
                <a:path w="4192904" h="589279">
                  <a:moveTo>
                    <a:pt x="4192549" y="0"/>
                  </a:moveTo>
                  <a:lnTo>
                    <a:pt x="4168199" y="39588"/>
                  </a:lnTo>
                  <a:lnTo>
                    <a:pt x="4136842" y="78235"/>
                  </a:lnTo>
                  <a:lnTo>
                    <a:pt x="4098714" y="115889"/>
                  </a:lnTo>
                  <a:lnTo>
                    <a:pt x="4054047" y="152497"/>
                  </a:lnTo>
                  <a:lnTo>
                    <a:pt x="4003076" y="188009"/>
                  </a:lnTo>
                  <a:lnTo>
                    <a:pt x="3946035" y="222372"/>
                  </a:lnTo>
                  <a:lnTo>
                    <a:pt x="3883157" y="255535"/>
                  </a:lnTo>
                  <a:lnTo>
                    <a:pt x="3814676" y="287447"/>
                  </a:lnTo>
                  <a:lnTo>
                    <a:pt x="3778408" y="302918"/>
                  </a:lnTo>
                  <a:lnTo>
                    <a:pt x="3740827" y="318056"/>
                  </a:lnTo>
                  <a:lnTo>
                    <a:pt x="3701962" y="332855"/>
                  </a:lnTo>
                  <a:lnTo>
                    <a:pt x="3661842" y="347310"/>
                  </a:lnTo>
                  <a:lnTo>
                    <a:pt x="3620497" y="361412"/>
                  </a:lnTo>
                  <a:lnTo>
                    <a:pt x="3577957" y="375157"/>
                  </a:lnTo>
                  <a:lnTo>
                    <a:pt x="3534249" y="388537"/>
                  </a:lnTo>
                  <a:lnTo>
                    <a:pt x="3489404" y="401546"/>
                  </a:lnTo>
                  <a:lnTo>
                    <a:pt x="3443451" y="414178"/>
                  </a:lnTo>
                  <a:lnTo>
                    <a:pt x="3396419" y="426425"/>
                  </a:lnTo>
                  <a:lnTo>
                    <a:pt x="3348336" y="438283"/>
                  </a:lnTo>
                  <a:lnTo>
                    <a:pt x="3299234" y="449744"/>
                  </a:lnTo>
                  <a:lnTo>
                    <a:pt x="3249140" y="460801"/>
                  </a:lnTo>
                  <a:lnTo>
                    <a:pt x="3198083" y="471449"/>
                  </a:lnTo>
                  <a:lnTo>
                    <a:pt x="3146094" y="481680"/>
                  </a:lnTo>
                  <a:lnTo>
                    <a:pt x="3093202" y="491489"/>
                  </a:lnTo>
                  <a:lnTo>
                    <a:pt x="3039434" y="500869"/>
                  </a:lnTo>
                  <a:lnTo>
                    <a:pt x="2984822" y="509814"/>
                  </a:lnTo>
                  <a:lnTo>
                    <a:pt x="2929394" y="518316"/>
                  </a:lnTo>
                  <a:lnTo>
                    <a:pt x="2873179" y="526370"/>
                  </a:lnTo>
                  <a:lnTo>
                    <a:pt x="2816207" y="533969"/>
                  </a:lnTo>
                  <a:lnTo>
                    <a:pt x="2758506" y="541107"/>
                  </a:lnTo>
                  <a:lnTo>
                    <a:pt x="2700107" y="547777"/>
                  </a:lnTo>
                  <a:lnTo>
                    <a:pt x="2641038" y="553973"/>
                  </a:lnTo>
                  <a:lnTo>
                    <a:pt x="2581328" y="559688"/>
                  </a:lnTo>
                  <a:lnTo>
                    <a:pt x="2521007" y="564916"/>
                  </a:lnTo>
                  <a:lnTo>
                    <a:pt x="2460104" y="569650"/>
                  </a:lnTo>
                  <a:lnTo>
                    <a:pt x="2398648" y="573885"/>
                  </a:lnTo>
                  <a:lnTo>
                    <a:pt x="2336669" y="577613"/>
                  </a:lnTo>
                  <a:lnTo>
                    <a:pt x="2274195" y="580828"/>
                  </a:lnTo>
                  <a:lnTo>
                    <a:pt x="2211256" y="583523"/>
                  </a:lnTo>
                  <a:lnTo>
                    <a:pt x="2147882" y="585693"/>
                  </a:lnTo>
                  <a:lnTo>
                    <a:pt x="2084100" y="587330"/>
                  </a:lnTo>
                  <a:lnTo>
                    <a:pt x="2019942" y="588429"/>
                  </a:lnTo>
                  <a:lnTo>
                    <a:pt x="1955435" y="588982"/>
                  </a:lnTo>
                  <a:lnTo>
                    <a:pt x="1890610" y="588984"/>
                  </a:lnTo>
                  <a:lnTo>
                    <a:pt x="1825494" y="588427"/>
                  </a:lnTo>
                  <a:lnTo>
                    <a:pt x="1760119" y="587306"/>
                  </a:lnTo>
                  <a:lnTo>
                    <a:pt x="1694512" y="585614"/>
                  </a:lnTo>
                  <a:lnTo>
                    <a:pt x="1628703" y="583345"/>
                  </a:lnTo>
                  <a:lnTo>
                    <a:pt x="1562722" y="580491"/>
                  </a:lnTo>
                  <a:lnTo>
                    <a:pt x="1503022" y="577403"/>
                  </a:lnTo>
                  <a:lnTo>
                    <a:pt x="1443768" y="573850"/>
                  </a:lnTo>
                  <a:lnTo>
                    <a:pt x="1384986" y="569838"/>
                  </a:lnTo>
                  <a:lnTo>
                    <a:pt x="1326702" y="565371"/>
                  </a:lnTo>
                  <a:lnTo>
                    <a:pt x="1268940" y="560454"/>
                  </a:lnTo>
                  <a:lnTo>
                    <a:pt x="1211727" y="555092"/>
                  </a:lnTo>
                  <a:lnTo>
                    <a:pt x="1155087" y="549290"/>
                  </a:lnTo>
                  <a:lnTo>
                    <a:pt x="1099046" y="543053"/>
                  </a:lnTo>
                  <a:lnTo>
                    <a:pt x="1043630" y="536386"/>
                  </a:lnTo>
                  <a:lnTo>
                    <a:pt x="988863" y="529294"/>
                  </a:lnTo>
                  <a:lnTo>
                    <a:pt x="934773" y="521782"/>
                  </a:lnTo>
                  <a:lnTo>
                    <a:pt x="881383" y="513855"/>
                  </a:lnTo>
                  <a:lnTo>
                    <a:pt x="828720" y="505518"/>
                  </a:lnTo>
                  <a:lnTo>
                    <a:pt x="776808" y="496776"/>
                  </a:lnTo>
                  <a:lnTo>
                    <a:pt x="725674" y="487633"/>
                  </a:lnTo>
                  <a:lnTo>
                    <a:pt x="675343" y="478096"/>
                  </a:lnTo>
                  <a:lnTo>
                    <a:pt x="625840" y="468168"/>
                  </a:lnTo>
                  <a:lnTo>
                    <a:pt x="577190" y="457855"/>
                  </a:lnTo>
                  <a:lnTo>
                    <a:pt x="529420" y="447161"/>
                  </a:lnTo>
                  <a:lnTo>
                    <a:pt x="482555" y="436092"/>
                  </a:lnTo>
                  <a:lnTo>
                    <a:pt x="436619" y="424653"/>
                  </a:lnTo>
                  <a:lnTo>
                    <a:pt x="391640" y="412848"/>
                  </a:lnTo>
                  <a:lnTo>
                    <a:pt x="347641" y="400683"/>
                  </a:lnTo>
                  <a:lnTo>
                    <a:pt x="304648" y="388162"/>
                  </a:lnTo>
                  <a:lnTo>
                    <a:pt x="262688" y="375290"/>
                  </a:lnTo>
                  <a:lnTo>
                    <a:pt x="221785" y="362073"/>
                  </a:lnTo>
                  <a:lnTo>
                    <a:pt x="181965" y="348516"/>
                  </a:lnTo>
                  <a:lnTo>
                    <a:pt x="143254" y="334623"/>
                  </a:lnTo>
                  <a:lnTo>
                    <a:pt x="105676" y="320399"/>
                  </a:lnTo>
                  <a:lnTo>
                    <a:pt x="69257" y="305849"/>
                  </a:lnTo>
                  <a:lnTo>
                    <a:pt x="34023" y="290979"/>
                  </a:lnTo>
                  <a:lnTo>
                    <a:pt x="0" y="275793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75782" y="5977889"/>
              <a:ext cx="28575" cy="198755"/>
            </a:xfrm>
            <a:custGeom>
              <a:avLst/>
              <a:gdLst/>
              <a:ahLst/>
              <a:cxnLst/>
              <a:rect l="l" t="t" r="r" b="b"/>
              <a:pathLst>
                <a:path w="28575" h="198754">
                  <a:moveTo>
                    <a:pt x="0" y="0"/>
                  </a:moveTo>
                  <a:lnTo>
                    <a:pt x="28549" y="19845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64815" y="6158346"/>
              <a:ext cx="75565" cy="81280"/>
            </a:xfrm>
            <a:custGeom>
              <a:avLst/>
              <a:gdLst/>
              <a:ahLst/>
              <a:cxnLst/>
              <a:rect l="l" t="t" r="r" b="b"/>
              <a:pathLst>
                <a:path w="75564" h="81279">
                  <a:moveTo>
                    <a:pt x="75425" y="0"/>
                  </a:moveTo>
                  <a:lnTo>
                    <a:pt x="0" y="10845"/>
                  </a:lnTo>
                  <a:lnTo>
                    <a:pt x="48564" y="80848"/>
                  </a:lnTo>
                  <a:lnTo>
                    <a:pt x="754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716622" y="6170488"/>
            <a:ext cx="189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spc="4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4800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50" dirty="0"/>
              <a:t> </a:t>
            </a:r>
            <a:r>
              <a:rPr spc="-10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906136"/>
            <a:ext cx="8173720" cy="2998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LoRa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"</a:t>
            </a:r>
            <a:r>
              <a:rPr sz="2400" b="1" dirty="0">
                <a:latin typeface="Segoe UI"/>
                <a:cs typeface="Segoe UI"/>
              </a:rPr>
              <a:t>long</a:t>
            </a:r>
            <a:r>
              <a:rPr sz="2400" b="1" spc="-2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distance</a:t>
            </a:r>
            <a:r>
              <a:rPr sz="2400" dirty="0">
                <a:latin typeface="Segoe UI"/>
                <a:cs typeface="Segoe UI"/>
              </a:rPr>
              <a:t>"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"</a:t>
            </a:r>
            <a:r>
              <a:rPr sz="2400" b="1" dirty="0">
                <a:latin typeface="Segoe UI"/>
                <a:cs typeface="Segoe UI"/>
              </a:rPr>
              <a:t>low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speed</a:t>
            </a:r>
            <a:r>
              <a:rPr sz="2400" dirty="0">
                <a:latin typeface="Segoe UI"/>
                <a:cs typeface="Segoe UI"/>
              </a:rPr>
              <a:t>"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protocol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It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transmits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on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channels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868</a:t>
            </a:r>
            <a:r>
              <a:rPr sz="2400" b="1" spc="-4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MHz</a:t>
            </a:r>
            <a:r>
              <a:rPr sz="2400" b="1" spc="-2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band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LoRa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uses</a:t>
            </a:r>
            <a:r>
              <a:rPr sz="2400" spc="-10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Spreading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Factors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:</a:t>
            </a:r>
            <a:endParaRPr sz="2400">
              <a:latin typeface="Segoe UI"/>
              <a:cs typeface="Segoe UI"/>
            </a:endParaRPr>
          </a:p>
          <a:p>
            <a:pPr marL="2244090">
              <a:lnSpc>
                <a:spcPct val="100000"/>
              </a:lnSpc>
              <a:spcBef>
                <a:spcPts val="1040"/>
              </a:spcBef>
            </a:pPr>
            <a:r>
              <a:rPr sz="2400" dirty="0">
                <a:latin typeface="Segoe UI"/>
                <a:cs typeface="Segoe UI"/>
              </a:rPr>
              <a:t>SF5,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SF6,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SF8,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SF9,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SF10,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SF11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SF12</a:t>
            </a:r>
            <a:endParaRPr sz="2400">
              <a:latin typeface="Segoe UI"/>
              <a:cs typeface="Segoe UI"/>
            </a:endParaRPr>
          </a:p>
          <a:p>
            <a:pPr marL="408940">
              <a:lnSpc>
                <a:spcPct val="100000"/>
              </a:lnSpc>
              <a:spcBef>
                <a:spcPts val="1365"/>
              </a:spcBef>
            </a:pPr>
            <a:r>
              <a:rPr sz="2200" dirty="0">
                <a:latin typeface="Segoe UI"/>
                <a:cs typeface="Segoe UI"/>
              </a:rPr>
              <a:t>If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two</a:t>
            </a:r>
            <a:r>
              <a:rPr sz="2200" spc="-4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LoRa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devices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are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using</a:t>
            </a:r>
            <a:r>
              <a:rPr sz="2200" spc="-4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different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SF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spc="-50" dirty="0">
                <a:latin typeface="Segoe UI"/>
                <a:cs typeface="Segoe UI"/>
              </a:rPr>
              <a:t>:</a:t>
            </a:r>
            <a:endParaRPr sz="2200">
              <a:latin typeface="Segoe UI"/>
              <a:cs typeface="Segoe UI"/>
            </a:endParaRPr>
          </a:p>
          <a:p>
            <a:pPr marL="1192530" lvl="1" indent="-265430">
              <a:lnSpc>
                <a:spcPct val="100000"/>
              </a:lnSpc>
              <a:spcBef>
                <a:spcPts val="600"/>
              </a:spcBef>
              <a:buChar char="&gt;"/>
              <a:tabLst>
                <a:tab pos="1192530" algn="l"/>
              </a:tabLst>
            </a:pP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They</a:t>
            </a:r>
            <a:r>
              <a:rPr sz="22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can</a:t>
            </a:r>
            <a:r>
              <a:rPr sz="22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transmit</a:t>
            </a:r>
            <a:r>
              <a:rPr sz="22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at</a:t>
            </a:r>
            <a:r>
              <a:rPr sz="2200" spc="-3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2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same</a:t>
            </a:r>
            <a:r>
              <a:rPr sz="22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time</a:t>
            </a:r>
            <a:r>
              <a:rPr sz="22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on</a:t>
            </a:r>
            <a:r>
              <a:rPr sz="22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2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4472C4"/>
                </a:solidFill>
                <a:latin typeface="Segoe UI"/>
                <a:cs typeface="Segoe UI"/>
              </a:rPr>
              <a:t>same</a:t>
            </a:r>
            <a:r>
              <a:rPr sz="22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4472C4"/>
                </a:solidFill>
                <a:latin typeface="Segoe UI"/>
                <a:cs typeface="Segoe UI"/>
              </a:rPr>
              <a:t>channel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2739" y="331261"/>
            <a:ext cx="518159" cy="659765"/>
          </a:xfrm>
          <a:custGeom>
            <a:avLst/>
            <a:gdLst/>
            <a:ahLst/>
            <a:cxnLst/>
            <a:rect l="l" t="t" r="r" b="b"/>
            <a:pathLst>
              <a:path w="518160" h="659765">
                <a:moveTo>
                  <a:pt x="367105" y="659478"/>
                </a:moveTo>
                <a:lnTo>
                  <a:pt x="197672" y="659478"/>
                </a:lnTo>
                <a:lnTo>
                  <a:pt x="135094" y="651640"/>
                </a:lnTo>
                <a:lnTo>
                  <a:pt x="92849" y="632948"/>
                </a:lnTo>
                <a:lnTo>
                  <a:pt x="62125" y="610639"/>
                </a:lnTo>
                <a:lnTo>
                  <a:pt x="34112" y="591948"/>
                </a:lnTo>
                <a:lnTo>
                  <a:pt x="0" y="584109"/>
                </a:lnTo>
                <a:lnTo>
                  <a:pt x="0" y="282633"/>
                </a:lnTo>
                <a:lnTo>
                  <a:pt x="10274" y="277030"/>
                </a:lnTo>
                <a:lnTo>
                  <a:pt x="34825" y="262033"/>
                </a:lnTo>
                <a:lnTo>
                  <a:pt x="67872" y="237939"/>
                </a:lnTo>
                <a:lnTo>
                  <a:pt x="103635" y="205045"/>
                </a:lnTo>
                <a:lnTo>
                  <a:pt x="136337" y="163647"/>
                </a:lnTo>
                <a:lnTo>
                  <a:pt x="160196" y="114042"/>
                </a:lnTo>
                <a:lnTo>
                  <a:pt x="169433" y="56526"/>
                </a:lnTo>
                <a:lnTo>
                  <a:pt x="173889" y="34578"/>
                </a:lnTo>
                <a:lnTo>
                  <a:pt x="186023" y="16604"/>
                </a:lnTo>
                <a:lnTo>
                  <a:pt x="203981" y="4460"/>
                </a:lnTo>
                <a:lnTo>
                  <a:pt x="225911" y="0"/>
                </a:lnTo>
                <a:lnTo>
                  <a:pt x="247840" y="4460"/>
                </a:lnTo>
                <a:lnTo>
                  <a:pt x="265798" y="16604"/>
                </a:lnTo>
                <a:lnTo>
                  <a:pt x="277932" y="34578"/>
                </a:lnTo>
                <a:lnTo>
                  <a:pt x="282389" y="56526"/>
                </a:lnTo>
                <a:lnTo>
                  <a:pt x="278109" y="136709"/>
                </a:lnTo>
                <a:lnTo>
                  <a:pt x="268622" y="188540"/>
                </a:lnTo>
                <a:lnTo>
                  <a:pt x="258959" y="219350"/>
                </a:lnTo>
                <a:lnTo>
                  <a:pt x="254150" y="236470"/>
                </a:lnTo>
                <a:lnTo>
                  <a:pt x="256841" y="247098"/>
                </a:lnTo>
                <a:lnTo>
                  <a:pt x="262974" y="255783"/>
                </a:lnTo>
                <a:lnTo>
                  <a:pt x="271755" y="261642"/>
                </a:lnTo>
                <a:lnTo>
                  <a:pt x="282389" y="263791"/>
                </a:lnTo>
                <a:lnTo>
                  <a:pt x="461235" y="263791"/>
                </a:lnTo>
                <a:lnTo>
                  <a:pt x="483164" y="268251"/>
                </a:lnTo>
                <a:lnTo>
                  <a:pt x="501122" y="280396"/>
                </a:lnTo>
                <a:lnTo>
                  <a:pt x="513256" y="298369"/>
                </a:lnTo>
                <a:lnTo>
                  <a:pt x="517713" y="320318"/>
                </a:lnTo>
                <a:lnTo>
                  <a:pt x="515021" y="337835"/>
                </a:lnTo>
                <a:lnTo>
                  <a:pt x="507476" y="353056"/>
                </a:lnTo>
                <a:lnTo>
                  <a:pt x="495872" y="365098"/>
                </a:lnTo>
                <a:lnTo>
                  <a:pt x="481002" y="373076"/>
                </a:lnTo>
                <a:lnTo>
                  <a:pt x="488562" y="381673"/>
                </a:lnTo>
                <a:lnTo>
                  <a:pt x="494180" y="391683"/>
                </a:lnTo>
                <a:lnTo>
                  <a:pt x="497681" y="402753"/>
                </a:lnTo>
                <a:lnTo>
                  <a:pt x="498887" y="414529"/>
                </a:lnTo>
                <a:lnTo>
                  <a:pt x="495548" y="433401"/>
                </a:lnTo>
                <a:lnTo>
                  <a:pt x="486297" y="449623"/>
                </a:lnTo>
                <a:lnTo>
                  <a:pt x="472280" y="461958"/>
                </a:lnTo>
                <a:lnTo>
                  <a:pt x="454646" y="469172"/>
                </a:lnTo>
                <a:lnTo>
                  <a:pt x="461514" y="477606"/>
                </a:lnTo>
                <a:lnTo>
                  <a:pt x="466530" y="487189"/>
                </a:lnTo>
                <a:lnTo>
                  <a:pt x="469604" y="497656"/>
                </a:lnTo>
                <a:lnTo>
                  <a:pt x="470648" y="508740"/>
                </a:lnTo>
                <a:lnTo>
                  <a:pt x="466191" y="530689"/>
                </a:lnTo>
                <a:lnTo>
                  <a:pt x="454058" y="548662"/>
                </a:lnTo>
                <a:lnTo>
                  <a:pt x="436099" y="560807"/>
                </a:lnTo>
                <a:lnTo>
                  <a:pt x="414170" y="565267"/>
                </a:lnTo>
                <a:lnTo>
                  <a:pt x="408522" y="565267"/>
                </a:lnTo>
                <a:lnTo>
                  <a:pt x="414847" y="573010"/>
                </a:lnTo>
                <a:lnTo>
                  <a:pt x="419583" y="581990"/>
                </a:lnTo>
                <a:lnTo>
                  <a:pt x="422554" y="592029"/>
                </a:lnTo>
                <a:lnTo>
                  <a:pt x="423583" y="602952"/>
                </a:lnTo>
                <a:lnTo>
                  <a:pt x="419127" y="624900"/>
                </a:lnTo>
                <a:lnTo>
                  <a:pt x="406993" y="642874"/>
                </a:lnTo>
                <a:lnTo>
                  <a:pt x="389035" y="655018"/>
                </a:lnTo>
                <a:lnTo>
                  <a:pt x="367105" y="659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57415" y="566790"/>
            <a:ext cx="179070" cy="396240"/>
          </a:xfrm>
          <a:custGeom>
            <a:avLst/>
            <a:gdLst/>
            <a:ahLst/>
            <a:cxnLst/>
            <a:rect l="l" t="t" r="r" b="b"/>
            <a:pathLst>
              <a:path w="179070" h="396240">
                <a:moveTo>
                  <a:pt x="141194" y="395687"/>
                </a:moveTo>
                <a:lnTo>
                  <a:pt x="0" y="395687"/>
                </a:lnTo>
                <a:lnTo>
                  <a:pt x="0" y="0"/>
                </a:lnTo>
                <a:lnTo>
                  <a:pt x="141194" y="0"/>
                </a:lnTo>
                <a:lnTo>
                  <a:pt x="155814" y="2973"/>
                </a:lnTo>
                <a:lnTo>
                  <a:pt x="167786" y="11069"/>
                </a:lnTo>
                <a:lnTo>
                  <a:pt x="175875" y="23052"/>
                </a:lnTo>
                <a:lnTo>
                  <a:pt x="178846" y="37684"/>
                </a:lnTo>
                <a:lnTo>
                  <a:pt x="178846" y="358002"/>
                </a:lnTo>
                <a:lnTo>
                  <a:pt x="175875" y="372634"/>
                </a:lnTo>
                <a:lnTo>
                  <a:pt x="167786" y="384617"/>
                </a:lnTo>
                <a:lnTo>
                  <a:pt x="155814" y="392713"/>
                </a:lnTo>
                <a:lnTo>
                  <a:pt x="141194" y="39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867" y="3576639"/>
            <a:ext cx="718104" cy="47426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421635" y="3700271"/>
            <a:ext cx="312420" cy="196850"/>
          </a:xfrm>
          <a:custGeom>
            <a:avLst/>
            <a:gdLst/>
            <a:ahLst/>
            <a:cxnLst/>
            <a:rect l="l" t="t" r="r" b="b"/>
            <a:pathLst>
              <a:path w="312419" h="196850">
                <a:moveTo>
                  <a:pt x="98298" y="0"/>
                </a:moveTo>
                <a:lnTo>
                  <a:pt x="0" y="98298"/>
                </a:lnTo>
                <a:lnTo>
                  <a:pt x="98298" y="196596"/>
                </a:lnTo>
                <a:lnTo>
                  <a:pt x="98298" y="147447"/>
                </a:lnTo>
                <a:lnTo>
                  <a:pt x="312420" y="147447"/>
                </a:lnTo>
                <a:lnTo>
                  <a:pt x="312420" y="49149"/>
                </a:lnTo>
                <a:lnTo>
                  <a:pt x="98298" y="49149"/>
                </a:lnTo>
                <a:lnTo>
                  <a:pt x="982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119562" y="3290315"/>
            <a:ext cx="7356475" cy="1069975"/>
            <a:chOff x="4119562" y="3290315"/>
            <a:chExt cx="7356475" cy="10699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0" y="3290315"/>
              <a:ext cx="2141219" cy="10698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40952" y="3700271"/>
              <a:ext cx="312420" cy="196850"/>
            </a:xfrm>
            <a:custGeom>
              <a:avLst/>
              <a:gdLst/>
              <a:ahLst/>
              <a:cxnLst/>
              <a:rect l="l" t="t" r="r" b="b"/>
              <a:pathLst>
                <a:path w="312420" h="196850">
                  <a:moveTo>
                    <a:pt x="214122" y="0"/>
                  </a:moveTo>
                  <a:lnTo>
                    <a:pt x="214122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14122" y="147446"/>
                  </a:lnTo>
                  <a:lnTo>
                    <a:pt x="214122" y="196595"/>
                  </a:lnTo>
                  <a:lnTo>
                    <a:pt x="312420" y="98297"/>
                  </a:lnTo>
                  <a:lnTo>
                    <a:pt x="21412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33850" y="3533395"/>
              <a:ext cx="5011420" cy="535305"/>
            </a:xfrm>
            <a:custGeom>
              <a:avLst/>
              <a:gdLst/>
              <a:ahLst/>
              <a:cxnLst/>
              <a:rect l="l" t="t" r="r" b="b"/>
              <a:pathLst>
                <a:path w="5011420" h="535304">
                  <a:moveTo>
                    <a:pt x="0" y="89154"/>
                  </a:moveTo>
                  <a:lnTo>
                    <a:pt x="7006" y="54451"/>
                  </a:lnTo>
                  <a:lnTo>
                    <a:pt x="26112" y="26112"/>
                  </a:lnTo>
                  <a:lnTo>
                    <a:pt x="54451" y="7006"/>
                  </a:lnTo>
                  <a:lnTo>
                    <a:pt x="89154" y="0"/>
                  </a:lnTo>
                  <a:lnTo>
                    <a:pt x="4921758" y="0"/>
                  </a:lnTo>
                  <a:lnTo>
                    <a:pt x="4956460" y="7006"/>
                  </a:lnTo>
                  <a:lnTo>
                    <a:pt x="4984799" y="26112"/>
                  </a:lnTo>
                  <a:lnTo>
                    <a:pt x="5003905" y="54451"/>
                  </a:lnTo>
                  <a:lnTo>
                    <a:pt x="5010912" y="89154"/>
                  </a:lnTo>
                  <a:lnTo>
                    <a:pt x="5010912" y="445770"/>
                  </a:lnTo>
                  <a:lnTo>
                    <a:pt x="5003905" y="480472"/>
                  </a:lnTo>
                  <a:lnTo>
                    <a:pt x="4984799" y="508811"/>
                  </a:lnTo>
                  <a:lnTo>
                    <a:pt x="4956460" y="527917"/>
                  </a:lnTo>
                  <a:lnTo>
                    <a:pt x="4921758" y="534924"/>
                  </a:lnTo>
                  <a:lnTo>
                    <a:pt x="89154" y="534924"/>
                  </a:lnTo>
                  <a:lnTo>
                    <a:pt x="54451" y="527917"/>
                  </a:lnTo>
                  <a:lnTo>
                    <a:pt x="26112" y="508811"/>
                  </a:lnTo>
                  <a:lnTo>
                    <a:pt x="7006" y="480472"/>
                  </a:lnTo>
                  <a:lnTo>
                    <a:pt x="0" y="445770"/>
                  </a:lnTo>
                  <a:lnTo>
                    <a:pt x="0" y="89154"/>
                  </a:lnTo>
                  <a:close/>
                </a:path>
              </a:pathLst>
            </a:custGeom>
            <a:ln w="28575">
              <a:solidFill>
                <a:srgbClr val="0020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50" dirty="0"/>
              <a:t> </a:t>
            </a:r>
            <a:r>
              <a:rPr spc="-10" dirty="0"/>
              <a:t>RECAP</a:t>
            </a:r>
            <a:r>
              <a:rPr lang="fr-FR" spc="-10" dirty="0"/>
              <a:t> : </a:t>
            </a:r>
            <a:r>
              <a:rPr lang="fr-FR" spc="-10" dirty="0" err="1"/>
              <a:t>Exercise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99948" y="1906136"/>
            <a:ext cx="8173720" cy="278281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fr-FR" sz="2400" dirty="0" err="1">
                <a:latin typeface="Segoe UI"/>
                <a:cs typeface="Segoe UI"/>
              </a:rPr>
              <a:t>What</a:t>
            </a:r>
            <a:r>
              <a:rPr lang="fr-FR" sz="240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does</a:t>
            </a:r>
            <a:r>
              <a:rPr lang="fr-FR" sz="2400" dirty="0">
                <a:latin typeface="Segoe UI"/>
                <a:cs typeface="Segoe UI"/>
              </a:rPr>
              <a:t> IoT </a:t>
            </a:r>
            <a:r>
              <a:rPr lang="fr-FR" sz="2400" dirty="0" err="1">
                <a:latin typeface="Segoe UI"/>
                <a:cs typeface="Segoe UI"/>
              </a:rPr>
              <a:t>mean</a:t>
            </a:r>
            <a:r>
              <a:rPr lang="fr-FR" sz="2400" dirty="0">
                <a:latin typeface="Segoe UI"/>
                <a:cs typeface="Segoe UI"/>
              </a:rPr>
              <a:t>?</a:t>
            </a:r>
            <a:endParaRPr sz="24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fr-FR" sz="2400" dirty="0" err="1">
                <a:latin typeface="Segoe UI"/>
                <a:cs typeface="Segoe UI"/>
              </a:rPr>
              <a:t>What’s</a:t>
            </a:r>
            <a:r>
              <a:rPr lang="fr-FR" sz="2400" dirty="0">
                <a:latin typeface="Segoe UI"/>
                <a:cs typeface="Segoe UI"/>
              </a:rPr>
              <a:t> the </a:t>
            </a:r>
            <a:r>
              <a:rPr lang="fr-FR" sz="2400" dirty="0" err="1">
                <a:latin typeface="Segoe UI"/>
                <a:cs typeface="Segoe UI"/>
              </a:rPr>
              <a:t>most</a:t>
            </a:r>
            <a:r>
              <a:rPr lang="fr-FR" sz="240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used</a:t>
            </a:r>
            <a:r>
              <a:rPr lang="fr-FR" sz="240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frequency</a:t>
            </a:r>
            <a:r>
              <a:rPr lang="fr-FR" sz="2400" dirty="0">
                <a:latin typeface="Segoe UI"/>
                <a:cs typeface="Segoe UI"/>
              </a:rPr>
              <a:t> for </a:t>
            </a:r>
            <a:r>
              <a:rPr lang="fr-FR" sz="2400" dirty="0" err="1">
                <a:latin typeface="Segoe UI"/>
                <a:cs typeface="Segoe UI"/>
              </a:rPr>
              <a:t>LoRaWAN</a:t>
            </a:r>
            <a:r>
              <a:rPr lang="fr-FR" sz="2400" dirty="0">
                <a:latin typeface="Segoe UI"/>
                <a:cs typeface="Segoe UI"/>
              </a:rPr>
              <a:t> in Europe</a:t>
            </a:r>
            <a:endParaRPr sz="24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fr-FR" sz="2400" dirty="0">
                <a:latin typeface="Segoe UI"/>
                <a:cs typeface="Segoe UI"/>
              </a:rPr>
              <a:t>Can </a:t>
            </a:r>
            <a:r>
              <a:rPr lang="fr-FR" sz="2400" dirty="0" err="1">
                <a:latin typeface="Segoe UI"/>
                <a:cs typeface="Segoe UI"/>
              </a:rPr>
              <a:t>two</a:t>
            </a:r>
            <a:r>
              <a:rPr lang="fr-FR" sz="2400" dirty="0">
                <a:latin typeface="Segoe UI"/>
                <a:cs typeface="Segoe UI"/>
              </a:rPr>
              <a:t> LoRa </a:t>
            </a:r>
            <a:r>
              <a:rPr lang="fr-FR" sz="2400" dirty="0" err="1">
                <a:latin typeface="Segoe UI"/>
                <a:cs typeface="Segoe UI"/>
              </a:rPr>
              <a:t>devices</a:t>
            </a:r>
            <a:r>
              <a:rPr lang="fr-FR" sz="240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send</a:t>
            </a:r>
            <a:r>
              <a:rPr lang="fr-FR" sz="2400" dirty="0">
                <a:latin typeface="Segoe UI"/>
                <a:cs typeface="Segoe UI"/>
              </a:rPr>
              <a:t> data on the </a:t>
            </a:r>
            <a:r>
              <a:rPr lang="fr-FR" sz="2400" dirty="0" err="1">
                <a:latin typeface="Segoe UI"/>
                <a:cs typeface="Segoe UI"/>
              </a:rPr>
              <a:t>same</a:t>
            </a:r>
            <a:r>
              <a:rPr lang="fr-FR" sz="240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channel</a:t>
            </a:r>
            <a:r>
              <a:rPr lang="fr-FR" sz="2400" dirty="0">
                <a:latin typeface="Segoe UI"/>
                <a:cs typeface="Segoe UI"/>
              </a:rPr>
              <a:t> at the </a:t>
            </a:r>
            <a:r>
              <a:rPr lang="fr-FR" sz="2400" dirty="0" err="1">
                <a:latin typeface="Segoe UI"/>
                <a:cs typeface="Segoe UI"/>
              </a:rPr>
              <a:t>same</a:t>
            </a:r>
            <a:r>
              <a:rPr lang="fr-FR" sz="2400" dirty="0">
                <a:latin typeface="Segoe UI"/>
                <a:cs typeface="Segoe UI"/>
              </a:rPr>
              <a:t> time?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GB" sz="2200" dirty="0">
                <a:latin typeface="Segoe UI"/>
                <a:cs typeface="Segoe UI"/>
              </a:rPr>
              <a:t>Explain briefly the techniques used by LoRa to enable many devices to send data at the same time on the same channel</a:t>
            </a:r>
            <a:endParaRPr sz="2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9433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322" y="1580267"/>
            <a:ext cx="604774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Radio</a:t>
            </a:r>
            <a:r>
              <a:rPr sz="6000" spc="20" dirty="0"/>
              <a:t> </a:t>
            </a:r>
            <a:r>
              <a:rPr sz="6000" spc="-785" dirty="0"/>
              <a:t>T</a:t>
            </a:r>
            <a:r>
              <a:rPr sz="6000" spc="5" dirty="0"/>
              <a:t>ra</a:t>
            </a:r>
            <a:r>
              <a:rPr sz="6000" spc="10" dirty="0"/>
              <a:t>n</a:t>
            </a:r>
            <a:r>
              <a:rPr sz="6000" spc="-10" dirty="0"/>
              <a:t>s</a:t>
            </a:r>
            <a:r>
              <a:rPr sz="6000" spc="5" dirty="0"/>
              <a:t>m</a:t>
            </a:r>
            <a:r>
              <a:rPr sz="6000" dirty="0"/>
              <a:t>i</a:t>
            </a:r>
            <a:r>
              <a:rPr sz="6000" spc="5" dirty="0"/>
              <a:t>ss</a:t>
            </a:r>
            <a:r>
              <a:rPr sz="6000" dirty="0"/>
              <a:t>io</a:t>
            </a:r>
            <a:r>
              <a:rPr sz="6000" spc="-5" dirty="0"/>
              <a:t>n</a:t>
            </a:r>
            <a:r>
              <a:rPr sz="6000" spc="-65" dirty="0"/>
              <a:t> </a:t>
            </a:r>
            <a:r>
              <a:rPr sz="6000" dirty="0"/>
              <a:t>and</a:t>
            </a:r>
            <a:r>
              <a:rPr sz="6000" spc="-35" dirty="0"/>
              <a:t> </a:t>
            </a:r>
            <a:r>
              <a:rPr sz="6000" spc="-10" dirty="0"/>
              <a:t>propagation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602738" y="3908790"/>
            <a:ext cx="8552815" cy="10617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Units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and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definitions:</a:t>
            </a:r>
            <a:r>
              <a:rPr sz="24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Decibel,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dBm,</a:t>
            </a:r>
            <a:r>
              <a:rPr sz="24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RSSI,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Sensitivity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and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SNR</a:t>
            </a:r>
            <a:endParaRPr sz="24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Examples</a:t>
            </a:r>
            <a:r>
              <a:rPr sz="2400" spc="-7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and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studies</a:t>
            </a:r>
            <a:r>
              <a:rPr sz="2400" spc="-7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4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technical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documentation</a:t>
            </a:r>
            <a:endParaRPr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Units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definitions</a:t>
            </a:r>
            <a:r>
              <a:rPr spc="-50" dirty="0"/>
              <a:t> 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Decibel</a:t>
            </a:r>
            <a:r>
              <a:rPr spc="-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475826"/>
            <a:ext cx="47593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3200" b="1" spc="-25" dirty="0">
                <a:latin typeface="Segoe UI"/>
                <a:cs typeface="Segoe UI"/>
              </a:rPr>
              <a:t>dB:</a:t>
            </a:r>
            <a:r>
              <a:rPr sz="3200" b="1" dirty="0">
                <a:latin typeface="Segoe UI"/>
                <a:cs typeface="Segoe UI"/>
              </a:rPr>
              <a:t>	</a:t>
            </a:r>
            <a:r>
              <a:rPr sz="2400" b="1" dirty="0">
                <a:latin typeface="Segoe UI"/>
                <a:cs typeface="Segoe UI"/>
              </a:rPr>
              <a:t>Ratio</a:t>
            </a:r>
            <a:r>
              <a:rPr sz="2400" b="1" spc="-6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between</a:t>
            </a:r>
            <a:r>
              <a:rPr sz="2400" b="1" spc="-3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two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spc="-10" dirty="0">
                <a:latin typeface="Segoe UI"/>
                <a:cs typeface="Segoe UI"/>
              </a:rPr>
              <a:t>powers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347" y="1965030"/>
            <a:ext cx="2026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An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attenuation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gain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7547" y="1965031"/>
            <a:ext cx="54844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egoe UI"/>
                <a:cs typeface="Segoe UI"/>
              </a:rPr>
              <a:t>represented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by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negative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number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(</a:t>
            </a:r>
            <a:r>
              <a:rPr sz="2400" b="1" spc="-20" dirty="0">
                <a:latin typeface="Segoe UI"/>
                <a:cs typeface="Segoe UI"/>
              </a:rPr>
              <a:t>-</a:t>
            </a:r>
            <a:r>
              <a:rPr sz="2400" spc="-25" dirty="0">
                <a:latin typeface="Segoe UI"/>
                <a:cs typeface="Segoe UI"/>
              </a:rPr>
              <a:t>).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egoe UI"/>
                <a:cs typeface="Segoe UI"/>
              </a:rPr>
              <a:t>represented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by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positive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number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(</a:t>
            </a:r>
            <a:r>
              <a:rPr sz="2400" b="1" spc="-20" dirty="0">
                <a:latin typeface="Segoe UI"/>
                <a:cs typeface="Segoe UI"/>
              </a:rPr>
              <a:t>+</a:t>
            </a:r>
            <a:r>
              <a:rPr sz="2400" spc="-20" dirty="0">
                <a:latin typeface="Segoe UI"/>
                <a:cs typeface="Segoe UI"/>
              </a:rPr>
              <a:t>).</a:t>
            </a:r>
            <a:endParaRPr sz="2400">
              <a:latin typeface="Segoe UI"/>
              <a:cs typeface="Segoe U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83648" y="3874418"/>
          <a:ext cx="6641465" cy="195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marL="703580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20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ratio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176530" algn="ctr">
                        <a:lnSpc>
                          <a:spcPts val="228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57150" algn="ctr">
                        <a:lnSpc>
                          <a:spcPts val="229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57150" algn="ctr">
                        <a:lnSpc>
                          <a:spcPts val="235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Equality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136525" algn="ctr">
                        <a:lnSpc>
                          <a:spcPts val="236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 </a:t>
                      </a:r>
                      <a:r>
                        <a:rPr sz="20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2857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673024" y="2998299"/>
            <a:ext cx="327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9752" y="3014624"/>
            <a:ext cx="343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7685" y="3208553"/>
            <a:ext cx="3424758" cy="114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475964" y="4142435"/>
            <a:ext cx="1274445" cy="170433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72390">
              <a:lnSpc>
                <a:spcPts val="2600"/>
              </a:lnSpc>
              <a:spcBef>
                <a:spcPts val="42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P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T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P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T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32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P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/2</a:t>
            </a:r>
            <a:endParaRPr sz="2400">
              <a:latin typeface="Calibri"/>
              <a:cs typeface="Calibri"/>
            </a:endParaRPr>
          </a:p>
          <a:p>
            <a:pPr marL="17145">
              <a:lnSpc>
                <a:spcPts val="2775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/10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278" y="4931347"/>
            <a:ext cx="25527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70" dirty="0">
                <a:solidFill>
                  <a:srgbClr val="FF0000"/>
                </a:solidFill>
                <a:latin typeface="Cambria Math"/>
                <a:cs typeface="Cambria Math"/>
              </a:rPr>
              <a:t>𝑑𝐵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18944" y="4991290"/>
            <a:ext cx="281940" cy="15240"/>
          </a:xfrm>
          <a:custGeom>
            <a:avLst/>
            <a:gdLst/>
            <a:ahLst/>
            <a:cxnLst/>
            <a:rect l="l" t="t" r="r" b="b"/>
            <a:pathLst>
              <a:path w="281939" h="15239">
                <a:moveTo>
                  <a:pt x="281939" y="0"/>
                </a:moveTo>
                <a:lnTo>
                  <a:pt x="0" y="0"/>
                </a:lnTo>
                <a:lnTo>
                  <a:pt x="0" y="15239"/>
                </a:lnTo>
                <a:lnTo>
                  <a:pt x="281939" y="15239"/>
                </a:lnTo>
                <a:lnTo>
                  <a:pt x="2819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80842" y="4649407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172" baseline="-14957" dirty="0">
                <a:solidFill>
                  <a:srgbClr val="FF0000"/>
                </a:solidFill>
                <a:latin typeface="Cambria Math"/>
                <a:cs typeface="Cambria Math"/>
              </a:rPr>
              <a:t>𝘙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0814" y="4975543"/>
            <a:ext cx="182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67786" y="5083747"/>
            <a:ext cx="1301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354" y="4823143"/>
            <a:ext cx="179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995" algn="l"/>
                <a:tab pos="1685925" algn="l"/>
              </a:tabLst>
            </a:pPr>
            <a:r>
              <a:rPr sz="1800" spc="15" dirty="0">
                <a:solidFill>
                  <a:srgbClr val="FF0000"/>
                </a:solidFill>
                <a:latin typeface="Cambria Math"/>
                <a:cs typeface="Cambria Math"/>
              </a:rPr>
              <a:t>𝐺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10" dirty="0">
                <a:solidFill>
                  <a:srgbClr val="FF0000"/>
                </a:solidFill>
                <a:latin typeface="Cambria Math"/>
                <a:cs typeface="Cambria Math"/>
              </a:rPr>
              <a:t>0log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3083" y="3812206"/>
            <a:ext cx="480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dB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76527" y="4262628"/>
            <a:ext cx="195580" cy="314325"/>
          </a:xfrm>
          <a:custGeom>
            <a:avLst/>
            <a:gdLst/>
            <a:ahLst/>
            <a:cxnLst/>
            <a:rect l="l" t="t" r="r" b="b"/>
            <a:pathLst>
              <a:path w="195580" h="314325">
                <a:moveTo>
                  <a:pt x="146304" y="0"/>
                </a:moveTo>
                <a:lnTo>
                  <a:pt x="48768" y="0"/>
                </a:lnTo>
                <a:lnTo>
                  <a:pt x="48768" y="216408"/>
                </a:lnTo>
                <a:lnTo>
                  <a:pt x="0" y="216408"/>
                </a:lnTo>
                <a:lnTo>
                  <a:pt x="97536" y="313944"/>
                </a:lnTo>
                <a:lnTo>
                  <a:pt x="195072" y="216408"/>
                </a:lnTo>
                <a:lnTo>
                  <a:pt x="146304" y="216408"/>
                </a:lnTo>
                <a:lnTo>
                  <a:pt x="1463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22897" y="6208493"/>
            <a:ext cx="1018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Interest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40523" y="6323076"/>
            <a:ext cx="591820" cy="196850"/>
          </a:xfrm>
          <a:custGeom>
            <a:avLst/>
            <a:gdLst/>
            <a:ahLst/>
            <a:cxnLst/>
            <a:rect l="l" t="t" r="r" b="b"/>
            <a:pathLst>
              <a:path w="591820" h="196850">
                <a:moveTo>
                  <a:pt x="493014" y="0"/>
                </a:moveTo>
                <a:lnTo>
                  <a:pt x="493014" y="49149"/>
                </a:lnTo>
                <a:lnTo>
                  <a:pt x="0" y="49149"/>
                </a:lnTo>
                <a:lnTo>
                  <a:pt x="0" y="147447"/>
                </a:lnTo>
                <a:lnTo>
                  <a:pt x="493014" y="147447"/>
                </a:lnTo>
                <a:lnTo>
                  <a:pt x="493014" y="196596"/>
                </a:lnTo>
                <a:lnTo>
                  <a:pt x="591312" y="98298"/>
                </a:lnTo>
                <a:lnTo>
                  <a:pt x="4930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09819" y="6105943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274612" y="327952"/>
                </a:moveTo>
                <a:lnTo>
                  <a:pt x="229666" y="277622"/>
                </a:lnTo>
                <a:lnTo>
                  <a:pt x="137299" y="360108"/>
                </a:lnTo>
                <a:lnTo>
                  <a:pt x="44945" y="277622"/>
                </a:lnTo>
                <a:lnTo>
                  <a:pt x="0" y="327952"/>
                </a:lnTo>
                <a:lnTo>
                  <a:pt x="86652" y="405345"/>
                </a:lnTo>
                <a:lnTo>
                  <a:pt x="0" y="482739"/>
                </a:lnTo>
                <a:lnTo>
                  <a:pt x="44945" y="533069"/>
                </a:lnTo>
                <a:lnTo>
                  <a:pt x="137299" y="450583"/>
                </a:lnTo>
                <a:lnTo>
                  <a:pt x="229666" y="533069"/>
                </a:lnTo>
                <a:lnTo>
                  <a:pt x="274612" y="482739"/>
                </a:lnTo>
                <a:lnTo>
                  <a:pt x="187960" y="405345"/>
                </a:lnTo>
                <a:lnTo>
                  <a:pt x="274612" y="327952"/>
                </a:lnTo>
                <a:close/>
              </a:path>
              <a:path w="609600" h="533400">
                <a:moveTo>
                  <a:pt x="497408" y="266204"/>
                </a:moveTo>
                <a:lnTo>
                  <a:pt x="493420" y="246468"/>
                </a:lnTo>
                <a:lnTo>
                  <a:pt x="482549" y="230352"/>
                </a:lnTo>
                <a:lnTo>
                  <a:pt x="466420" y="219481"/>
                </a:lnTo>
                <a:lnTo>
                  <a:pt x="446684" y="215493"/>
                </a:lnTo>
                <a:lnTo>
                  <a:pt x="426935" y="219481"/>
                </a:lnTo>
                <a:lnTo>
                  <a:pt x="410806" y="230352"/>
                </a:lnTo>
                <a:lnTo>
                  <a:pt x="399935" y="246468"/>
                </a:lnTo>
                <a:lnTo>
                  <a:pt x="395960" y="266204"/>
                </a:lnTo>
                <a:lnTo>
                  <a:pt x="399935" y="285953"/>
                </a:lnTo>
                <a:lnTo>
                  <a:pt x="410806" y="302069"/>
                </a:lnTo>
                <a:lnTo>
                  <a:pt x="426935" y="312940"/>
                </a:lnTo>
                <a:lnTo>
                  <a:pt x="446684" y="316928"/>
                </a:lnTo>
                <a:lnTo>
                  <a:pt x="466420" y="312940"/>
                </a:lnTo>
                <a:lnTo>
                  <a:pt x="482549" y="302069"/>
                </a:lnTo>
                <a:lnTo>
                  <a:pt x="493420" y="285953"/>
                </a:lnTo>
                <a:lnTo>
                  <a:pt x="497408" y="266204"/>
                </a:lnTo>
                <a:close/>
              </a:path>
              <a:path w="609600" h="533400">
                <a:moveTo>
                  <a:pt x="497408" y="50723"/>
                </a:moveTo>
                <a:lnTo>
                  <a:pt x="493420" y="30975"/>
                </a:lnTo>
                <a:lnTo>
                  <a:pt x="482549" y="14859"/>
                </a:lnTo>
                <a:lnTo>
                  <a:pt x="466420" y="3987"/>
                </a:lnTo>
                <a:lnTo>
                  <a:pt x="446684" y="0"/>
                </a:lnTo>
                <a:lnTo>
                  <a:pt x="426935" y="3987"/>
                </a:lnTo>
                <a:lnTo>
                  <a:pt x="410806" y="14859"/>
                </a:lnTo>
                <a:lnTo>
                  <a:pt x="399935" y="30975"/>
                </a:lnTo>
                <a:lnTo>
                  <a:pt x="395960" y="50723"/>
                </a:lnTo>
                <a:lnTo>
                  <a:pt x="399935" y="70459"/>
                </a:lnTo>
                <a:lnTo>
                  <a:pt x="410806" y="86575"/>
                </a:lnTo>
                <a:lnTo>
                  <a:pt x="426935" y="97447"/>
                </a:lnTo>
                <a:lnTo>
                  <a:pt x="446684" y="101434"/>
                </a:lnTo>
                <a:lnTo>
                  <a:pt x="466420" y="97447"/>
                </a:lnTo>
                <a:lnTo>
                  <a:pt x="482549" y="86575"/>
                </a:lnTo>
                <a:lnTo>
                  <a:pt x="493420" y="70459"/>
                </a:lnTo>
                <a:lnTo>
                  <a:pt x="497408" y="50723"/>
                </a:lnTo>
                <a:close/>
              </a:path>
              <a:path w="609600" h="533400">
                <a:moveTo>
                  <a:pt x="609079" y="133146"/>
                </a:moveTo>
                <a:lnTo>
                  <a:pt x="284289" y="133146"/>
                </a:lnTo>
                <a:lnTo>
                  <a:pt x="284289" y="183769"/>
                </a:lnTo>
                <a:lnTo>
                  <a:pt x="609079" y="183769"/>
                </a:lnTo>
                <a:lnTo>
                  <a:pt x="609079" y="133146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40154" y="6179832"/>
            <a:ext cx="683895" cy="418465"/>
          </a:xfrm>
          <a:custGeom>
            <a:avLst/>
            <a:gdLst/>
            <a:ahLst/>
            <a:cxnLst/>
            <a:rect l="l" t="t" r="r" b="b"/>
            <a:pathLst>
              <a:path w="683895" h="418465">
                <a:moveTo>
                  <a:pt x="323672" y="336130"/>
                </a:moveTo>
                <a:lnTo>
                  <a:pt x="0" y="336130"/>
                </a:lnTo>
                <a:lnTo>
                  <a:pt x="0" y="418223"/>
                </a:lnTo>
                <a:lnTo>
                  <a:pt x="323672" y="418223"/>
                </a:lnTo>
                <a:lnTo>
                  <a:pt x="323672" y="336130"/>
                </a:lnTo>
                <a:close/>
              </a:path>
              <a:path w="683895" h="418465">
                <a:moveTo>
                  <a:pt x="683323" y="120650"/>
                </a:moveTo>
                <a:lnTo>
                  <a:pt x="559333" y="120650"/>
                </a:lnTo>
                <a:lnTo>
                  <a:pt x="559333" y="0"/>
                </a:lnTo>
                <a:lnTo>
                  <a:pt x="483641" y="0"/>
                </a:lnTo>
                <a:lnTo>
                  <a:pt x="483641" y="120650"/>
                </a:lnTo>
                <a:lnTo>
                  <a:pt x="359651" y="120650"/>
                </a:lnTo>
                <a:lnTo>
                  <a:pt x="359651" y="196850"/>
                </a:lnTo>
                <a:lnTo>
                  <a:pt x="483641" y="196850"/>
                </a:lnTo>
                <a:lnTo>
                  <a:pt x="483641" y="316230"/>
                </a:lnTo>
                <a:lnTo>
                  <a:pt x="559333" y="316230"/>
                </a:lnTo>
                <a:lnTo>
                  <a:pt x="559333" y="196850"/>
                </a:lnTo>
                <a:lnTo>
                  <a:pt x="683323" y="196850"/>
                </a:lnTo>
                <a:lnTo>
                  <a:pt x="683323" y="12065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11238" y="6323076"/>
            <a:ext cx="539750" cy="196850"/>
          </a:xfrm>
          <a:custGeom>
            <a:avLst/>
            <a:gdLst/>
            <a:ahLst/>
            <a:cxnLst/>
            <a:rect l="l" t="t" r="r" b="b"/>
            <a:pathLst>
              <a:path w="539750" h="196850">
                <a:moveTo>
                  <a:pt x="98298" y="0"/>
                </a:moveTo>
                <a:lnTo>
                  <a:pt x="0" y="98298"/>
                </a:lnTo>
                <a:lnTo>
                  <a:pt x="98298" y="196596"/>
                </a:lnTo>
                <a:lnTo>
                  <a:pt x="98298" y="147447"/>
                </a:lnTo>
                <a:lnTo>
                  <a:pt x="539496" y="147447"/>
                </a:lnTo>
                <a:lnTo>
                  <a:pt x="539496" y="49149"/>
                </a:lnTo>
                <a:lnTo>
                  <a:pt x="98298" y="49149"/>
                </a:lnTo>
                <a:lnTo>
                  <a:pt x="982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78085" y="6196620"/>
            <a:ext cx="306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dB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Units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definitions</a:t>
            </a:r>
            <a:r>
              <a:rPr spc="-50" dirty="0"/>
              <a:t> 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Decibel</a:t>
            </a:r>
            <a:r>
              <a:rPr spc="-4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4858" y="4393612"/>
          <a:ext cx="5805804" cy="195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20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ratio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+3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Equality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3 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dB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083" y="1930907"/>
            <a:ext cx="587205" cy="1022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4216" y="1926335"/>
            <a:ext cx="591311" cy="10226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84306" y="1473419"/>
            <a:ext cx="1245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DD462F"/>
                </a:solidFill>
                <a:latin typeface="Calibri"/>
                <a:cs typeface="Calibri"/>
              </a:rPr>
              <a:t>Transmitter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62206" y="1512105"/>
            <a:ext cx="92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D462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7469" y="2163136"/>
            <a:ext cx="332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DD462F"/>
                </a:solidFill>
                <a:latin typeface="Calibri"/>
                <a:cs typeface="Calibri"/>
              </a:rPr>
              <a:t>Air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0959" y="2273807"/>
            <a:ext cx="382511" cy="5532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32373" y="3012549"/>
            <a:ext cx="20916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1950" b="1" baseline="-21367" dirty="0">
                <a:latin typeface="Calibri"/>
                <a:cs typeface="Calibri"/>
              </a:rPr>
              <a:t>T</a:t>
            </a:r>
            <a:r>
              <a:rPr sz="1950" b="1" spc="20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Transmit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power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73346" y="2458971"/>
            <a:ext cx="3002280" cy="76200"/>
            <a:chOff x="4673346" y="2458971"/>
            <a:chExt cx="3002280" cy="76200"/>
          </a:xfrm>
        </p:grpSpPr>
        <p:sp>
          <p:nvSpPr>
            <p:cNvPr id="12" name="object 12"/>
            <p:cNvSpPr/>
            <p:nvPr/>
          </p:nvSpPr>
          <p:spPr>
            <a:xfrm>
              <a:off x="4673346" y="2497073"/>
              <a:ext cx="2938780" cy="0"/>
            </a:xfrm>
            <a:custGeom>
              <a:avLst/>
              <a:gdLst/>
              <a:ahLst/>
              <a:cxnLst/>
              <a:rect l="l" t="t" r="r" b="b"/>
              <a:pathLst>
                <a:path w="2938779">
                  <a:moveTo>
                    <a:pt x="0" y="0"/>
                  </a:moveTo>
                  <a:lnTo>
                    <a:pt x="2938348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8998" y="24589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03722" y="2919083"/>
            <a:ext cx="3745229" cy="8216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1950" b="1" baseline="-21367" dirty="0">
                <a:latin typeface="Calibri"/>
                <a:cs typeface="Calibri"/>
              </a:rPr>
              <a:t>R</a:t>
            </a:r>
            <a:r>
              <a:rPr sz="1950" b="1" spc="209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Received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power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  <a:tabLst>
                <a:tab pos="414655" algn="l"/>
              </a:tabLst>
            </a:pPr>
            <a:r>
              <a:rPr sz="2000" b="1" spc="-25" dirty="0">
                <a:latin typeface="Calibri"/>
                <a:cs typeface="Calibri"/>
              </a:rPr>
              <a:t>P</a:t>
            </a:r>
            <a:r>
              <a:rPr sz="1950" b="1" spc="-37" baseline="-21367" dirty="0">
                <a:latin typeface="Calibri"/>
                <a:cs typeface="Calibri"/>
              </a:rPr>
              <a:t>R</a:t>
            </a:r>
            <a:r>
              <a:rPr sz="1950" b="1" baseline="-21367" dirty="0"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billion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P</a:t>
            </a:r>
            <a:r>
              <a:rPr sz="1950" b="1" spc="-37" baseline="-21367" dirty="0">
                <a:latin typeface="Calibri"/>
                <a:cs typeface="Calibri"/>
              </a:rPr>
              <a:t>T</a:t>
            </a:r>
            <a:endParaRPr sz="1950" baseline="-21367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9837" y="4322891"/>
            <a:ext cx="1617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12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6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60" dirty="0">
                <a:solidFill>
                  <a:srgbClr val="FF0000"/>
                </a:solidFill>
                <a:latin typeface="Cambria Math"/>
                <a:cs typeface="Cambria Math"/>
              </a:rPr>
              <a:t>0         </a:t>
            </a:r>
            <a:r>
              <a:rPr lang="fr-FR" sz="1800" spc="-360" baseline="30000" dirty="0">
                <a:solidFill>
                  <a:srgbClr val="FF0000"/>
                </a:solidFill>
                <a:latin typeface="Cambria Math"/>
                <a:cs typeface="Cambria Math"/>
              </a:rPr>
              <a:t>9 </a:t>
            </a:r>
            <a:r>
              <a:rPr sz="1950" spc="209" baseline="2777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×</a:t>
            </a:r>
            <a:r>
              <a:rPr sz="18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172" baseline="-14957" dirty="0">
                <a:solidFill>
                  <a:srgbClr val="FF0000"/>
                </a:solidFill>
                <a:latin typeface="Cambria Math"/>
                <a:cs typeface="Cambria Math"/>
              </a:rPr>
              <a:t>𝘙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72983" y="3845052"/>
            <a:ext cx="196850" cy="436245"/>
          </a:xfrm>
          <a:custGeom>
            <a:avLst/>
            <a:gdLst/>
            <a:ahLst/>
            <a:cxnLst/>
            <a:rect l="l" t="t" r="r" b="b"/>
            <a:pathLst>
              <a:path w="196850" h="436245">
                <a:moveTo>
                  <a:pt x="147447" y="0"/>
                </a:moveTo>
                <a:lnTo>
                  <a:pt x="49149" y="0"/>
                </a:lnTo>
                <a:lnTo>
                  <a:pt x="49149" y="337566"/>
                </a:lnTo>
                <a:lnTo>
                  <a:pt x="0" y="337566"/>
                </a:lnTo>
                <a:lnTo>
                  <a:pt x="98298" y="435864"/>
                </a:lnTo>
                <a:lnTo>
                  <a:pt x="196596" y="337566"/>
                </a:lnTo>
                <a:lnTo>
                  <a:pt x="147447" y="337566"/>
                </a:lnTo>
                <a:lnTo>
                  <a:pt x="1474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613960" y="4316796"/>
            <a:ext cx="239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     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×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×</a:t>
            </a:r>
            <a:r>
              <a:rPr sz="18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…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× 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172" baseline="-14957" dirty="0">
                <a:solidFill>
                  <a:srgbClr val="FF0000"/>
                </a:solidFill>
                <a:latin typeface="Cambria Math"/>
                <a:cs typeface="Cambria Math"/>
              </a:rPr>
              <a:t>𝘙</a:t>
            </a:r>
            <a:endParaRPr sz="1950" baseline="-14957" dirty="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59814" y="4605718"/>
            <a:ext cx="452755" cy="889635"/>
            <a:chOff x="7659814" y="4605718"/>
            <a:chExt cx="452755" cy="889635"/>
          </a:xfrm>
        </p:grpSpPr>
        <p:sp>
          <p:nvSpPr>
            <p:cNvPr id="19" name="object 19"/>
            <p:cNvSpPr/>
            <p:nvPr/>
          </p:nvSpPr>
          <p:spPr>
            <a:xfrm>
              <a:off x="7674102" y="4620005"/>
              <a:ext cx="368300" cy="836294"/>
            </a:xfrm>
            <a:custGeom>
              <a:avLst/>
              <a:gdLst/>
              <a:ahLst/>
              <a:cxnLst/>
              <a:rect l="l" t="t" r="r" b="b"/>
              <a:pathLst>
                <a:path w="368300" h="836295">
                  <a:moveTo>
                    <a:pt x="0" y="0"/>
                  </a:moveTo>
                  <a:lnTo>
                    <a:pt x="1291" y="56889"/>
                  </a:lnTo>
                  <a:lnTo>
                    <a:pt x="5086" y="113551"/>
                  </a:lnTo>
                  <a:lnTo>
                    <a:pt x="11269" y="169759"/>
                  </a:lnTo>
                  <a:lnTo>
                    <a:pt x="19721" y="225287"/>
                  </a:lnTo>
                  <a:lnTo>
                    <a:pt x="30327" y="279906"/>
                  </a:lnTo>
                  <a:lnTo>
                    <a:pt x="42969" y="333391"/>
                  </a:lnTo>
                  <a:lnTo>
                    <a:pt x="57530" y="385514"/>
                  </a:lnTo>
                  <a:lnTo>
                    <a:pt x="73893" y="436047"/>
                  </a:lnTo>
                  <a:lnTo>
                    <a:pt x="91941" y="484765"/>
                  </a:lnTo>
                  <a:lnTo>
                    <a:pt x="111556" y="531441"/>
                  </a:lnTo>
                  <a:lnTo>
                    <a:pt x="132623" y="575846"/>
                  </a:lnTo>
                  <a:lnTo>
                    <a:pt x="155023" y="617754"/>
                  </a:lnTo>
                  <a:lnTo>
                    <a:pt x="178640" y="656939"/>
                  </a:lnTo>
                  <a:lnTo>
                    <a:pt x="203357" y="693173"/>
                  </a:lnTo>
                  <a:lnTo>
                    <a:pt x="229057" y="726230"/>
                  </a:lnTo>
                  <a:lnTo>
                    <a:pt x="255622" y="755881"/>
                  </a:lnTo>
                  <a:lnTo>
                    <a:pt x="310881" y="804062"/>
                  </a:lnTo>
                  <a:lnTo>
                    <a:pt x="339341" y="822138"/>
                  </a:lnTo>
                  <a:lnTo>
                    <a:pt x="368198" y="83590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19882" y="5411077"/>
              <a:ext cx="92710" cy="84455"/>
            </a:xfrm>
            <a:custGeom>
              <a:avLst/>
              <a:gdLst/>
              <a:ahLst/>
              <a:cxnLst/>
              <a:rect l="l" t="t" r="r" b="b"/>
              <a:pathLst>
                <a:path w="92709" h="84454">
                  <a:moveTo>
                    <a:pt x="16878" y="0"/>
                  </a:moveTo>
                  <a:lnTo>
                    <a:pt x="0" y="84048"/>
                  </a:lnTo>
                  <a:lnTo>
                    <a:pt x="92481" y="58902"/>
                  </a:lnTo>
                  <a:lnTo>
                    <a:pt x="1687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8919209" y="4627626"/>
            <a:ext cx="1527175" cy="175260"/>
          </a:xfrm>
          <a:custGeom>
            <a:avLst/>
            <a:gdLst/>
            <a:ahLst/>
            <a:cxnLst/>
            <a:rect l="l" t="t" r="r" b="b"/>
            <a:pathLst>
              <a:path w="1527175" h="175260">
                <a:moveTo>
                  <a:pt x="1527048" y="0"/>
                </a:moveTo>
                <a:lnTo>
                  <a:pt x="1521849" y="34110"/>
                </a:lnTo>
                <a:lnTo>
                  <a:pt x="1507672" y="61964"/>
                </a:lnTo>
                <a:lnTo>
                  <a:pt x="1486644" y="80744"/>
                </a:lnTo>
                <a:lnTo>
                  <a:pt x="1460893" y="87630"/>
                </a:lnTo>
                <a:lnTo>
                  <a:pt x="829678" y="87630"/>
                </a:lnTo>
                <a:lnTo>
                  <a:pt x="803927" y="94515"/>
                </a:lnTo>
                <a:lnTo>
                  <a:pt x="782899" y="113295"/>
                </a:lnTo>
                <a:lnTo>
                  <a:pt x="768722" y="141149"/>
                </a:lnTo>
                <a:lnTo>
                  <a:pt x="763524" y="175260"/>
                </a:lnTo>
                <a:lnTo>
                  <a:pt x="758325" y="141149"/>
                </a:lnTo>
                <a:lnTo>
                  <a:pt x="744148" y="113295"/>
                </a:lnTo>
                <a:lnTo>
                  <a:pt x="723120" y="94515"/>
                </a:lnTo>
                <a:lnTo>
                  <a:pt x="697369" y="87630"/>
                </a:lnTo>
                <a:lnTo>
                  <a:pt x="66154" y="87630"/>
                </a:lnTo>
                <a:lnTo>
                  <a:pt x="40403" y="80744"/>
                </a:lnTo>
                <a:lnTo>
                  <a:pt x="19375" y="61964"/>
                </a:lnTo>
                <a:lnTo>
                  <a:pt x="5198" y="34110"/>
                </a:ln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19209" y="5147309"/>
            <a:ext cx="1527175" cy="215265"/>
          </a:xfrm>
          <a:custGeom>
            <a:avLst/>
            <a:gdLst/>
            <a:ahLst/>
            <a:cxnLst/>
            <a:rect l="l" t="t" r="r" b="b"/>
            <a:pathLst>
              <a:path w="1527175" h="215264">
                <a:moveTo>
                  <a:pt x="1527048" y="214883"/>
                </a:moveTo>
                <a:lnTo>
                  <a:pt x="1520674" y="173064"/>
                </a:lnTo>
                <a:lnTo>
                  <a:pt x="1503294" y="138912"/>
                </a:lnTo>
                <a:lnTo>
                  <a:pt x="1477515" y="115885"/>
                </a:lnTo>
                <a:lnTo>
                  <a:pt x="1445945" y="107441"/>
                </a:lnTo>
                <a:lnTo>
                  <a:pt x="844638" y="107441"/>
                </a:lnTo>
                <a:lnTo>
                  <a:pt x="813062" y="98998"/>
                </a:lnTo>
                <a:lnTo>
                  <a:pt x="787279" y="75971"/>
                </a:lnTo>
                <a:lnTo>
                  <a:pt x="769897" y="41819"/>
                </a:lnTo>
                <a:lnTo>
                  <a:pt x="763524" y="0"/>
                </a:lnTo>
                <a:lnTo>
                  <a:pt x="757150" y="41819"/>
                </a:lnTo>
                <a:lnTo>
                  <a:pt x="739770" y="75971"/>
                </a:lnTo>
                <a:lnTo>
                  <a:pt x="713991" y="98998"/>
                </a:lnTo>
                <a:lnTo>
                  <a:pt x="682421" y="107441"/>
                </a:lnTo>
                <a:lnTo>
                  <a:pt x="81102" y="107441"/>
                </a:lnTo>
                <a:lnTo>
                  <a:pt x="49532" y="115885"/>
                </a:lnTo>
                <a:lnTo>
                  <a:pt x="23753" y="138912"/>
                </a:lnTo>
                <a:lnTo>
                  <a:pt x="6373" y="173064"/>
                </a:lnTo>
                <a:lnTo>
                  <a:pt x="0" y="214883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01738" y="4806696"/>
            <a:ext cx="283845" cy="195580"/>
          </a:xfrm>
          <a:custGeom>
            <a:avLst/>
            <a:gdLst/>
            <a:ahLst/>
            <a:cxnLst/>
            <a:rect l="l" t="t" r="r" b="b"/>
            <a:pathLst>
              <a:path w="283845" h="195579">
                <a:moveTo>
                  <a:pt x="97536" y="0"/>
                </a:moveTo>
                <a:lnTo>
                  <a:pt x="0" y="97535"/>
                </a:lnTo>
                <a:lnTo>
                  <a:pt x="97536" y="195071"/>
                </a:lnTo>
                <a:lnTo>
                  <a:pt x="97536" y="146303"/>
                </a:lnTo>
                <a:lnTo>
                  <a:pt x="283464" y="146303"/>
                </a:lnTo>
                <a:lnTo>
                  <a:pt x="283464" y="48767"/>
                </a:lnTo>
                <a:lnTo>
                  <a:pt x="97536" y="48767"/>
                </a:lnTo>
                <a:lnTo>
                  <a:pt x="975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2127" y="4774691"/>
            <a:ext cx="283845" cy="195580"/>
          </a:xfrm>
          <a:custGeom>
            <a:avLst/>
            <a:gdLst/>
            <a:ahLst/>
            <a:cxnLst/>
            <a:rect l="l" t="t" r="r" b="b"/>
            <a:pathLst>
              <a:path w="283845" h="195579">
                <a:moveTo>
                  <a:pt x="185928" y="0"/>
                </a:moveTo>
                <a:lnTo>
                  <a:pt x="185928" y="48767"/>
                </a:lnTo>
                <a:lnTo>
                  <a:pt x="0" y="48767"/>
                </a:lnTo>
                <a:lnTo>
                  <a:pt x="0" y="146303"/>
                </a:lnTo>
                <a:lnTo>
                  <a:pt x="185928" y="146303"/>
                </a:lnTo>
                <a:lnTo>
                  <a:pt x="185928" y="195071"/>
                </a:lnTo>
                <a:lnTo>
                  <a:pt x="283464" y="97535"/>
                </a:lnTo>
                <a:lnTo>
                  <a:pt x="1859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1170163" y="2885255"/>
            <a:ext cx="489584" cy="2311400"/>
            <a:chOff x="11170163" y="2885255"/>
            <a:chExt cx="489584" cy="2311400"/>
          </a:xfrm>
        </p:grpSpPr>
        <p:sp>
          <p:nvSpPr>
            <p:cNvPr id="26" name="object 26"/>
            <p:cNvSpPr/>
            <p:nvPr/>
          </p:nvSpPr>
          <p:spPr>
            <a:xfrm>
              <a:off x="11236192" y="2919075"/>
              <a:ext cx="408940" cy="2263775"/>
            </a:xfrm>
            <a:custGeom>
              <a:avLst/>
              <a:gdLst/>
              <a:ahLst/>
              <a:cxnLst/>
              <a:rect l="l" t="t" r="r" b="b"/>
              <a:pathLst>
                <a:path w="408940" h="2263775">
                  <a:moveTo>
                    <a:pt x="408736" y="2263190"/>
                  </a:moveTo>
                  <a:lnTo>
                    <a:pt x="408473" y="2196853"/>
                  </a:lnTo>
                  <a:lnTo>
                    <a:pt x="407689" y="2130564"/>
                  </a:lnTo>
                  <a:lnTo>
                    <a:pt x="406395" y="2064375"/>
                  </a:lnTo>
                  <a:lnTo>
                    <a:pt x="404602" y="1998334"/>
                  </a:lnTo>
                  <a:lnTo>
                    <a:pt x="402319" y="1932490"/>
                  </a:lnTo>
                  <a:lnTo>
                    <a:pt x="399557" y="1866893"/>
                  </a:lnTo>
                  <a:lnTo>
                    <a:pt x="396326" y="1801593"/>
                  </a:lnTo>
                  <a:lnTo>
                    <a:pt x="392636" y="1736639"/>
                  </a:lnTo>
                  <a:lnTo>
                    <a:pt x="388497" y="1672080"/>
                  </a:lnTo>
                  <a:lnTo>
                    <a:pt x="383921" y="1607966"/>
                  </a:lnTo>
                  <a:lnTo>
                    <a:pt x="378916" y="1544346"/>
                  </a:lnTo>
                  <a:lnTo>
                    <a:pt x="373493" y="1481269"/>
                  </a:lnTo>
                  <a:lnTo>
                    <a:pt x="367663" y="1418786"/>
                  </a:lnTo>
                  <a:lnTo>
                    <a:pt x="361435" y="1356945"/>
                  </a:lnTo>
                  <a:lnTo>
                    <a:pt x="354820" y="1295795"/>
                  </a:lnTo>
                  <a:lnTo>
                    <a:pt x="347829" y="1235387"/>
                  </a:lnTo>
                  <a:lnTo>
                    <a:pt x="340470" y="1175770"/>
                  </a:lnTo>
                  <a:lnTo>
                    <a:pt x="332756" y="1116992"/>
                  </a:lnTo>
                  <a:lnTo>
                    <a:pt x="324695" y="1059104"/>
                  </a:lnTo>
                  <a:lnTo>
                    <a:pt x="316298" y="1002155"/>
                  </a:lnTo>
                  <a:lnTo>
                    <a:pt x="307575" y="946194"/>
                  </a:lnTo>
                  <a:lnTo>
                    <a:pt x="298537" y="891271"/>
                  </a:lnTo>
                  <a:lnTo>
                    <a:pt x="289194" y="837435"/>
                  </a:lnTo>
                  <a:lnTo>
                    <a:pt x="279556" y="784736"/>
                  </a:lnTo>
                  <a:lnTo>
                    <a:pt x="269633" y="733223"/>
                  </a:lnTo>
                  <a:lnTo>
                    <a:pt x="259435" y="682945"/>
                  </a:lnTo>
                  <a:lnTo>
                    <a:pt x="248973" y="633951"/>
                  </a:lnTo>
                  <a:lnTo>
                    <a:pt x="238258" y="586292"/>
                  </a:lnTo>
                  <a:lnTo>
                    <a:pt x="227298" y="540017"/>
                  </a:lnTo>
                  <a:lnTo>
                    <a:pt x="216105" y="495175"/>
                  </a:lnTo>
                  <a:lnTo>
                    <a:pt x="204688" y="451815"/>
                  </a:lnTo>
                  <a:lnTo>
                    <a:pt x="193058" y="409987"/>
                  </a:lnTo>
                  <a:lnTo>
                    <a:pt x="181226" y="369741"/>
                  </a:lnTo>
                  <a:lnTo>
                    <a:pt x="169200" y="331125"/>
                  </a:lnTo>
                  <a:lnTo>
                    <a:pt x="156993" y="294189"/>
                  </a:lnTo>
                  <a:lnTo>
                    <a:pt x="132071" y="225556"/>
                  </a:lnTo>
                  <a:lnTo>
                    <a:pt x="106543" y="164236"/>
                  </a:lnTo>
                  <a:lnTo>
                    <a:pt x="80489" y="110625"/>
                  </a:lnTo>
                  <a:lnTo>
                    <a:pt x="53993" y="65119"/>
                  </a:lnTo>
                  <a:lnTo>
                    <a:pt x="27136" y="28112"/>
                  </a:lnTo>
                  <a:lnTo>
                    <a:pt x="13598" y="12919"/>
                  </a:ln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170163" y="2885255"/>
              <a:ext cx="95885" cy="78740"/>
            </a:xfrm>
            <a:custGeom>
              <a:avLst/>
              <a:gdLst/>
              <a:ahLst/>
              <a:cxnLst/>
              <a:rect l="l" t="t" r="r" b="b"/>
              <a:pathLst>
                <a:path w="95884" h="78739">
                  <a:moveTo>
                    <a:pt x="95707" y="0"/>
                  </a:moveTo>
                  <a:lnTo>
                    <a:pt x="0" y="5003"/>
                  </a:lnTo>
                  <a:lnTo>
                    <a:pt x="61429" y="78574"/>
                  </a:lnTo>
                  <a:lnTo>
                    <a:pt x="957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75447" y="4749956"/>
            <a:ext cx="3625850" cy="8737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880"/>
              </a:spcBef>
            </a:pPr>
            <a:r>
              <a:rPr sz="1400" spc="-420" dirty="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𝑡𝑖𝑚𝑒𝑠</a:t>
            </a:r>
            <a:endParaRPr sz="1400" dirty="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335"/>
              </a:spcBef>
            </a:pP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𝐺</a:t>
            </a:r>
            <a:r>
              <a:rPr sz="1950" spc="127" baseline="-14957" dirty="0">
                <a:solidFill>
                  <a:srgbClr val="FF0000"/>
                </a:solidFill>
                <a:latin typeface="Cambria Math"/>
                <a:cs typeface="Cambria Math"/>
              </a:rPr>
              <a:t>𝑑𝐵</a:t>
            </a:r>
            <a:r>
              <a:rPr sz="1950" spc="419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+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+</a:t>
            </a:r>
            <a:r>
              <a:rPr sz="18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40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lang="fr-FR" sz="1800" spc="-340" dirty="0">
                <a:solidFill>
                  <a:srgbClr val="FF0000"/>
                </a:solidFill>
                <a:latin typeface="Cambria Math"/>
                <a:cs typeface="Cambria Math"/>
              </a:rPr>
              <a:t>0</a:t>
            </a:r>
            <a:r>
              <a:rPr sz="18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…</a:t>
            </a:r>
            <a:r>
              <a:rPr sz="1800" spc="3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baseline="-3472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600" spc="202" baseline="-347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fr-FR" sz="3600" spc="202" baseline="-3472" dirty="0">
                <a:solidFill>
                  <a:srgbClr val="FF0000"/>
                </a:solidFill>
                <a:latin typeface="Cambria Math"/>
                <a:cs typeface="Cambria Math"/>
              </a:rPr>
              <a:t>90dB</a:t>
            </a:r>
            <a:endParaRPr sz="3600" baseline="-3472" dirty="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63723" y="2406793"/>
            <a:ext cx="2337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90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dB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attenuation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decibel</a:t>
            </a:r>
            <a:r>
              <a:rPr spc="-3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power</a:t>
            </a:r>
            <a:r>
              <a:rPr spc="-30" dirty="0"/>
              <a:t> </a:t>
            </a:r>
            <a:r>
              <a:rPr dirty="0"/>
              <a:t>:</a:t>
            </a:r>
            <a:r>
              <a:rPr spc="5" dirty="0"/>
              <a:t> </a:t>
            </a:r>
            <a:r>
              <a:rPr spc="-25" dirty="0"/>
              <a:t>dBm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58843" y="2396782"/>
          <a:ext cx="6641465" cy="195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marL="874394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ratio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163830" algn="ctr">
                        <a:lnSpc>
                          <a:spcPts val="221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44450" algn="ctr">
                        <a:lnSpc>
                          <a:spcPts val="223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Multiplication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44450" algn="ctr">
                        <a:lnSpc>
                          <a:spcPts val="2290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Equality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R="123825" algn="ctr">
                        <a:lnSpc>
                          <a:spcPts val="2300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1037590">
                        <a:lnSpc>
                          <a:spcPts val="237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Division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568886" y="545782"/>
            <a:ext cx="3904615" cy="1493520"/>
            <a:chOff x="5568886" y="545782"/>
            <a:chExt cx="3904615" cy="1493520"/>
          </a:xfrm>
        </p:grpSpPr>
        <p:sp>
          <p:nvSpPr>
            <p:cNvPr id="5" name="object 5"/>
            <p:cNvSpPr/>
            <p:nvPr/>
          </p:nvSpPr>
          <p:spPr>
            <a:xfrm>
              <a:off x="7386827" y="1892896"/>
              <a:ext cx="1991995" cy="18415"/>
            </a:xfrm>
            <a:custGeom>
              <a:avLst/>
              <a:gdLst/>
              <a:ahLst/>
              <a:cxnLst/>
              <a:rect l="l" t="t" r="r" b="b"/>
              <a:pathLst>
                <a:path w="1991995" h="18414">
                  <a:moveTo>
                    <a:pt x="1991868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991868" y="18287"/>
                  </a:lnTo>
                  <a:lnTo>
                    <a:pt x="1991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83173" y="560069"/>
              <a:ext cx="513715" cy="528955"/>
            </a:xfrm>
            <a:custGeom>
              <a:avLst/>
              <a:gdLst/>
              <a:ahLst/>
              <a:cxnLst/>
              <a:rect l="l" t="t" r="r" b="b"/>
              <a:pathLst>
                <a:path w="513714" h="528955">
                  <a:moveTo>
                    <a:pt x="0" y="264413"/>
                  </a:moveTo>
                  <a:lnTo>
                    <a:pt x="4137" y="216883"/>
                  </a:lnTo>
                  <a:lnTo>
                    <a:pt x="16065" y="172149"/>
                  </a:lnTo>
                  <a:lnTo>
                    <a:pt x="35060" y="130956"/>
                  </a:lnTo>
                  <a:lnTo>
                    <a:pt x="60395" y="94053"/>
                  </a:lnTo>
                  <a:lnTo>
                    <a:pt x="91345" y="62185"/>
                  </a:lnTo>
                  <a:lnTo>
                    <a:pt x="127186" y="36099"/>
                  </a:lnTo>
                  <a:lnTo>
                    <a:pt x="167191" y="16541"/>
                  </a:lnTo>
                  <a:lnTo>
                    <a:pt x="210635" y="4259"/>
                  </a:lnTo>
                  <a:lnTo>
                    <a:pt x="256794" y="0"/>
                  </a:lnTo>
                  <a:lnTo>
                    <a:pt x="302952" y="4259"/>
                  </a:lnTo>
                  <a:lnTo>
                    <a:pt x="346396" y="16541"/>
                  </a:lnTo>
                  <a:lnTo>
                    <a:pt x="386401" y="36099"/>
                  </a:lnTo>
                  <a:lnTo>
                    <a:pt x="422242" y="62185"/>
                  </a:lnTo>
                  <a:lnTo>
                    <a:pt x="453192" y="94053"/>
                  </a:lnTo>
                  <a:lnTo>
                    <a:pt x="478527" y="130956"/>
                  </a:lnTo>
                  <a:lnTo>
                    <a:pt x="497522" y="172149"/>
                  </a:lnTo>
                  <a:lnTo>
                    <a:pt x="509450" y="216883"/>
                  </a:lnTo>
                  <a:lnTo>
                    <a:pt x="513588" y="264413"/>
                  </a:lnTo>
                  <a:lnTo>
                    <a:pt x="509450" y="311944"/>
                  </a:lnTo>
                  <a:lnTo>
                    <a:pt x="497522" y="356678"/>
                  </a:lnTo>
                  <a:lnTo>
                    <a:pt x="478527" y="397871"/>
                  </a:lnTo>
                  <a:lnTo>
                    <a:pt x="453192" y="434774"/>
                  </a:lnTo>
                  <a:lnTo>
                    <a:pt x="422242" y="466642"/>
                  </a:lnTo>
                  <a:lnTo>
                    <a:pt x="386401" y="492728"/>
                  </a:lnTo>
                  <a:lnTo>
                    <a:pt x="346396" y="512286"/>
                  </a:lnTo>
                  <a:lnTo>
                    <a:pt x="302952" y="524568"/>
                  </a:lnTo>
                  <a:lnTo>
                    <a:pt x="256794" y="528827"/>
                  </a:lnTo>
                  <a:lnTo>
                    <a:pt x="210635" y="524568"/>
                  </a:lnTo>
                  <a:lnTo>
                    <a:pt x="167191" y="512286"/>
                  </a:lnTo>
                  <a:lnTo>
                    <a:pt x="127186" y="492728"/>
                  </a:lnTo>
                  <a:lnTo>
                    <a:pt x="91345" y="466642"/>
                  </a:lnTo>
                  <a:lnTo>
                    <a:pt x="60395" y="434774"/>
                  </a:lnTo>
                  <a:lnTo>
                    <a:pt x="35060" y="397871"/>
                  </a:lnTo>
                  <a:lnTo>
                    <a:pt x="16065" y="356678"/>
                  </a:lnTo>
                  <a:lnTo>
                    <a:pt x="4137" y="311944"/>
                  </a:lnTo>
                  <a:lnTo>
                    <a:pt x="0" y="26441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20505" y="1495805"/>
              <a:ext cx="838200" cy="528955"/>
            </a:xfrm>
            <a:custGeom>
              <a:avLst/>
              <a:gdLst/>
              <a:ahLst/>
              <a:cxnLst/>
              <a:rect l="l" t="t" r="r" b="b"/>
              <a:pathLst>
                <a:path w="838200" h="528955">
                  <a:moveTo>
                    <a:pt x="0" y="264413"/>
                  </a:moveTo>
                  <a:lnTo>
                    <a:pt x="14971" y="194120"/>
                  </a:lnTo>
                  <a:lnTo>
                    <a:pt x="57220" y="130956"/>
                  </a:lnTo>
                  <a:lnTo>
                    <a:pt x="87326" y="102836"/>
                  </a:lnTo>
                  <a:lnTo>
                    <a:pt x="122753" y="77443"/>
                  </a:lnTo>
                  <a:lnTo>
                    <a:pt x="163002" y="55092"/>
                  </a:lnTo>
                  <a:lnTo>
                    <a:pt x="207574" y="36099"/>
                  </a:lnTo>
                  <a:lnTo>
                    <a:pt x="255969" y="20778"/>
                  </a:lnTo>
                  <a:lnTo>
                    <a:pt x="307688" y="9444"/>
                  </a:lnTo>
                  <a:lnTo>
                    <a:pt x="362231" y="2413"/>
                  </a:lnTo>
                  <a:lnTo>
                    <a:pt x="419100" y="0"/>
                  </a:lnTo>
                  <a:lnTo>
                    <a:pt x="475968" y="2413"/>
                  </a:lnTo>
                  <a:lnTo>
                    <a:pt x="530511" y="9444"/>
                  </a:lnTo>
                  <a:lnTo>
                    <a:pt x="582230" y="20778"/>
                  </a:lnTo>
                  <a:lnTo>
                    <a:pt x="630625" y="36099"/>
                  </a:lnTo>
                  <a:lnTo>
                    <a:pt x="675197" y="55092"/>
                  </a:lnTo>
                  <a:lnTo>
                    <a:pt x="715446" y="77443"/>
                  </a:lnTo>
                  <a:lnTo>
                    <a:pt x="750873" y="102836"/>
                  </a:lnTo>
                  <a:lnTo>
                    <a:pt x="780979" y="130956"/>
                  </a:lnTo>
                  <a:lnTo>
                    <a:pt x="805264" y="161489"/>
                  </a:lnTo>
                  <a:lnTo>
                    <a:pt x="834374" y="228533"/>
                  </a:lnTo>
                  <a:lnTo>
                    <a:pt x="838200" y="264413"/>
                  </a:lnTo>
                  <a:lnTo>
                    <a:pt x="834374" y="300294"/>
                  </a:lnTo>
                  <a:lnTo>
                    <a:pt x="805264" y="367338"/>
                  </a:lnTo>
                  <a:lnTo>
                    <a:pt x="780979" y="397871"/>
                  </a:lnTo>
                  <a:lnTo>
                    <a:pt x="750873" y="425991"/>
                  </a:lnTo>
                  <a:lnTo>
                    <a:pt x="715446" y="451384"/>
                  </a:lnTo>
                  <a:lnTo>
                    <a:pt x="675197" y="473735"/>
                  </a:lnTo>
                  <a:lnTo>
                    <a:pt x="630625" y="492728"/>
                  </a:lnTo>
                  <a:lnTo>
                    <a:pt x="582230" y="508049"/>
                  </a:lnTo>
                  <a:lnTo>
                    <a:pt x="530511" y="519383"/>
                  </a:lnTo>
                  <a:lnTo>
                    <a:pt x="475968" y="526414"/>
                  </a:lnTo>
                  <a:lnTo>
                    <a:pt x="419100" y="528827"/>
                  </a:lnTo>
                  <a:lnTo>
                    <a:pt x="362231" y="526414"/>
                  </a:lnTo>
                  <a:lnTo>
                    <a:pt x="307688" y="519383"/>
                  </a:lnTo>
                  <a:lnTo>
                    <a:pt x="255969" y="508049"/>
                  </a:lnTo>
                  <a:lnTo>
                    <a:pt x="207574" y="492728"/>
                  </a:lnTo>
                  <a:lnTo>
                    <a:pt x="163002" y="473735"/>
                  </a:lnTo>
                  <a:lnTo>
                    <a:pt x="122753" y="451384"/>
                  </a:lnTo>
                  <a:lnTo>
                    <a:pt x="87326" y="425991"/>
                  </a:lnTo>
                  <a:lnTo>
                    <a:pt x="57220" y="397871"/>
                  </a:lnTo>
                  <a:lnTo>
                    <a:pt x="32935" y="367338"/>
                  </a:lnTo>
                  <a:lnTo>
                    <a:pt x="3825" y="300294"/>
                  </a:lnTo>
                  <a:lnTo>
                    <a:pt x="0" y="26441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71807" y="825535"/>
              <a:ext cx="2868295" cy="671830"/>
            </a:xfrm>
            <a:custGeom>
              <a:avLst/>
              <a:gdLst/>
              <a:ahLst/>
              <a:cxnLst/>
              <a:rect l="l" t="t" r="r" b="b"/>
              <a:pathLst>
                <a:path w="2868295" h="671830">
                  <a:moveTo>
                    <a:pt x="0" y="0"/>
                  </a:moveTo>
                  <a:lnTo>
                    <a:pt x="67766" y="753"/>
                  </a:lnTo>
                  <a:lnTo>
                    <a:pt x="135465" y="1967"/>
                  </a:lnTo>
                  <a:lnTo>
                    <a:pt x="203064" y="3634"/>
                  </a:lnTo>
                  <a:lnTo>
                    <a:pt x="270533" y="5746"/>
                  </a:lnTo>
                  <a:lnTo>
                    <a:pt x="337838" y="8296"/>
                  </a:lnTo>
                  <a:lnTo>
                    <a:pt x="404947" y="11277"/>
                  </a:lnTo>
                  <a:lnTo>
                    <a:pt x="471829" y="14681"/>
                  </a:lnTo>
                  <a:lnTo>
                    <a:pt x="538452" y="18502"/>
                  </a:lnTo>
                  <a:lnTo>
                    <a:pt x="604783" y="22732"/>
                  </a:lnTo>
                  <a:lnTo>
                    <a:pt x="670791" y="27363"/>
                  </a:lnTo>
                  <a:lnTo>
                    <a:pt x="736444" y="32388"/>
                  </a:lnTo>
                  <a:lnTo>
                    <a:pt x="801709" y="37800"/>
                  </a:lnTo>
                  <a:lnTo>
                    <a:pt x="866555" y="43592"/>
                  </a:lnTo>
                  <a:lnTo>
                    <a:pt x="930950" y="49757"/>
                  </a:lnTo>
                  <a:lnTo>
                    <a:pt x="994861" y="56286"/>
                  </a:lnTo>
                  <a:lnTo>
                    <a:pt x="1058258" y="63173"/>
                  </a:lnTo>
                  <a:lnTo>
                    <a:pt x="1121106" y="70411"/>
                  </a:lnTo>
                  <a:lnTo>
                    <a:pt x="1183376" y="77992"/>
                  </a:lnTo>
                  <a:lnTo>
                    <a:pt x="1245034" y="85909"/>
                  </a:lnTo>
                  <a:lnTo>
                    <a:pt x="1306049" y="94154"/>
                  </a:lnTo>
                  <a:lnTo>
                    <a:pt x="1366388" y="102721"/>
                  </a:lnTo>
                  <a:lnTo>
                    <a:pt x="1426021" y="111601"/>
                  </a:lnTo>
                  <a:lnTo>
                    <a:pt x="1484914" y="120789"/>
                  </a:lnTo>
                  <a:lnTo>
                    <a:pt x="1543036" y="130275"/>
                  </a:lnTo>
                  <a:lnTo>
                    <a:pt x="1600354" y="140054"/>
                  </a:lnTo>
                  <a:lnTo>
                    <a:pt x="1656837" y="150118"/>
                  </a:lnTo>
                  <a:lnTo>
                    <a:pt x="1712454" y="160458"/>
                  </a:lnTo>
                  <a:lnTo>
                    <a:pt x="1767170" y="171070"/>
                  </a:lnTo>
                  <a:lnTo>
                    <a:pt x="1820956" y="181943"/>
                  </a:lnTo>
                  <a:lnTo>
                    <a:pt x="1873778" y="193073"/>
                  </a:lnTo>
                  <a:lnTo>
                    <a:pt x="1925605" y="204451"/>
                  </a:lnTo>
                  <a:lnTo>
                    <a:pt x="1976405" y="216069"/>
                  </a:lnTo>
                  <a:lnTo>
                    <a:pt x="2026146" y="227922"/>
                  </a:lnTo>
                  <a:lnTo>
                    <a:pt x="2074795" y="240000"/>
                  </a:lnTo>
                  <a:lnTo>
                    <a:pt x="2122322" y="252298"/>
                  </a:lnTo>
                  <a:lnTo>
                    <a:pt x="2168693" y="264808"/>
                  </a:lnTo>
                  <a:lnTo>
                    <a:pt x="2213877" y="277522"/>
                  </a:lnTo>
                  <a:lnTo>
                    <a:pt x="2257841" y="290433"/>
                  </a:lnTo>
                  <a:lnTo>
                    <a:pt x="2300555" y="303534"/>
                  </a:lnTo>
                  <a:lnTo>
                    <a:pt x="2341985" y="316817"/>
                  </a:lnTo>
                  <a:lnTo>
                    <a:pt x="2382101" y="330276"/>
                  </a:lnTo>
                  <a:lnTo>
                    <a:pt x="2420869" y="343902"/>
                  </a:lnTo>
                  <a:lnTo>
                    <a:pt x="2458258" y="357690"/>
                  </a:lnTo>
                  <a:lnTo>
                    <a:pt x="2494235" y="371630"/>
                  </a:lnTo>
                  <a:lnTo>
                    <a:pt x="2561830" y="399942"/>
                  </a:lnTo>
                  <a:lnTo>
                    <a:pt x="2623395" y="428780"/>
                  </a:lnTo>
                  <a:lnTo>
                    <a:pt x="2678676" y="458085"/>
                  </a:lnTo>
                  <a:lnTo>
                    <a:pt x="2727417" y="487799"/>
                  </a:lnTo>
                  <a:lnTo>
                    <a:pt x="2769362" y="517863"/>
                  </a:lnTo>
                  <a:lnTo>
                    <a:pt x="2804254" y="548220"/>
                  </a:lnTo>
                  <a:lnTo>
                    <a:pt x="2831838" y="578810"/>
                  </a:lnTo>
                  <a:lnTo>
                    <a:pt x="2858951" y="625005"/>
                  </a:lnTo>
                  <a:lnTo>
                    <a:pt x="2867144" y="655924"/>
                  </a:lnTo>
                  <a:lnTo>
                    <a:pt x="2868180" y="67139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6763" y="782709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60" h="85725">
                  <a:moveTo>
                    <a:pt x="85890" y="0"/>
                  </a:moveTo>
                  <a:lnTo>
                    <a:pt x="0" y="42532"/>
                  </a:lnTo>
                  <a:lnTo>
                    <a:pt x="85559" y="85725"/>
                  </a:lnTo>
                  <a:lnTo>
                    <a:pt x="858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91165" y="4715662"/>
            <a:ext cx="528955" cy="529590"/>
            <a:chOff x="391165" y="4715662"/>
            <a:chExt cx="528955" cy="529590"/>
          </a:xfrm>
        </p:grpSpPr>
        <p:sp>
          <p:nvSpPr>
            <p:cNvPr id="11" name="object 11"/>
            <p:cNvSpPr/>
            <p:nvPr/>
          </p:nvSpPr>
          <p:spPr>
            <a:xfrm>
              <a:off x="391165" y="4788377"/>
              <a:ext cx="456565" cy="457200"/>
            </a:xfrm>
            <a:custGeom>
              <a:avLst/>
              <a:gdLst/>
              <a:ahLst/>
              <a:cxnLst/>
              <a:rect l="l" t="t" r="r" b="b"/>
              <a:pathLst>
                <a:path w="456565" h="457200">
                  <a:moveTo>
                    <a:pt x="0" y="456784"/>
                  </a:moveTo>
                  <a:lnTo>
                    <a:pt x="41610" y="331185"/>
                  </a:lnTo>
                  <a:lnTo>
                    <a:pt x="371848" y="0"/>
                  </a:lnTo>
                  <a:lnTo>
                    <a:pt x="456389" y="84614"/>
                  </a:lnTo>
                  <a:lnTo>
                    <a:pt x="206151" y="335069"/>
                  </a:lnTo>
                  <a:lnTo>
                    <a:pt x="88751" y="335069"/>
                  </a:lnTo>
                  <a:lnTo>
                    <a:pt x="76150" y="337351"/>
                  </a:lnTo>
                  <a:lnTo>
                    <a:pt x="64726" y="344406"/>
                  </a:lnTo>
                  <a:lnTo>
                    <a:pt x="46233" y="400595"/>
                  </a:lnTo>
                  <a:lnTo>
                    <a:pt x="56140" y="410511"/>
                  </a:lnTo>
                  <a:lnTo>
                    <a:pt x="130774" y="410511"/>
                  </a:lnTo>
                  <a:lnTo>
                    <a:pt x="126151" y="415138"/>
                  </a:lnTo>
                  <a:lnTo>
                    <a:pt x="0" y="456784"/>
                  </a:lnTo>
                  <a:close/>
                </a:path>
                <a:path w="456565" h="457200">
                  <a:moveTo>
                    <a:pt x="130774" y="410511"/>
                  </a:moveTo>
                  <a:lnTo>
                    <a:pt x="56140" y="410511"/>
                  </a:lnTo>
                  <a:lnTo>
                    <a:pt x="112281" y="392002"/>
                  </a:lnTo>
                  <a:lnTo>
                    <a:pt x="119711" y="380950"/>
                  </a:lnTo>
                  <a:lnTo>
                    <a:pt x="122188" y="368534"/>
                  </a:lnTo>
                  <a:lnTo>
                    <a:pt x="119711" y="356119"/>
                  </a:lnTo>
                  <a:lnTo>
                    <a:pt x="112281" y="345067"/>
                  </a:lnTo>
                  <a:lnTo>
                    <a:pt x="101228" y="337620"/>
                  </a:lnTo>
                  <a:lnTo>
                    <a:pt x="88751" y="335069"/>
                  </a:lnTo>
                  <a:lnTo>
                    <a:pt x="206151" y="335069"/>
                  </a:lnTo>
                  <a:lnTo>
                    <a:pt x="130774" y="410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507" y="4715662"/>
              <a:ext cx="138617" cy="13815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139974" y="5492238"/>
            <a:ext cx="208661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× </a:t>
            </a:r>
            <a:r>
              <a:rPr sz="2400" spc="-450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 ×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50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 ×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7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3386" y="5492238"/>
            <a:ext cx="46926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× </a:t>
            </a:r>
            <a:r>
              <a:rPr sz="2400" spc="-760" dirty="0">
                <a:solidFill>
                  <a:srgbClr val="FF0000"/>
                </a:solidFill>
                <a:latin typeface="Cambria Math"/>
                <a:cs typeface="Cambria Math"/>
              </a:rPr>
              <a:t>𝟐𝟐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6598" y="5492238"/>
            <a:ext cx="7937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70" dirty="0">
                <a:solidFill>
                  <a:srgbClr val="FF0000"/>
                </a:solidFill>
                <a:latin typeface="Cambria Math"/>
                <a:cs typeface="Cambria Math"/>
              </a:rPr>
              <a:t>𝟐𝟐W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548" y="1549490"/>
            <a:ext cx="10915650" cy="503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Segoe UI"/>
                <a:cs typeface="Segoe UI"/>
              </a:rPr>
              <a:t>dBm</a:t>
            </a:r>
            <a:r>
              <a:rPr sz="2400" b="1" spc="-4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:</a:t>
            </a:r>
            <a:r>
              <a:rPr sz="2400" b="1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Ratio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(in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decibel)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between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power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1mW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965"/>
              </a:spcBef>
            </a:pPr>
            <a:endParaRPr sz="2400" dirty="0">
              <a:latin typeface="Segoe UI"/>
              <a:cs typeface="Segoe UI"/>
            </a:endParaRPr>
          </a:p>
          <a:p>
            <a:pPr marL="9093835" marR="30480">
              <a:lnSpc>
                <a:spcPct val="89700"/>
              </a:lnSpc>
              <a:tabLst>
                <a:tab pos="9592310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x10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mW x2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mW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mW</a:t>
            </a:r>
            <a:endParaRPr sz="2400" dirty="0">
              <a:latin typeface="Calibri"/>
              <a:cs typeface="Calibri"/>
            </a:endParaRPr>
          </a:p>
          <a:p>
            <a:pPr marL="9093835">
              <a:lnSpc>
                <a:spcPts val="237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0,5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mW</a:t>
            </a:r>
            <a:endParaRPr sz="2400" dirty="0">
              <a:latin typeface="Calibri"/>
              <a:cs typeface="Calibri"/>
            </a:endParaRPr>
          </a:p>
          <a:p>
            <a:pPr marL="9098915">
              <a:lnSpc>
                <a:spcPts val="2775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0,1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mW</a:t>
            </a:r>
            <a:endParaRPr sz="2400" dirty="0">
              <a:latin typeface="Calibri"/>
              <a:cs typeface="Calibri"/>
            </a:endParaRPr>
          </a:p>
          <a:p>
            <a:pPr marL="496570" marR="369570">
              <a:lnSpc>
                <a:spcPct val="100000"/>
              </a:lnSpc>
              <a:spcBef>
                <a:spcPts val="2190"/>
              </a:spcBef>
            </a:pP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walkie-</a:t>
            </a:r>
            <a:r>
              <a:rPr sz="2400" dirty="0">
                <a:latin typeface="Segoe UI"/>
                <a:cs typeface="Segoe UI"/>
              </a:rPr>
              <a:t>talkie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has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transmission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2W.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What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transmission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dBm?</a:t>
            </a:r>
            <a:endParaRPr sz="2400" dirty="0">
              <a:latin typeface="Segoe UI"/>
              <a:cs typeface="Segoe UI"/>
            </a:endParaRPr>
          </a:p>
          <a:p>
            <a:pPr marL="2975610">
              <a:lnSpc>
                <a:spcPct val="100000"/>
              </a:lnSpc>
              <a:spcBef>
                <a:spcPts val="530"/>
              </a:spcBef>
            </a:pPr>
            <a:r>
              <a:rPr sz="2400" spc="95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2625" spc="142" baseline="-15873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r>
              <a:rPr sz="2625" spc="569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114" dirty="0">
                <a:solidFill>
                  <a:srgbClr val="FF0000"/>
                </a:solidFill>
                <a:latin typeface="Cambria Math"/>
                <a:cs typeface="Cambria Math"/>
              </a:rPr>
              <a:t>1𝑚W</a:t>
            </a:r>
            <a:endParaRPr sz="2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400" dirty="0">
              <a:latin typeface="Cambria Math"/>
              <a:cs typeface="Cambria Math"/>
            </a:endParaRPr>
          </a:p>
          <a:p>
            <a:pPr marL="2314575">
              <a:lnSpc>
                <a:spcPct val="100000"/>
              </a:lnSpc>
            </a:pPr>
            <a:r>
              <a:rPr sz="3600" spc="120" baseline="11574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750" spc="80" dirty="0">
                <a:solidFill>
                  <a:srgbClr val="FF0000"/>
                </a:solidFill>
                <a:latin typeface="Cambria Math"/>
                <a:cs typeface="Cambria Math"/>
              </a:rPr>
              <a:t>𝑇(𝑑𝐵𝑚)</a:t>
            </a:r>
            <a:r>
              <a:rPr sz="1750" spc="3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11574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lang="fr-FR" sz="3600" spc="-75" baseline="1157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endParaRPr sz="3600" baseline="11574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8445" y="6216175"/>
            <a:ext cx="1828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spc="-760" dirty="0">
                <a:solidFill>
                  <a:srgbClr val="FF0000"/>
                </a:solidFill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90613" y="6216175"/>
            <a:ext cx="6604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7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17561" y="6216175"/>
            <a:ext cx="66167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7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46033" y="6216175"/>
            <a:ext cx="6604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47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72980" y="6216175"/>
            <a:ext cx="47688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760" dirty="0">
                <a:solidFill>
                  <a:srgbClr val="FF0000"/>
                </a:solidFill>
                <a:latin typeface="Cambria Math"/>
                <a:cs typeface="Cambria Math"/>
              </a:rPr>
              <a:t>𝟑𝟑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35337" y="6216175"/>
            <a:ext cx="13779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360" dirty="0">
                <a:solidFill>
                  <a:srgbClr val="FF0000"/>
                </a:solidFill>
                <a:latin typeface="Cambria Math"/>
                <a:cs typeface="Cambria Math"/>
              </a:rPr>
              <a:t>𝟑𝟑𝟑𝟑𝑑𝐵𝑚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1811" y="5849111"/>
            <a:ext cx="195072" cy="248411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4448555" y="616153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495300" y="0"/>
                </a:moveTo>
                <a:lnTo>
                  <a:pt x="0" y="0"/>
                </a:lnTo>
                <a:lnTo>
                  <a:pt x="0" y="515112"/>
                </a:lnTo>
                <a:lnTo>
                  <a:pt x="495300" y="515112"/>
                </a:lnTo>
                <a:lnTo>
                  <a:pt x="49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5169408" y="6152388"/>
            <a:ext cx="4288790" cy="535305"/>
          </a:xfrm>
          <a:custGeom>
            <a:avLst/>
            <a:gdLst/>
            <a:ahLst/>
            <a:cxnLst/>
            <a:rect l="l" t="t" r="r" b="b"/>
            <a:pathLst>
              <a:path w="4288790" h="535304">
                <a:moveTo>
                  <a:pt x="697992" y="0"/>
                </a:moveTo>
                <a:lnTo>
                  <a:pt x="0" y="0"/>
                </a:lnTo>
                <a:lnTo>
                  <a:pt x="0" y="515112"/>
                </a:lnTo>
                <a:lnTo>
                  <a:pt x="697992" y="515112"/>
                </a:lnTo>
                <a:lnTo>
                  <a:pt x="697992" y="0"/>
                </a:lnTo>
                <a:close/>
              </a:path>
              <a:path w="4288790" h="535304">
                <a:moveTo>
                  <a:pt x="1437132" y="0"/>
                </a:moveTo>
                <a:lnTo>
                  <a:pt x="739140" y="0"/>
                </a:lnTo>
                <a:lnTo>
                  <a:pt x="739140" y="515112"/>
                </a:lnTo>
                <a:lnTo>
                  <a:pt x="1437132" y="515112"/>
                </a:lnTo>
                <a:lnTo>
                  <a:pt x="1437132" y="0"/>
                </a:lnTo>
                <a:close/>
              </a:path>
              <a:path w="4288790" h="535304">
                <a:moveTo>
                  <a:pt x="2177796" y="12192"/>
                </a:moveTo>
                <a:lnTo>
                  <a:pt x="1479791" y="12192"/>
                </a:lnTo>
                <a:lnTo>
                  <a:pt x="1479791" y="527304"/>
                </a:lnTo>
                <a:lnTo>
                  <a:pt x="2177796" y="527304"/>
                </a:lnTo>
                <a:lnTo>
                  <a:pt x="2177796" y="12192"/>
                </a:lnTo>
                <a:close/>
              </a:path>
              <a:path w="4288790" h="535304">
                <a:moveTo>
                  <a:pt x="2702052" y="19812"/>
                </a:moveTo>
                <a:lnTo>
                  <a:pt x="2206752" y="19812"/>
                </a:lnTo>
                <a:lnTo>
                  <a:pt x="2206752" y="534936"/>
                </a:lnTo>
                <a:lnTo>
                  <a:pt x="2702052" y="534936"/>
                </a:lnTo>
                <a:lnTo>
                  <a:pt x="2702052" y="19812"/>
                </a:lnTo>
                <a:close/>
              </a:path>
              <a:path w="4288790" h="535304">
                <a:moveTo>
                  <a:pt x="4288536" y="19812"/>
                </a:moveTo>
                <a:lnTo>
                  <a:pt x="2729484" y="19812"/>
                </a:lnTo>
                <a:lnTo>
                  <a:pt x="2729484" y="534936"/>
                </a:lnTo>
                <a:lnTo>
                  <a:pt x="4288536" y="534936"/>
                </a:lnTo>
                <a:lnTo>
                  <a:pt x="4288536" y="19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129784" y="5305044"/>
            <a:ext cx="2095500" cy="800100"/>
            <a:chOff x="5129784" y="5305044"/>
            <a:chExt cx="2095500" cy="8001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0" y="5849112"/>
              <a:ext cx="195072" cy="2484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7356" y="5849112"/>
              <a:ext cx="195072" cy="2484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0212" y="5858256"/>
              <a:ext cx="195072" cy="24688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129784" y="5305044"/>
              <a:ext cx="2095500" cy="515620"/>
            </a:xfrm>
            <a:custGeom>
              <a:avLst/>
              <a:gdLst/>
              <a:ahLst/>
              <a:cxnLst/>
              <a:rect l="l" t="t" r="r" b="b"/>
              <a:pathLst>
                <a:path w="2095500" h="515620">
                  <a:moveTo>
                    <a:pt x="2095500" y="0"/>
                  </a:moveTo>
                  <a:lnTo>
                    <a:pt x="0" y="0"/>
                  </a:lnTo>
                  <a:lnTo>
                    <a:pt x="0" y="515111"/>
                  </a:lnTo>
                  <a:lnTo>
                    <a:pt x="2095500" y="515111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303007" y="5305044"/>
            <a:ext cx="480059" cy="800100"/>
            <a:chOff x="7303007" y="5305044"/>
            <a:chExt cx="480059" cy="80010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7995" y="5858256"/>
              <a:ext cx="195072" cy="2468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03007" y="5305044"/>
              <a:ext cx="480059" cy="515620"/>
            </a:xfrm>
            <a:custGeom>
              <a:avLst/>
              <a:gdLst/>
              <a:ahLst/>
              <a:cxnLst/>
              <a:rect l="l" t="t" r="r" b="b"/>
              <a:pathLst>
                <a:path w="480059" h="515620">
                  <a:moveTo>
                    <a:pt x="480059" y="0"/>
                  </a:moveTo>
                  <a:lnTo>
                    <a:pt x="0" y="0"/>
                  </a:lnTo>
                  <a:lnTo>
                    <a:pt x="0" y="515111"/>
                  </a:lnTo>
                  <a:lnTo>
                    <a:pt x="480059" y="515111"/>
                  </a:lnTo>
                  <a:lnTo>
                    <a:pt x="4800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7837931" y="5315711"/>
            <a:ext cx="916305" cy="513715"/>
          </a:xfrm>
          <a:custGeom>
            <a:avLst/>
            <a:gdLst/>
            <a:ahLst/>
            <a:cxnLst/>
            <a:rect l="l" t="t" r="r" b="b"/>
            <a:pathLst>
              <a:path w="916304" h="513714">
                <a:moveTo>
                  <a:pt x="915924" y="0"/>
                </a:moveTo>
                <a:lnTo>
                  <a:pt x="0" y="0"/>
                </a:lnTo>
                <a:lnTo>
                  <a:pt x="0" y="513588"/>
                </a:lnTo>
                <a:lnTo>
                  <a:pt x="915924" y="513588"/>
                </a:lnTo>
                <a:lnTo>
                  <a:pt x="9159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8812" y="2097023"/>
            <a:ext cx="4572000" cy="593090"/>
          </a:xfrm>
          <a:custGeom>
            <a:avLst/>
            <a:gdLst/>
            <a:ahLst/>
            <a:cxnLst/>
            <a:rect l="l" t="t" r="r" b="b"/>
            <a:pathLst>
              <a:path w="4572000" h="593089">
                <a:moveTo>
                  <a:pt x="4572000" y="101727"/>
                </a:moveTo>
                <a:lnTo>
                  <a:pt x="4458068" y="0"/>
                </a:lnTo>
                <a:lnTo>
                  <a:pt x="4458068" y="50863"/>
                </a:lnTo>
                <a:lnTo>
                  <a:pt x="3144088" y="50863"/>
                </a:lnTo>
                <a:lnTo>
                  <a:pt x="3097809" y="58331"/>
                </a:lnTo>
                <a:lnTo>
                  <a:pt x="3057626" y="79108"/>
                </a:lnTo>
                <a:lnTo>
                  <a:pt x="3025940" y="110794"/>
                </a:lnTo>
                <a:lnTo>
                  <a:pt x="3005163" y="150977"/>
                </a:lnTo>
                <a:lnTo>
                  <a:pt x="2999524" y="185928"/>
                </a:lnTo>
                <a:lnTo>
                  <a:pt x="2995993" y="185928"/>
                </a:lnTo>
                <a:lnTo>
                  <a:pt x="2995993" y="414820"/>
                </a:lnTo>
                <a:lnTo>
                  <a:pt x="2989986" y="444512"/>
                </a:lnTo>
                <a:lnTo>
                  <a:pt x="2973641" y="468769"/>
                </a:lnTo>
                <a:lnTo>
                  <a:pt x="2949384" y="485114"/>
                </a:lnTo>
                <a:lnTo>
                  <a:pt x="2919704" y="491109"/>
                </a:lnTo>
                <a:lnTo>
                  <a:pt x="0" y="491109"/>
                </a:lnTo>
                <a:lnTo>
                  <a:pt x="0" y="592836"/>
                </a:lnTo>
                <a:lnTo>
                  <a:pt x="2919704" y="592836"/>
                </a:lnTo>
                <a:lnTo>
                  <a:pt x="2967024" y="586486"/>
                </a:lnTo>
                <a:lnTo>
                  <a:pt x="3009544" y="568540"/>
                </a:lnTo>
                <a:lnTo>
                  <a:pt x="3045574" y="540702"/>
                </a:lnTo>
                <a:lnTo>
                  <a:pt x="3073412" y="504672"/>
                </a:lnTo>
                <a:lnTo>
                  <a:pt x="3091357" y="462153"/>
                </a:lnTo>
                <a:lnTo>
                  <a:pt x="3097720" y="414820"/>
                </a:lnTo>
                <a:lnTo>
                  <a:pt x="3097720" y="406908"/>
                </a:lnTo>
                <a:lnTo>
                  <a:pt x="3099435" y="406908"/>
                </a:lnTo>
                <a:lnTo>
                  <a:pt x="3099435" y="197243"/>
                </a:lnTo>
                <a:lnTo>
                  <a:pt x="3102940" y="179870"/>
                </a:lnTo>
                <a:lnTo>
                  <a:pt x="3112503" y="165671"/>
                </a:lnTo>
                <a:lnTo>
                  <a:pt x="3126702" y="156108"/>
                </a:lnTo>
                <a:lnTo>
                  <a:pt x="3144088" y="152590"/>
                </a:lnTo>
                <a:lnTo>
                  <a:pt x="4458068" y="152590"/>
                </a:lnTo>
                <a:lnTo>
                  <a:pt x="4458068" y="203454"/>
                </a:lnTo>
                <a:lnTo>
                  <a:pt x="4572000" y="1017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734811" y="1999488"/>
            <a:ext cx="2289175" cy="1309370"/>
            <a:chOff x="5734811" y="1999488"/>
            <a:chExt cx="2289175" cy="1309370"/>
          </a:xfrm>
        </p:grpSpPr>
        <p:sp>
          <p:nvSpPr>
            <p:cNvPr id="4" name="object 4"/>
            <p:cNvSpPr/>
            <p:nvPr/>
          </p:nvSpPr>
          <p:spPr>
            <a:xfrm>
              <a:off x="5734812" y="2586227"/>
              <a:ext cx="2289175" cy="612775"/>
            </a:xfrm>
            <a:custGeom>
              <a:avLst/>
              <a:gdLst/>
              <a:ahLst/>
              <a:cxnLst/>
              <a:rect l="l" t="t" r="r" b="b"/>
              <a:pathLst>
                <a:path w="2289175" h="612775">
                  <a:moveTo>
                    <a:pt x="2289048" y="504444"/>
                  </a:moveTo>
                  <a:lnTo>
                    <a:pt x="2167864" y="396240"/>
                  </a:lnTo>
                  <a:lnTo>
                    <a:pt x="2167864" y="452729"/>
                  </a:lnTo>
                  <a:lnTo>
                    <a:pt x="869175" y="452729"/>
                  </a:lnTo>
                  <a:lnTo>
                    <a:pt x="849312" y="448729"/>
                  </a:lnTo>
                  <a:lnTo>
                    <a:pt x="833107" y="437794"/>
                  </a:lnTo>
                  <a:lnTo>
                    <a:pt x="822172" y="421589"/>
                  </a:lnTo>
                  <a:lnTo>
                    <a:pt x="818172" y="401739"/>
                  </a:lnTo>
                  <a:lnTo>
                    <a:pt x="818172" y="179832"/>
                  </a:lnTo>
                  <a:lnTo>
                    <a:pt x="814578" y="179832"/>
                  </a:lnTo>
                  <a:lnTo>
                    <a:pt x="814578" y="178689"/>
                  </a:lnTo>
                  <a:lnTo>
                    <a:pt x="808189" y="131191"/>
                  </a:lnTo>
                  <a:lnTo>
                    <a:pt x="790181" y="88506"/>
                  </a:lnTo>
                  <a:lnTo>
                    <a:pt x="762241" y="52336"/>
                  </a:lnTo>
                  <a:lnTo>
                    <a:pt x="726071" y="24396"/>
                  </a:lnTo>
                  <a:lnTo>
                    <a:pt x="683387" y="6388"/>
                  </a:lnTo>
                  <a:lnTo>
                    <a:pt x="635889" y="0"/>
                  </a:lnTo>
                  <a:lnTo>
                    <a:pt x="0" y="0"/>
                  </a:lnTo>
                  <a:lnTo>
                    <a:pt x="0" y="102108"/>
                  </a:lnTo>
                  <a:lnTo>
                    <a:pt x="635889" y="102108"/>
                  </a:lnTo>
                  <a:lnTo>
                    <a:pt x="665695" y="108127"/>
                  </a:lnTo>
                  <a:lnTo>
                    <a:pt x="690029" y="124548"/>
                  </a:lnTo>
                  <a:lnTo>
                    <a:pt x="706450" y="148882"/>
                  </a:lnTo>
                  <a:lnTo>
                    <a:pt x="712470" y="178689"/>
                  </a:lnTo>
                  <a:lnTo>
                    <a:pt x="712470" y="408432"/>
                  </a:lnTo>
                  <a:lnTo>
                    <a:pt x="715822" y="408432"/>
                  </a:lnTo>
                  <a:lnTo>
                    <a:pt x="722617" y="450557"/>
                  </a:lnTo>
                  <a:lnTo>
                    <a:pt x="744550" y="492937"/>
                  </a:lnTo>
                  <a:lnTo>
                    <a:pt x="777976" y="526364"/>
                  </a:lnTo>
                  <a:lnTo>
                    <a:pt x="820356" y="548297"/>
                  </a:lnTo>
                  <a:lnTo>
                    <a:pt x="869175" y="556158"/>
                  </a:lnTo>
                  <a:lnTo>
                    <a:pt x="2167864" y="556158"/>
                  </a:lnTo>
                  <a:lnTo>
                    <a:pt x="2167864" y="612648"/>
                  </a:lnTo>
                  <a:lnTo>
                    <a:pt x="2289048" y="50444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38544" y="1999488"/>
              <a:ext cx="824865" cy="1309370"/>
            </a:xfrm>
            <a:custGeom>
              <a:avLst/>
              <a:gdLst/>
              <a:ahLst/>
              <a:cxnLst/>
              <a:rect l="l" t="t" r="r" b="b"/>
              <a:pathLst>
                <a:path w="824865" h="1309370">
                  <a:moveTo>
                    <a:pt x="824483" y="0"/>
                  </a:moveTo>
                  <a:lnTo>
                    <a:pt x="0" y="0"/>
                  </a:lnTo>
                  <a:lnTo>
                    <a:pt x="0" y="1309115"/>
                  </a:lnTo>
                  <a:lnTo>
                    <a:pt x="824483" y="1309115"/>
                  </a:lnTo>
                  <a:lnTo>
                    <a:pt x="824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3031" y="2068068"/>
              <a:ext cx="652259" cy="102260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Definitions:</a:t>
            </a:r>
            <a:r>
              <a:rPr spc="-90" dirty="0"/>
              <a:t> </a:t>
            </a:r>
            <a:r>
              <a:rPr dirty="0"/>
              <a:t>RSSI,</a:t>
            </a:r>
            <a:r>
              <a:rPr spc="-100" dirty="0"/>
              <a:t> </a:t>
            </a:r>
            <a:r>
              <a:rPr spc="-20" dirty="0"/>
              <a:t>Sensitivity,</a:t>
            </a:r>
            <a:r>
              <a:rPr spc="-90" dirty="0"/>
              <a:t> </a:t>
            </a:r>
            <a:r>
              <a:rPr spc="-25" dirty="0"/>
              <a:t>SNR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1695" y="3130708"/>
            <a:ext cx="10433685" cy="15430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R="6376670" algn="ctr">
              <a:lnSpc>
                <a:spcPct val="100000"/>
              </a:lnSpc>
              <a:spcBef>
                <a:spcPts val="235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1950" b="1" baseline="-21367" dirty="0">
                <a:latin typeface="Calibri"/>
                <a:cs typeface="Calibri"/>
              </a:rPr>
              <a:t>T</a:t>
            </a:r>
            <a:r>
              <a:rPr sz="1950" b="1" spc="225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Transmitted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power</a:t>
            </a:r>
            <a:endParaRPr sz="2000" dirty="0">
              <a:latin typeface="Calibri"/>
              <a:cs typeface="Calibri"/>
            </a:endParaRPr>
          </a:p>
          <a:p>
            <a:pPr marR="1670685" algn="ctr">
              <a:lnSpc>
                <a:spcPct val="100000"/>
              </a:lnSpc>
              <a:spcBef>
                <a:spcPts val="13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Noise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000" dirty="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buFont typeface="Wingdings"/>
              <a:buChar char=""/>
              <a:tabLst>
                <a:tab pos="393065" algn="l"/>
              </a:tabLst>
            </a:pPr>
            <a:r>
              <a:rPr sz="2400" b="1" dirty="0">
                <a:latin typeface="Segoe UI"/>
                <a:cs typeface="Segoe UI"/>
              </a:rPr>
              <a:t>RSSI</a:t>
            </a:r>
            <a:r>
              <a:rPr sz="2400" b="1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(Received</a:t>
            </a:r>
            <a:r>
              <a:rPr sz="2400" spc="-9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Signal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Strength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Indication):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P</a:t>
            </a:r>
            <a:r>
              <a:rPr sz="2400" b="1" baseline="-20833" dirty="0">
                <a:latin typeface="Segoe UI"/>
                <a:cs typeface="Segoe UI"/>
              </a:rPr>
              <a:t>R</a:t>
            </a:r>
            <a:r>
              <a:rPr sz="2400" b="1" spc="217" baseline="-20833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received</a:t>
            </a:r>
            <a:r>
              <a:rPr sz="2400" spc="-9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signal</a:t>
            </a:r>
            <a:endParaRPr sz="2400" dirty="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8424" y="2072640"/>
            <a:ext cx="591300" cy="10210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94381" y="1614990"/>
            <a:ext cx="1245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DD462F"/>
                </a:solidFill>
                <a:latin typeface="Calibri"/>
                <a:cs typeface="Calibri"/>
              </a:rPr>
              <a:t>Transmitter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2282" y="1653675"/>
            <a:ext cx="92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D462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3784" y="2351532"/>
            <a:ext cx="382523" cy="55168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114489" y="2006111"/>
            <a:ext cx="2134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1950" b="1" baseline="-21367" dirty="0">
                <a:latin typeface="Calibri"/>
                <a:cs typeface="Calibri"/>
              </a:rPr>
              <a:t>R</a:t>
            </a:r>
            <a:r>
              <a:rPr sz="1950" b="1" spc="209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Received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power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9795" y="5122996"/>
            <a:ext cx="6450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Sensitivity</a:t>
            </a:r>
            <a:r>
              <a:rPr sz="2400" dirty="0">
                <a:latin typeface="Segoe UI"/>
                <a:cs typeface="Segoe UI"/>
              </a:rPr>
              <a:t>: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minimum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RSSI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receive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signal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395" y="5963635"/>
            <a:ext cx="700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80365" algn="l"/>
              </a:tabLst>
            </a:pPr>
            <a:r>
              <a:rPr sz="2400" b="1" dirty="0">
                <a:latin typeface="Segoe UI"/>
                <a:cs typeface="Segoe UI"/>
              </a:rPr>
              <a:t>SNR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(Signal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over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Noise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Ratio):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Ratio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</a:t>
            </a:r>
            <a:r>
              <a:rPr sz="2400" baseline="-20833" dirty="0">
                <a:latin typeface="Segoe UI"/>
                <a:cs typeface="Segoe UI"/>
              </a:rPr>
              <a:t>R</a:t>
            </a:r>
            <a:r>
              <a:rPr sz="2400" spc="270" baseline="-20833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P</a:t>
            </a:r>
            <a:r>
              <a:rPr sz="2400" spc="-37" baseline="-20833" dirty="0">
                <a:latin typeface="Segoe UI"/>
                <a:cs typeface="Segoe UI"/>
              </a:rPr>
              <a:t>N</a:t>
            </a:r>
            <a:endParaRPr sz="2400" baseline="-20833" dirty="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85334" y="2873419"/>
            <a:ext cx="18192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1950" b="1" baseline="-21367" dirty="0">
                <a:latin typeface="Calibri"/>
                <a:cs typeface="Calibri"/>
              </a:rPr>
              <a:t>N</a:t>
            </a:r>
            <a:r>
              <a:rPr sz="1950" b="1" spc="21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Noise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power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0372" y="2426207"/>
            <a:ext cx="1371599" cy="13715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344204" y="1400981"/>
            <a:ext cx="10115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sz="20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want: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13736" y="2003220"/>
            <a:ext cx="830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="1" baseline="13888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300" b="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300" b="1" spc="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baseline="7716" dirty="0">
                <a:solidFill>
                  <a:srgbClr val="FF0000"/>
                </a:solidFill>
                <a:latin typeface="Calibri"/>
                <a:cs typeface="Calibri"/>
              </a:rPr>
              <a:t>≈</a:t>
            </a:r>
            <a:r>
              <a:rPr sz="2700" b="1" spc="592" baseline="771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37" baseline="13888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300" b="1" spc="-2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76005" y="2913438"/>
            <a:ext cx="3067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950" b="1" spc="-37" baseline="-21367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endParaRPr sz="1950" baseline="-21367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31715" y="2927145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≈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924" y="4943628"/>
            <a:ext cx="1811020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RSSI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Sensitivity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RSSI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Sensitivity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04119" y="5061203"/>
            <a:ext cx="312420" cy="195580"/>
          </a:xfrm>
          <a:custGeom>
            <a:avLst/>
            <a:gdLst/>
            <a:ahLst/>
            <a:cxnLst/>
            <a:rect l="l" t="t" r="r" b="b"/>
            <a:pathLst>
              <a:path w="312420" h="195579">
                <a:moveTo>
                  <a:pt x="214883" y="0"/>
                </a:moveTo>
                <a:lnTo>
                  <a:pt x="214883" y="48768"/>
                </a:lnTo>
                <a:lnTo>
                  <a:pt x="0" y="48768"/>
                </a:lnTo>
                <a:lnTo>
                  <a:pt x="0" y="146304"/>
                </a:lnTo>
                <a:lnTo>
                  <a:pt x="214883" y="146304"/>
                </a:lnTo>
                <a:lnTo>
                  <a:pt x="214883" y="195072"/>
                </a:lnTo>
                <a:lnTo>
                  <a:pt x="312419" y="97536"/>
                </a:lnTo>
                <a:lnTo>
                  <a:pt x="2148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23931" y="5411723"/>
            <a:ext cx="314325" cy="195580"/>
          </a:xfrm>
          <a:custGeom>
            <a:avLst/>
            <a:gdLst/>
            <a:ahLst/>
            <a:cxnLst/>
            <a:rect l="l" t="t" r="r" b="b"/>
            <a:pathLst>
              <a:path w="314325" h="195579">
                <a:moveTo>
                  <a:pt x="216407" y="0"/>
                </a:moveTo>
                <a:lnTo>
                  <a:pt x="216407" y="48768"/>
                </a:lnTo>
                <a:lnTo>
                  <a:pt x="0" y="48768"/>
                </a:lnTo>
                <a:lnTo>
                  <a:pt x="0" y="146304"/>
                </a:lnTo>
                <a:lnTo>
                  <a:pt x="216407" y="146304"/>
                </a:lnTo>
                <a:lnTo>
                  <a:pt x="216407" y="195072"/>
                </a:lnTo>
                <a:lnTo>
                  <a:pt x="313943" y="97536"/>
                </a:lnTo>
                <a:lnTo>
                  <a:pt x="2164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589425" y="4841404"/>
            <a:ext cx="494665" cy="433070"/>
          </a:xfrm>
          <a:custGeom>
            <a:avLst/>
            <a:gdLst/>
            <a:ahLst/>
            <a:cxnLst/>
            <a:rect l="l" t="t" r="r" b="b"/>
            <a:pathLst>
              <a:path w="494665" h="433070">
                <a:moveTo>
                  <a:pt x="117449" y="179412"/>
                </a:moveTo>
                <a:lnTo>
                  <a:pt x="115493" y="169799"/>
                </a:lnTo>
                <a:lnTo>
                  <a:pt x="110185" y="161937"/>
                </a:lnTo>
                <a:lnTo>
                  <a:pt x="102323" y="156616"/>
                </a:lnTo>
                <a:lnTo>
                  <a:pt x="92722" y="154660"/>
                </a:lnTo>
                <a:lnTo>
                  <a:pt x="0" y="154660"/>
                </a:lnTo>
                <a:lnTo>
                  <a:pt x="0" y="414502"/>
                </a:lnTo>
                <a:lnTo>
                  <a:pt x="92722" y="414502"/>
                </a:lnTo>
                <a:lnTo>
                  <a:pt x="102323" y="412546"/>
                </a:lnTo>
                <a:lnTo>
                  <a:pt x="110185" y="407225"/>
                </a:lnTo>
                <a:lnTo>
                  <a:pt x="115493" y="399364"/>
                </a:lnTo>
                <a:lnTo>
                  <a:pt x="117449" y="389750"/>
                </a:lnTo>
                <a:lnTo>
                  <a:pt x="117449" y="179412"/>
                </a:lnTo>
                <a:close/>
              </a:path>
              <a:path w="494665" h="433070">
                <a:moveTo>
                  <a:pt x="494499" y="210350"/>
                </a:moveTo>
                <a:lnTo>
                  <a:pt x="491566" y="195935"/>
                </a:lnTo>
                <a:lnTo>
                  <a:pt x="483603" y="184124"/>
                </a:lnTo>
                <a:lnTo>
                  <a:pt x="471805" y="176149"/>
                </a:lnTo>
                <a:lnTo>
                  <a:pt x="457403" y="173228"/>
                </a:lnTo>
                <a:lnTo>
                  <a:pt x="339966" y="173228"/>
                </a:lnTo>
                <a:lnTo>
                  <a:pt x="332981" y="171818"/>
                </a:lnTo>
                <a:lnTo>
                  <a:pt x="327215" y="167970"/>
                </a:lnTo>
                <a:lnTo>
                  <a:pt x="323189" y="162267"/>
                </a:lnTo>
                <a:lnTo>
                  <a:pt x="321424" y="155282"/>
                </a:lnTo>
                <a:lnTo>
                  <a:pt x="324586" y="144043"/>
                </a:lnTo>
                <a:lnTo>
                  <a:pt x="330923" y="123812"/>
                </a:lnTo>
                <a:lnTo>
                  <a:pt x="337159" y="89776"/>
                </a:lnTo>
                <a:lnTo>
                  <a:pt x="339966" y="37122"/>
                </a:lnTo>
                <a:lnTo>
                  <a:pt x="317284" y="2933"/>
                </a:lnTo>
                <a:lnTo>
                  <a:pt x="302882" y="0"/>
                </a:lnTo>
                <a:lnTo>
                  <a:pt x="288480" y="2933"/>
                </a:lnTo>
                <a:lnTo>
                  <a:pt x="276682" y="10909"/>
                </a:lnTo>
                <a:lnTo>
                  <a:pt x="268719" y="22707"/>
                </a:lnTo>
                <a:lnTo>
                  <a:pt x="265785" y="37122"/>
                </a:lnTo>
                <a:lnTo>
                  <a:pt x="248666" y="99822"/>
                </a:lnTo>
                <a:lnTo>
                  <a:pt x="210858" y="146164"/>
                </a:lnTo>
                <a:lnTo>
                  <a:pt x="172694" y="175094"/>
                </a:lnTo>
                <a:lnTo>
                  <a:pt x="154533" y="185597"/>
                </a:lnTo>
                <a:lnTo>
                  <a:pt x="154533" y="383565"/>
                </a:lnTo>
                <a:lnTo>
                  <a:pt x="181673" y="391299"/>
                </a:lnTo>
                <a:lnTo>
                  <a:pt x="204825" y="408317"/>
                </a:lnTo>
                <a:lnTo>
                  <a:pt x="235280" y="425323"/>
                </a:lnTo>
                <a:lnTo>
                  <a:pt x="284340" y="433057"/>
                </a:lnTo>
                <a:lnTo>
                  <a:pt x="395592" y="433057"/>
                </a:lnTo>
                <a:lnTo>
                  <a:pt x="409994" y="430136"/>
                </a:lnTo>
                <a:lnTo>
                  <a:pt x="421792" y="422160"/>
                </a:lnTo>
                <a:lnTo>
                  <a:pt x="429755" y="410349"/>
                </a:lnTo>
                <a:lnTo>
                  <a:pt x="432689" y="395935"/>
                </a:lnTo>
                <a:lnTo>
                  <a:pt x="432003" y="388772"/>
                </a:lnTo>
                <a:lnTo>
                  <a:pt x="430060" y="382181"/>
                </a:lnTo>
                <a:lnTo>
                  <a:pt x="426948" y="376275"/>
                </a:lnTo>
                <a:lnTo>
                  <a:pt x="422795" y="371195"/>
                </a:lnTo>
                <a:lnTo>
                  <a:pt x="426504" y="371195"/>
                </a:lnTo>
                <a:lnTo>
                  <a:pt x="440905" y="368261"/>
                </a:lnTo>
                <a:lnTo>
                  <a:pt x="452691" y="360286"/>
                </a:lnTo>
                <a:lnTo>
                  <a:pt x="460667" y="348488"/>
                </a:lnTo>
                <a:lnTo>
                  <a:pt x="463588" y="334073"/>
                </a:lnTo>
                <a:lnTo>
                  <a:pt x="462902" y="326796"/>
                </a:lnTo>
                <a:lnTo>
                  <a:pt x="460883" y="319925"/>
                </a:lnTo>
                <a:lnTo>
                  <a:pt x="457593" y="313626"/>
                </a:lnTo>
                <a:lnTo>
                  <a:pt x="453085" y="308089"/>
                </a:lnTo>
                <a:lnTo>
                  <a:pt x="464667" y="303352"/>
                </a:lnTo>
                <a:lnTo>
                  <a:pt x="473862" y="295249"/>
                </a:lnTo>
                <a:lnTo>
                  <a:pt x="479945" y="284607"/>
                </a:lnTo>
                <a:lnTo>
                  <a:pt x="482130" y="272211"/>
                </a:lnTo>
                <a:lnTo>
                  <a:pt x="481342" y="264477"/>
                </a:lnTo>
                <a:lnTo>
                  <a:pt x="479044" y="257213"/>
                </a:lnTo>
                <a:lnTo>
                  <a:pt x="475348" y="250634"/>
                </a:lnTo>
                <a:lnTo>
                  <a:pt x="470382" y="244983"/>
                </a:lnTo>
                <a:lnTo>
                  <a:pt x="480148" y="239750"/>
                </a:lnTo>
                <a:lnTo>
                  <a:pt x="487768" y="231838"/>
                </a:lnTo>
                <a:lnTo>
                  <a:pt x="492721" y="221843"/>
                </a:lnTo>
                <a:lnTo>
                  <a:pt x="494499" y="21035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595648" y="5363070"/>
            <a:ext cx="495934" cy="433070"/>
          </a:xfrm>
          <a:custGeom>
            <a:avLst/>
            <a:gdLst/>
            <a:ahLst/>
            <a:cxnLst/>
            <a:rect l="l" t="t" r="r" b="b"/>
            <a:pathLst>
              <a:path w="495934" h="433070">
                <a:moveTo>
                  <a:pt x="117741" y="43307"/>
                </a:moveTo>
                <a:lnTo>
                  <a:pt x="115785" y="33693"/>
                </a:lnTo>
                <a:lnTo>
                  <a:pt x="110464" y="25831"/>
                </a:lnTo>
                <a:lnTo>
                  <a:pt x="102577" y="20510"/>
                </a:lnTo>
                <a:lnTo>
                  <a:pt x="92951" y="18554"/>
                </a:lnTo>
                <a:lnTo>
                  <a:pt x="0" y="18554"/>
                </a:lnTo>
                <a:lnTo>
                  <a:pt x="0" y="278396"/>
                </a:lnTo>
                <a:lnTo>
                  <a:pt x="92951" y="278396"/>
                </a:lnTo>
                <a:lnTo>
                  <a:pt x="102577" y="276440"/>
                </a:lnTo>
                <a:lnTo>
                  <a:pt x="110464" y="271119"/>
                </a:lnTo>
                <a:lnTo>
                  <a:pt x="115785" y="263258"/>
                </a:lnTo>
                <a:lnTo>
                  <a:pt x="117741" y="253644"/>
                </a:lnTo>
                <a:lnTo>
                  <a:pt x="117741" y="43307"/>
                </a:lnTo>
                <a:close/>
              </a:path>
              <a:path w="495934" h="433070">
                <a:moveTo>
                  <a:pt x="495744" y="222707"/>
                </a:moveTo>
                <a:lnTo>
                  <a:pt x="493979" y="211213"/>
                </a:lnTo>
                <a:lnTo>
                  <a:pt x="489013" y="201218"/>
                </a:lnTo>
                <a:lnTo>
                  <a:pt x="481368" y="193306"/>
                </a:lnTo>
                <a:lnTo>
                  <a:pt x="471576" y="188074"/>
                </a:lnTo>
                <a:lnTo>
                  <a:pt x="476554" y="182422"/>
                </a:lnTo>
                <a:lnTo>
                  <a:pt x="480263" y="175844"/>
                </a:lnTo>
                <a:lnTo>
                  <a:pt x="482561" y="168579"/>
                </a:lnTo>
                <a:lnTo>
                  <a:pt x="483362" y="160845"/>
                </a:lnTo>
                <a:lnTo>
                  <a:pt x="481152" y="148450"/>
                </a:lnTo>
                <a:lnTo>
                  <a:pt x="475068" y="137807"/>
                </a:lnTo>
                <a:lnTo>
                  <a:pt x="465836" y="129705"/>
                </a:lnTo>
                <a:lnTo>
                  <a:pt x="454228" y="124968"/>
                </a:lnTo>
                <a:lnTo>
                  <a:pt x="458749" y="119430"/>
                </a:lnTo>
                <a:lnTo>
                  <a:pt x="462051" y="113131"/>
                </a:lnTo>
                <a:lnTo>
                  <a:pt x="464083" y="106260"/>
                </a:lnTo>
                <a:lnTo>
                  <a:pt x="464769" y="98983"/>
                </a:lnTo>
                <a:lnTo>
                  <a:pt x="461835" y="84569"/>
                </a:lnTo>
                <a:lnTo>
                  <a:pt x="453847" y="72771"/>
                </a:lnTo>
                <a:lnTo>
                  <a:pt x="442023" y="64795"/>
                </a:lnTo>
                <a:lnTo>
                  <a:pt x="427583" y="61861"/>
                </a:lnTo>
                <a:lnTo>
                  <a:pt x="423862" y="61861"/>
                </a:lnTo>
                <a:lnTo>
                  <a:pt x="428028" y="56781"/>
                </a:lnTo>
                <a:lnTo>
                  <a:pt x="431152" y="50876"/>
                </a:lnTo>
                <a:lnTo>
                  <a:pt x="433108" y="44284"/>
                </a:lnTo>
                <a:lnTo>
                  <a:pt x="433781" y="37122"/>
                </a:lnTo>
                <a:lnTo>
                  <a:pt x="430847" y="22707"/>
                </a:lnTo>
                <a:lnTo>
                  <a:pt x="422859" y="10896"/>
                </a:lnTo>
                <a:lnTo>
                  <a:pt x="411035" y="2921"/>
                </a:lnTo>
                <a:lnTo>
                  <a:pt x="396595" y="0"/>
                </a:lnTo>
                <a:lnTo>
                  <a:pt x="285051" y="0"/>
                </a:lnTo>
                <a:lnTo>
                  <a:pt x="235877" y="7734"/>
                </a:lnTo>
                <a:lnTo>
                  <a:pt x="205346" y="24739"/>
                </a:lnTo>
                <a:lnTo>
                  <a:pt x="182143" y="41757"/>
                </a:lnTo>
                <a:lnTo>
                  <a:pt x="154927" y="49491"/>
                </a:lnTo>
                <a:lnTo>
                  <a:pt x="154927" y="247459"/>
                </a:lnTo>
                <a:lnTo>
                  <a:pt x="173139" y="257962"/>
                </a:lnTo>
                <a:lnTo>
                  <a:pt x="211391" y="286893"/>
                </a:lnTo>
                <a:lnTo>
                  <a:pt x="249301" y="333235"/>
                </a:lnTo>
                <a:lnTo>
                  <a:pt x="266471" y="395935"/>
                </a:lnTo>
                <a:lnTo>
                  <a:pt x="269405" y="410349"/>
                </a:lnTo>
                <a:lnTo>
                  <a:pt x="277393" y="422148"/>
                </a:lnTo>
                <a:lnTo>
                  <a:pt x="289204" y="430123"/>
                </a:lnTo>
                <a:lnTo>
                  <a:pt x="303644" y="433057"/>
                </a:lnTo>
                <a:lnTo>
                  <a:pt x="318084" y="430123"/>
                </a:lnTo>
                <a:lnTo>
                  <a:pt x="329907" y="422148"/>
                </a:lnTo>
                <a:lnTo>
                  <a:pt x="337896" y="410349"/>
                </a:lnTo>
                <a:lnTo>
                  <a:pt x="340829" y="395935"/>
                </a:lnTo>
                <a:lnTo>
                  <a:pt x="338010" y="343281"/>
                </a:lnTo>
                <a:lnTo>
                  <a:pt x="331762" y="309245"/>
                </a:lnTo>
                <a:lnTo>
                  <a:pt x="325399" y="289013"/>
                </a:lnTo>
                <a:lnTo>
                  <a:pt x="322237" y="277774"/>
                </a:lnTo>
                <a:lnTo>
                  <a:pt x="324015" y="270789"/>
                </a:lnTo>
                <a:lnTo>
                  <a:pt x="328053" y="265087"/>
                </a:lnTo>
                <a:lnTo>
                  <a:pt x="333832" y="261239"/>
                </a:lnTo>
                <a:lnTo>
                  <a:pt x="340829" y="259829"/>
                </a:lnTo>
                <a:lnTo>
                  <a:pt x="458571" y="259829"/>
                </a:lnTo>
                <a:lnTo>
                  <a:pt x="473011" y="256908"/>
                </a:lnTo>
                <a:lnTo>
                  <a:pt x="484822" y="248932"/>
                </a:lnTo>
                <a:lnTo>
                  <a:pt x="492810" y="237121"/>
                </a:lnTo>
                <a:lnTo>
                  <a:pt x="495744" y="222707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106897" y="5993988"/>
            <a:ext cx="746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Segoe UI"/>
                <a:cs typeface="Segoe UI"/>
              </a:rPr>
              <a:t>P</a:t>
            </a:r>
            <a:r>
              <a:rPr sz="1950" b="1" spc="-15" baseline="-21367" dirty="0">
                <a:latin typeface="Segoe UI"/>
                <a:cs typeface="Segoe UI"/>
              </a:rPr>
              <a:t>R</a:t>
            </a:r>
            <a:r>
              <a:rPr sz="2000" b="1" spc="-10" dirty="0">
                <a:latin typeface="Segoe UI"/>
                <a:cs typeface="Segoe UI"/>
              </a:rPr>
              <a:t>/P</a:t>
            </a:r>
            <a:r>
              <a:rPr sz="1950" b="1" spc="-15" baseline="-21367" dirty="0">
                <a:latin typeface="Segoe UI"/>
                <a:cs typeface="Segoe UI"/>
              </a:rPr>
              <a:t>N</a:t>
            </a:r>
            <a:endParaRPr sz="1950" baseline="-21367">
              <a:latin typeface="Segoe UI"/>
              <a:cs typeface="Segoe U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41810" y="6068236"/>
            <a:ext cx="259715" cy="267335"/>
          </a:xfrm>
          <a:custGeom>
            <a:avLst/>
            <a:gdLst/>
            <a:ahLst/>
            <a:cxnLst/>
            <a:rect l="l" t="t" r="r" b="b"/>
            <a:pathLst>
              <a:path w="259715" h="267335">
                <a:moveTo>
                  <a:pt x="255015" y="0"/>
                </a:moveTo>
                <a:lnTo>
                  <a:pt x="116814" y="4305"/>
                </a:lnTo>
                <a:lnTo>
                  <a:pt x="152438" y="37782"/>
                </a:lnTo>
                <a:lnTo>
                  <a:pt x="0" y="200037"/>
                </a:lnTo>
                <a:lnTo>
                  <a:pt x="71259" y="266992"/>
                </a:lnTo>
                <a:lnTo>
                  <a:pt x="223710" y="104724"/>
                </a:lnTo>
                <a:lnTo>
                  <a:pt x="259333" y="138201"/>
                </a:lnTo>
                <a:lnTo>
                  <a:pt x="2550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393212" y="5909932"/>
            <a:ext cx="495934" cy="434340"/>
          </a:xfrm>
          <a:custGeom>
            <a:avLst/>
            <a:gdLst/>
            <a:ahLst/>
            <a:cxnLst/>
            <a:rect l="l" t="t" r="r" b="b"/>
            <a:pathLst>
              <a:path w="495934" h="434339">
                <a:moveTo>
                  <a:pt x="117741" y="179870"/>
                </a:moveTo>
                <a:lnTo>
                  <a:pt x="115785" y="170230"/>
                </a:lnTo>
                <a:lnTo>
                  <a:pt x="110464" y="162344"/>
                </a:lnTo>
                <a:lnTo>
                  <a:pt x="102577" y="157010"/>
                </a:lnTo>
                <a:lnTo>
                  <a:pt x="92951" y="155054"/>
                </a:lnTo>
                <a:lnTo>
                  <a:pt x="0" y="155054"/>
                </a:lnTo>
                <a:lnTo>
                  <a:pt x="0" y="415556"/>
                </a:lnTo>
                <a:lnTo>
                  <a:pt x="92951" y="415556"/>
                </a:lnTo>
                <a:lnTo>
                  <a:pt x="102577" y="413600"/>
                </a:lnTo>
                <a:lnTo>
                  <a:pt x="110464" y="408266"/>
                </a:lnTo>
                <a:lnTo>
                  <a:pt x="115785" y="400380"/>
                </a:lnTo>
                <a:lnTo>
                  <a:pt x="117741" y="390740"/>
                </a:lnTo>
                <a:lnTo>
                  <a:pt x="117741" y="179870"/>
                </a:lnTo>
                <a:close/>
              </a:path>
              <a:path w="495934" h="434339">
                <a:moveTo>
                  <a:pt x="495757" y="210883"/>
                </a:moveTo>
                <a:lnTo>
                  <a:pt x="492823" y="196430"/>
                </a:lnTo>
                <a:lnTo>
                  <a:pt x="484835" y="184594"/>
                </a:lnTo>
                <a:lnTo>
                  <a:pt x="473011" y="176606"/>
                </a:lnTo>
                <a:lnTo>
                  <a:pt x="458571" y="173659"/>
                </a:lnTo>
                <a:lnTo>
                  <a:pt x="340829" y="173659"/>
                </a:lnTo>
                <a:lnTo>
                  <a:pt x="333832" y="172250"/>
                </a:lnTo>
                <a:lnTo>
                  <a:pt x="328053" y="168389"/>
                </a:lnTo>
                <a:lnTo>
                  <a:pt x="324015" y="162674"/>
                </a:lnTo>
                <a:lnTo>
                  <a:pt x="322237" y="155676"/>
                </a:lnTo>
                <a:lnTo>
                  <a:pt x="325399" y="144411"/>
                </a:lnTo>
                <a:lnTo>
                  <a:pt x="331762" y="124129"/>
                </a:lnTo>
                <a:lnTo>
                  <a:pt x="338010" y="90004"/>
                </a:lnTo>
                <a:lnTo>
                  <a:pt x="340829" y="37211"/>
                </a:lnTo>
                <a:lnTo>
                  <a:pt x="318084" y="2933"/>
                </a:lnTo>
                <a:lnTo>
                  <a:pt x="303644" y="0"/>
                </a:lnTo>
                <a:lnTo>
                  <a:pt x="289217" y="2933"/>
                </a:lnTo>
                <a:lnTo>
                  <a:pt x="277393" y="10934"/>
                </a:lnTo>
                <a:lnTo>
                  <a:pt x="269405" y="22771"/>
                </a:lnTo>
                <a:lnTo>
                  <a:pt x="266471" y="37211"/>
                </a:lnTo>
                <a:lnTo>
                  <a:pt x="249301" y="100076"/>
                </a:lnTo>
                <a:lnTo>
                  <a:pt x="211391" y="146532"/>
                </a:lnTo>
                <a:lnTo>
                  <a:pt x="173139" y="175539"/>
                </a:lnTo>
                <a:lnTo>
                  <a:pt x="154927" y="186067"/>
                </a:lnTo>
                <a:lnTo>
                  <a:pt x="154927" y="384543"/>
                </a:lnTo>
                <a:lnTo>
                  <a:pt x="182143" y="392290"/>
                </a:lnTo>
                <a:lnTo>
                  <a:pt x="205346" y="409346"/>
                </a:lnTo>
                <a:lnTo>
                  <a:pt x="235877" y="426402"/>
                </a:lnTo>
                <a:lnTo>
                  <a:pt x="285051" y="434162"/>
                </a:lnTo>
                <a:lnTo>
                  <a:pt x="396595" y="434162"/>
                </a:lnTo>
                <a:lnTo>
                  <a:pt x="411035" y="431228"/>
                </a:lnTo>
                <a:lnTo>
                  <a:pt x="422859" y="423227"/>
                </a:lnTo>
                <a:lnTo>
                  <a:pt x="430847" y="411391"/>
                </a:lnTo>
                <a:lnTo>
                  <a:pt x="433781" y="396951"/>
                </a:lnTo>
                <a:lnTo>
                  <a:pt x="433108" y="389750"/>
                </a:lnTo>
                <a:lnTo>
                  <a:pt x="431152" y="383146"/>
                </a:lnTo>
                <a:lnTo>
                  <a:pt x="428028" y="377240"/>
                </a:lnTo>
                <a:lnTo>
                  <a:pt x="423862" y="372135"/>
                </a:lnTo>
                <a:lnTo>
                  <a:pt x="427583" y="372135"/>
                </a:lnTo>
                <a:lnTo>
                  <a:pt x="442023" y="369201"/>
                </a:lnTo>
                <a:lnTo>
                  <a:pt x="453847" y="361200"/>
                </a:lnTo>
                <a:lnTo>
                  <a:pt x="461835" y="349377"/>
                </a:lnTo>
                <a:lnTo>
                  <a:pt x="464769" y="334924"/>
                </a:lnTo>
                <a:lnTo>
                  <a:pt x="464083" y="327621"/>
                </a:lnTo>
                <a:lnTo>
                  <a:pt x="462051" y="320738"/>
                </a:lnTo>
                <a:lnTo>
                  <a:pt x="458749" y="314426"/>
                </a:lnTo>
                <a:lnTo>
                  <a:pt x="454228" y="308876"/>
                </a:lnTo>
                <a:lnTo>
                  <a:pt x="465836" y="304126"/>
                </a:lnTo>
                <a:lnTo>
                  <a:pt x="475068" y="295998"/>
                </a:lnTo>
                <a:lnTo>
                  <a:pt x="481164" y="285330"/>
                </a:lnTo>
                <a:lnTo>
                  <a:pt x="483362" y="272897"/>
                </a:lnTo>
                <a:lnTo>
                  <a:pt x="482561" y="265150"/>
                </a:lnTo>
                <a:lnTo>
                  <a:pt x="480263" y="257860"/>
                </a:lnTo>
                <a:lnTo>
                  <a:pt x="476554" y="251269"/>
                </a:lnTo>
                <a:lnTo>
                  <a:pt x="471589" y="245605"/>
                </a:lnTo>
                <a:lnTo>
                  <a:pt x="481368" y="240360"/>
                </a:lnTo>
                <a:lnTo>
                  <a:pt x="489013" y="232435"/>
                </a:lnTo>
                <a:lnTo>
                  <a:pt x="493979" y="222415"/>
                </a:lnTo>
                <a:lnTo>
                  <a:pt x="495757" y="21088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7171" y="4026796"/>
            <a:ext cx="617855" cy="425450"/>
          </a:xfrm>
          <a:custGeom>
            <a:avLst/>
            <a:gdLst/>
            <a:ahLst/>
            <a:cxnLst/>
            <a:rect l="l" t="t" r="r" b="b"/>
            <a:pathLst>
              <a:path w="617855" h="425450">
                <a:moveTo>
                  <a:pt x="61715" y="256539"/>
                </a:moveTo>
                <a:lnTo>
                  <a:pt x="55667" y="256539"/>
                </a:lnTo>
                <a:lnTo>
                  <a:pt x="40084" y="259079"/>
                </a:lnTo>
                <a:lnTo>
                  <a:pt x="32515" y="264159"/>
                </a:lnTo>
                <a:lnTo>
                  <a:pt x="25738" y="267969"/>
                </a:lnTo>
                <a:lnTo>
                  <a:pt x="1735" y="302259"/>
                </a:lnTo>
                <a:lnTo>
                  <a:pt x="0" y="316229"/>
                </a:lnTo>
                <a:lnTo>
                  <a:pt x="213" y="322579"/>
                </a:lnTo>
                <a:lnTo>
                  <a:pt x="255" y="323849"/>
                </a:lnTo>
                <a:lnTo>
                  <a:pt x="12619" y="365759"/>
                </a:lnTo>
                <a:lnTo>
                  <a:pt x="36338" y="401319"/>
                </a:lnTo>
                <a:lnTo>
                  <a:pt x="47404" y="411479"/>
                </a:lnTo>
                <a:lnTo>
                  <a:pt x="53277" y="416559"/>
                </a:lnTo>
                <a:lnTo>
                  <a:pt x="59375" y="420369"/>
                </a:lnTo>
                <a:lnTo>
                  <a:pt x="65684" y="422909"/>
                </a:lnTo>
                <a:lnTo>
                  <a:pt x="78896" y="425449"/>
                </a:lnTo>
                <a:lnTo>
                  <a:pt x="92900" y="425449"/>
                </a:lnTo>
                <a:lnTo>
                  <a:pt x="100169" y="424179"/>
                </a:lnTo>
                <a:lnTo>
                  <a:pt x="107612" y="421639"/>
                </a:lnTo>
                <a:lnTo>
                  <a:pt x="115230" y="417829"/>
                </a:lnTo>
                <a:lnTo>
                  <a:pt x="121811" y="412749"/>
                </a:lnTo>
                <a:lnTo>
                  <a:pt x="127647" y="408939"/>
                </a:lnTo>
                <a:lnTo>
                  <a:pt x="132736" y="402589"/>
                </a:lnTo>
                <a:lnTo>
                  <a:pt x="137074" y="397509"/>
                </a:lnTo>
                <a:lnTo>
                  <a:pt x="140801" y="389889"/>
                </a:lnTo>
                <a:lnTo>
                  <a:pt x="144056" y="383539"/>
                </a:lnTo>
                <a:lnTo>
                  <a:pt x="96383" y="383539"/>
                </a:lnTo>
                <a:lnTo>
                  <a:pt x="86706" y="382269"/>
                </a:lnTo>
                <a:lnTo>
                  <a:pt x="57724" y="355599"/>
                </a:lnTo>
                <a:lnTo>
                  <a:pt x="51552" y="345439"/>
                </a:lnTo>
                <a:lnTo>
                  <a:pt x="49152" y="339089"/>
                </a:lnTo>
                <a:lnTo>
                  <a:pt x="45558" y="327659"/>
                </a:lnTo>
                <a:lnTo>
                  <a:pt x="44580" y="322579"/>
                </a:lnTo>
                <a:lnTo>
                  <a:pt x="44381" y="316229"/>
                </a:lnTo>
                <a:lnTo>
                  <a:pt x="44262" y="312419"/>
                </a:lnTo>
                <a:lnTo>
                  <a:pt x="69840" y="287019"/>
                </a:lnTo>
                <a:lnTo>
                  <a:pt x="146242" y="287019"/>
                </a:lnTo>
                <a:lnTo>
                  <a:pt x="131263" y="260349"/>
                </a:lnTo>
                <a:lnTo>
                  <a:pt x="81562" y="260349"/>
                </a:lnTo>
                <a:lnTo>
                  <a:pt x="68048" y="257809"/>
                </a:lnTo>
                <a:lnTo>
                  <a:pt x="61715" y="256539"/>
                </a:lnTo>
                <a:close/>
              </a:path>
              <a:path w="617855" h="425450">
                <a:moveTo>
                  <a:pt x="190566" y="367029"/>
                </a:moveTo>
                <a:lnTo>
                  <a:pt x="149152" y="367029"/>
                </a:lnTo>
                <a:lnTo>
                  <a:pt x="158181" y="383539"/>
                </a:lnTo>
                <a:lnTo>
                  <a:pt x="158981" y="384809"/>
                </a:lnTo>
                <a:lnTo>
                  <a:pt x="167122" y="384809"/>
                </a:lnTo>
                <a:lnTo>
                  <a:pt x="171377" y="382269"/>
                </a:lnTo>
                <a:lnTo>
                  <a:pt x="174056" y="380999"/>
                </a:lnTo>
                <a:lnTo>
                  <a:pt x="180305" y="377189"/>
                </a:lnTo>
                <a:lnTo>
                  <a:pt x="182794" y="375919"/>
                </a:lnTo>
                <a:lnTo>
                  <a:pt x="186693" y="373379"/>
                </a:lnTo>
                <a:lnTo>
                  <a:pt x="188141" y="372109"/>
                </a:lnTo>
                <a:lnTo>
                  <a:pt x="189982" y="369569"/>
                </a:lnTo>
                <a:lnTo>
                  <a:pt x="190490" y="368299"/>
                </a:lnTo>
                <a:lnTo>
                  <a:pt x="190566" y="367029"/>
                </a:lnTo>
                <a:close/>
              </a:path>
              <a:path w="617855" h="425450">
                <a:moveTo>
                  <a:pt x="146242" y="287019"/>
                </a:moveTo>
                <a:lnTo>
                  <a:pt x="69840" y="287019"/>
                </a:lnTo>
                <a:lnTo>
                  <a:pt x="76876" y="288289"/>
                </a:lnTo>
                <a:lnTo>
                  <a:pt x="82355" y="289559"/>
                </a:lnTo>
                <a:lnTo>
                  <a:pt x="88260" y="290829"/>
                </a:lnTo>
                <a:lnTo>
                  <a:pt x="94591" y="293369"/>
                </a:lnTo>
                <a:lnTo>
                  <a:pt x="101349" y="295909"/>
                </a:lnTo>
                <a:lnTo>
                  <a:pt x="126482" y="340359"/>
                </a:lnTo>
                <a:lnTo>
                  <a:pt x="125530" y="345439"/>
                </a:lnTo>
                <a:lnTo>
                  <a:pt x="124463" y="350519"/>
                </a:lnTo>
                <a:lnTo>
                  <a:pt x="101425" y="382269"/>
                </a:lnTo>
                <a:lnTo>
                  <a:pt x="96383" y="383539"/>
                </a:lnTo>
                <a:lnTo>
                  <a:pt x="144056" y="383539"/>
                </a:lnTo>
                <a:lnTo>
                  <a:pt x="146839" y="375919"/>
                </a:lnTo>
                <a:lnTo>
                  <a:pt x="149152" y="367029"/>
                </a:lnTo>
                <a:lnTo>
                  <a:pt x="190566" y="367029"/>
                </a:lnTo>
                <a:lnTo>
                  <a:pt x="190643" y="365759"/>
                </a:lnTo>
                <a:lnTo>
                  <a:pt x="190376" y="365759"/>
                </a:lnTo>
                <a:lnTo>
                  <a:pt x="189754" y="364489"/>
                </a:lnTo>
                <a:lnTo>
                  <a:pt x="146242" y="287019"/>
                </a:lnTo>
                <a:close/>
              </a:path>
              <a:path w="617855" h="425450">
                <a:moveTo>
                  <a:pt x="250434" y="100329"/>
                </a:moveTo>
                <a:lnTo>
                  <a:pt x="229914" y="100329"/>
                </a:lnTo>
                <a:lnTo>
                  <a:pt x="216297" y="102869"/>
                </a:lnTo>
                <a:lnTo>
                  <a:pt x="208972" y="105409"/>
                </a:lnTo>
                <a:lnTo>
                  <a:pt x="201171" y="107949"/>
                </a:lnTo>
                <a:lnTo>
                  <a:pt x="192894" y="111759"/>
                </a:lnTo>
                <a:lnTo>
                  <a:pt x="184140" y="116839"/>
                </a:lnTo>
                <a:lnTo>
                  <a:pt x="131676" y="146049"/>
                </a:lnTo>
                <a:lnTo>
                  <a:pt x="129441" y="148589"/>
                </a:lnTo>
                <a:lnTo>
                  <a:pt x="127104" y="154939"/>
                </a:lnTo>
                <a:lnTo>
                  <a:pt x="127778" y="158749"/>
                </a:lnTo>
                <a:lnTo>
                  <a:pt x="228552" y="339089"/>
                </a:lnTo>
                <a:lnTo>
                  <a:pt x="231486" y="341629"/>
                </a:lnTo>
                <a:lnTo>
                  <a:pt x="238229" y="342899"/>
                </a:lnTo>
                <a:lnTo>
                  <a:pt x="241570" y="341629"/>
                </a:lnTo>
                <a:lnTo>
                  <a:pt x="311623" y="302259"/>
                </a:lnTo>
                <a:lnTo>
                  <a:pt x="321670" y="294639"/>
                </a:lnTo>
                <a:lnTo>
                  <a:pt x="255044" y="294639"/>
                </a:lnTo>
                <a:lnTo>
                  <a:pt x="223790" y="238759"/>
                </a:lnTo>
                <a:lnTo>
                  <a:pt x="254625" y="220979"/>
                </a:lnTo>
                <a:lnTo>
                  <a:pt x="260886" y="218439"/>
                </a:lnTo>
                <a:lnTo>
                  <a:pt x="271427" y="215899"/>
                </a:lnTo>
                <a:lnTo>
                  <a:pt x="345710" y="215899"/>
                </a:lnTo>
                <a:lnTo>
                  <a:pt x="342450" y="209549"/>
                </a:lnTo>
                <a:lnTo>
                  <a:pt x="207483" y="209549"/>
                </a:lnTo>
                <a:lnTo>
                  <a:pt x="178946" y="158749"/>
                </a:lnTo>
                <a:lnTo>
                  <a:pt x="205197" y="143509"/>
                </a:lnTo>
                <a:lnTo>
                  <a:pt x="210416" y="142239"/>
                </a:lnTo>
                <a:lnTo>
                  <a:pt x="219027" y="139699"/>
                </a:lnTo>
                <a:lnTo>
                  <a:pt x="286286" y="139699"/>
                </a:lnTo>
                <a:lnTo>
                  <a:pt x="285715" y="137159"/>
                </a:lnTo>
                <a:lnTo>
                  <a:pt x="283822" y="132079"/>
                </a:lnTo>
                <a:lnTo>
                  <a:pt x="281155" y="128269"/>
                </a:lnTo>
                <a:lnTo>
                  <a:pt x="277424" y="121919"/>
                </a:lnTo>
                <a:lnTo>
                  <a:pt x="273358" y="116839"/>
                </a:lnTo>
                <a:lnTo>
                  <a:pt x="268958" y="111759"/>
                </a:lnTo>
                <a:lnTo>
                  <a:pt x="264226" y="107949"/>
                </a:lnTo>
                <a:lnTo>
                  <a:pt x="257686" y="104139"/>
                </a:lnTo>
                <a:lnTo>
                  <a:pt x="250434" y="100329"/>
                </a:lnTo>
                <a:close/>
              </a:path>
              <a:path w="617855" h="425450">
                <a:moveTo>
                  <a:pt x="345710" y="215899"/>
                </a:moveTo>
                <a:lnTo>
                  <a:pt x="276202" y="215899"/>
                </a:lnTo>
                <a:lnTo>
                  <a:pt x="284762" y="217169"/>
                </a:lnTo>
                <a:lnTo>
                  <a:pt x="288674" y="219709"/>
                </a:lnTo>
                <a:lnTo>
                  <a:pt x="305781" y="250189"/>
                </a:lnTo>
                <a:lnTo>
                  <a:pt x="305197" y="253999"/>
                </a:lnTo>
                <a:lnTo>
                  <a:pt x="255044" y="294639"/>
                </a:lnTo>
                <a:lnTo>
                  <a:pt x="321670" y="294639"/>
                </a:lnTo>
                <a:lnTo>
                  <a:pt x="347132" y="260349"/>
                </a:lnTo>
                <a:lnTo>
                  <a:pt x="350955" y="242569"/>
                </a:lnTo>
                <a:lnTo>
                  <a:pt x="350833" y="237489"/>
                </a:lnTo>
                <a:lnTo>
                  <a:pt x="350802" y="236219"/>
                </a:lnTo>
                <a:lnTo>
                  <a:pt x="348288" y="222249"/>
                </a:lnTo>
                <a:lnTo>
                  <a:pt x="345710" y="215899"/>
                </a:lnTo>
                <a:close/>
              </a:path>
              <a:path w="617855" h="425450">
                <a:moveTo>
                  <a:pt x="76952" y="163829"/>
                </a:moveTo>
                <a:lnTo>
                  <a:pt x="67846" y="163829"/>
                </a:lnTo>
                <a:lnTo>
                  <a:pt x="62677" y="166369"/>
                </a:lnTo>
                <a:lnTo>
                  <a:pt x="59515" y="167639"/>
                </a:lnTo>
                <a:lnTo>
                  <a:pt x="52060" y="172719"/>
                </a:lnTo>
                <a:lnTo>
                  <a:pt x="49063" y="173989"/>
                </a:lnTo>
                <a:lnTo>
                  <a:pt x="44567" y="177799"/>
                </a:lnTo>
                <a:lnTo>
                  <a:pt x="42865" y="179069"/>
                </a:lnTo>
                <a:lnTo>
                  <a:pt x="40567" y="181609"/>
                </a:lnTo>
                <a:lnTo>
                  <a:pt x="39944" y="182879"/>
                </a:lnTo>
                <a:lnTo>
                  <a:pt x="39970" y="186689"/>
                </a:lnTo>
                <a:lnTo>
                  <a:pt x="81562" y="260349"/>
                </a:lnTo>
                <a:lnTo>
                  <a:pt x="131263" y="260349"/>
                </a:lnTo>
                <a:lnTo>
                  <a:pt x="77765" y="165099"/>
                </a:lnTo>
                <a:lnTo>
                  <a:pt x="76952" y="163829"/>
                </a:lnTo>
                <a:close/>
              </a:path>
              <a:path w="617855" h="425450">
                <a:moveTo>
                  <a:pt x="410302" y="246379"/>
                </a:moveTo>
                <a:lnTo>
                  <a:pt x="403368" y="246379"/>
                </a:lnTo>
                <a:lnTo>
                  <a:pt x="405438" y="247649"/>
                </a:lnTo>
                <a:lnTo>
                  <a:pt x="406822" y="247649"/>
                </a:lnTo>
                <a:lnTo>
                  <a:pt x="410302" y="246379"/>
                </a:lnTo>
                <a:close/>
              </a:path>
              <a:path w="617855" h="425450">
                <a:moveTo>
                  <a:pt x="355590" y="88899"/>
                </a:moveTo>
                <a:lnTo>
                  <a:pt x="351513" y="88899"/>
                </a:lnTo>
                <a:lnTo>
                  <a:pt x="349672" y="90169"/>
                </a:lnTo>
                <a:lnTo>
                  <a:pt x="345151" y="91439"/>
                </a:lnTo>
                <a:lnTo>
                  <a:pt x="342408" y="92709"/>
                </a:lnTo>
                <a:lnTo>
                  <a:pt x="336058" y="96519"/>
                </a:lnTo>
                <a:lnTo>
                  <a:pt x="333543" y="97789"/>
                </a:lnTo>
                <a:lnTo>
                  <a:pt x="329695" y="101599"/>
                </a:lnTo>
                <a:lnTo>
                  <a:pt x="328209" y="102869"/>
                </a:lnTo>
                <a:lnTo>
                  <a:pt x="326164" y="105409"/>
                </a:lnTo>
                <a:lnTo>
                  <a:pt x="325605" y="105409"/>
                </a:lnTo>
                <a:lnTo>
                  <a:pt x="325529" y="106679"/>
                </a:lnTo>
                <a:lnTo>
                  <a:pt x="325453" y="107949"/>
                </a:lnTo>
                <a:lnTo>
                  <a:pt x="325694" y="109219"/>
                </a:lnTo>
                <a:lnTo>
                  <a:pt x="402580" y="246379"/>
                </a:lnTo>
                <a:lnTo>
                  <a:pt x="412461" y="246379"/>
                </a:lnTo>
                <a:lnTo>
                  <a:pt x="417579" y="243839"/>
                </a:lnTo>
                <a:lnTo>
                  <a:pt x="420728" y="242569"/>
                </a:lnTo>
                <a:lnTo>
                  <a:pt x="428183" y="238759"/>
                </a:lnTo>
                <a:lnTo>
                  <a:pt x="431181" y="236219"/>
                </a:lnTo>
                <a:lnTo>
                  <a:pt x="435740" y="233679"/>
                </a:lnTo>
                <a:lnTo>
                  <a:pt x="437467" y="231139"/>
                </a:lnTo>
                <a:lnTo>
                  <a:pt x="439829" y="228599"/>
                </a:lnTo>
                <a:lnTo>
                  <a:pt x="440502" y="227329"/>
                </a:lnTo>
                <a:lnTo>
                  <a:pt x="440858" y="226059"/>
                </a:lnTo>
                <a:lnTo>
                  <a:pt x="440667" y="224789"/>
                </a:lnTo>
                <a:lnTo>
                  <a:pt x="389740" y="133349"/>
                </a:lnTo>
                <a:lnTo>
                  <a:pt x="391290" y="124459"/>
                </a:lnTo>
                <a:lnTo>
                  <a:pt x="393385" y="116839"/>
                </a:lnTo>
                <a:lnTo>
                  <a:pt x="397101" y="107949"/>
                </a:lnTo>
                <a:lnTo>
                  <a:pt x="367503" y="107949"/>
                </a:lnTo>
                <a:lnTo>
                  <a:pt x="358194" y="91439"/>
                </a:lnTo>
                <a:lnTo>
                  <a:pt x="357444" y="90169"/>
                </a:lnTo>
                <a:lnTo>
                  <a:pt x="355590" y="88899"/>
                </a:lnTo>
                <a:close/>
              </a:path>
              <a:path w="617855" h="425450">
                <a:moveTo>
                  <a:pt x="286286" y="139699"/>
                </a:moveTo>
                <a:lnTo>
                  <a:pt x="222964" y="139699"/>
                </a:lnTo>
                <a:lnTo>
                  <a:pt x="230127" y="140969"/>
                </a:lnTo>
                <a:lnTo>
                  <a:pt x="233391" y="142239"/>
                </a:lnTo>
                <a:lnTo>
                  <a:pt x="248783" y="170179"/>
                </a:lnTo>
                <a:lnTo>
                  <a:pt x="248690" y="172719"/>
                </a:lnTo>
                <a:lnTo>
                  <a:pt x="207483" y="209549"/>
                </a:lnTo>
                <a:lnTo>
                  <a:pt x="342450" y="209549"/>
                </a:lnTo>
                <a:lnTo>
                  <a:pt x="314480" y="182879"/>
                </a:lnTo>
                <a:lnTo>
                  <a:pt x="276533" y="182879"/>
                </a:lnTo>
                <a:lnTo>
                  <a:pt x="279962" y="179069"/>
                </a:lnTo>
                <a:lnTo>
                  <a:pt x="282629" y="175259"/>
                </a:lnTo>
                <a:lnTo>
                  <a:pt x="286439" y="166369"/>
                </a:lnTo>
                <a:lnTo>
                  <a:pt x="287582" y="161289"/>
                </a:lnTo>
                <a:lnTo>
                  <a:pt x="288369" y="151129"/>
                </a:lnTo>
                <a:lnTo>
                  <a:pt x="288124" y="148589"/>
                </a:lnTo>
                <a:lnTo>
                  <a:pt x="288001" y="147319"/>
                </a:lnTo>
                <a:lnTo>
                  <a:pt x="286286" y="139699"/>
                </a:lnTo>
                <a:close/>
              </a:path>
              <a:path w="617855" h="425450">
                <a:moveTo>
                  <a:pt x="498592" y="196849"/>
                </a:moveTo>
                <a:lnTo>
                  <a:pt x="491658" y="196849"/>
                </a:lnTo>
                <a:lnTo>
                  <a:pt x="493715" y="198119"/>
                </a:lnTo>
                <a:lnTo>
                  <a:pt x="495100" y="198119"/>
                </a:lnTo>
                <a:lnTo>
                  <a:pt x="498592" y="196849"/>
                </a:lnTo>
                <a:close/>
              </a:path>
              <a:path w="617855" h="425450">
                <a:moveTo>
                  <a:pt x="483524" y="93979"/>
                </a:moveTo>
                <a:lnTo>
                  <a:pt x="424653" y="93979"/>
                </a:lnTo>
                <a:lnTo>
                  <a:pt x="431079" y="97789"/>
                </a:lnTo>
                <a:lnTo>
                  <a:pt x="434165" y="100329"/>
                </a:lnTo>
                <a:lnTo>
                  <a:pt x="440071" y="106679"/>
                </a:lnTo>
                <a:lnTo>
                  <a:pt x="442814" y="110489"/>
                </a:lnTo>
                <a:lnTo>
                  <a:pt x="490858" y="196849"/>
                </a:lnTo>
                <a:lnTo>
                  <a:pt x="500738" y="196849"/>
                </a:lnTo>
                <a:lnTo>
                  <a:pt x="505857" y="194309"/>
                </a:lnTo>
                <a:lnTo>
                  <a:pt x="509006" y="193039"/>
                </a:lnTo>
                <a:lnTo>
                  <a:pt x="516359" y="189229"/>
                </a:lnTo>
                <a:lnTo>
                  <a:pt x="519319" y="186689"/>
                </a:lnTo>
                <a:lnTo>
                  <a:pt x="523865" y="184149"/>
                </a:lnTo>
                <a:lnTo>
                  <a:pt x="525592" y="181609"/>
                </a:lnTo>
                <a:lnTo>
                  <a:pt x="527955" y="179069"/>
                </a:lnTo>
                <a:lnTo>
                  <a:pt x="528628" y="177799"/>
                </a:lnTo>
                <a:lnTo>
                  <a:pt x="528996" y="176529"/>
                </a:lnTo>
                <a:lnTo>
                  <a:pt x="528793" y="175259"/>
                </a:lnTo>
                <a:lnTo>
                  <a:pt x="483524" y="93979"/>
                </a:lnTo>
                <a:close/>
              </a:path>
              <a:path w="617855" h="425450">
                <a:moveTo>
                  <a:pt x="306860" y="180339"/>
                </a:moveTo>
                <a:lnTo>
                  <a:pt x="288750" y="180339"/>
                </a:lnTo>
                <a:lnTo>
                  <a:pt x="276533" y="182879"/>
                </a:lnTo>
                <a:lnTo>
                  <a:pt x="314480" y="182879"/>
                </a:lnTo>
                <a:lnTo>
                  <a:pt x="306860" y="180339"/>
                </a:lnTo>
                <a:close/>
              </a:path>
              <a:path w="617855" h="425450">
                <a:moveTo>
                  <a:pt x="73447" y="162559"/>
                </a:moveTo>
                <a:lnTo>
                  <a:pt x="70005" y="163829"/>
                </a:lnTo>
                <a:lnTo>
                  <a:pt x="74844" y="163829"/>
                </a:lnTo>
                <a:lnTo>
                  <a:pt x="73447" y="162559"/>
                </a:lnTo>
                <a:close/>
              </a:path>
              <a:path w="617855" h="425450">
                <a:moveTo>
                  <a:pt x="586717" y="147319"/>
                </a:moveTo>
                <a:lnTo>
                  <a:pt x="579910" y="147319"/>
                </a:lnTo>
                <a:lnTo>
                  <a:pt x="581866" y="148589"/>
                </a:lnTo>
                <a:lnTo>
                  <a:pt x="583225" y="148589"/>
                </a:lnTo>
                <a:lnTo>
                  <a:pt x="586717" y="147319"/>
                </a:lnTo>
                <a:close/>
              </a:path>
              <a:path w="617855" h="425450">
                <a:moveTo>
                  <a:pt x="571588" y="44449"/>
                </a:moveTo>
                <a:lnTo>
                  <a:pt x="512803" y="44449"/>
                </a:lnTo>
                <a:lnTo>
                  <a:pt x="519331" y="48259"/>
                </a:lnTo>
                <a:lnTo>
                  <a:pt x="522443" y="50799"/>
                </a:lnTo>
                <a:lnTo>
                  <a:pt x="528348" y="57149"/>
                </a:lnTo>
                <a:lnTo>
                  <a:pt x="531091" y="60959"/>
                </a:lnTo>
                <a:lnTo>
                  <a:pt x="579136" y="147319"/>
                </a:lnTo>
                <a:lnTo>
                  <a:pt x="588864" y="147319"/>
                </a:lnTo>
                <a:lnTo>
                  <a:pt x="593982" y="144779"/>
                </a:lnTo>
                <a:lnTo>
                  <a:pt x="597182" y="143509"/>
                </a:lnTo>
                <a:lnTo>
                  <a:pt x="604739" y="138429"/>
                </a:lnTo>
                <a:lnTo>
                  <a:pt x="607749" y="137159"/>
                </a:lnTo>
                <a:lnTo>
                  <a:pt x="612295" y="133349"/>
                </a:lnTo>
                <a:lnTo>
                  <a:pt x="613997" y="132079"/>
                </a:lnTo>
                <a:lnTo>
                  <a:pt x="616258" y="129539"/>
                </a:lnTo>
                <a:lnTo>
                  <a:pt x="616905" y="128269"/>
                </a:lnTo>
                <a:lnTo>
                  <a:pt x="617274" y="126999"/>
                </a:lnTo>
                <a:lnTo>
                  <a:pt x="617070" y="125729"/>
                </a:lnTo>
                <a:lnTo>
                  <a:pt x="616512" y="124459"/>
                </a:lnTo>
                <a:lnTo>
                  <a:pt x="571588" y="44449"/>
                </a:lnTo>
                <a:close/>
              </a:path>
              <a:path w="617855" h="425450">
                <a:moveTo>
                  <a:pt x="434724" y="49529"/>
                </a:moveTo>
                <a:lnTo>
                  <a:pt x="420449" y="49529"/>
                </a:lnTo>
                <a:lnTo>
                  <a:pt x="410276" y="52069"/>
                </a:lnTo>
                <a:lnTo>
                  <a:pt x="404955" y="54609"/>
                </a:lnTo>
                <a:lnTo>
                  <a:pt x="399418" y="57149"/>
                </a:lnTo>
                <a:lnTo>
                  <a:pt x="375957" y="83819"/>
                </a:lnTo>
                <a:lnTo>
                  <a:pt x="372726" y="90169"/>
                </a:lnTo>
                <a:lnTo>
                  <a:pt x="369908" y="99059"/>
                </a:lnTo>
                <a:lnTo>
                  <a:pt x="367503" y="107949"/>
                </a:lnTo>
                <a:lnTo>
                  <a:pt x="397101" y="107949"/>
                </a:lnTo>
                <a:lnTo>
                  <a:pt x="398694" y="104139"/>
                </a:lnTo>
                <a:lnTo>
                  <a:pt x="402339" y="99059"/>
                </a:lnTo>
                <a:lnTo>
                  <a:pt x="410607" y="95249"/>
                </a:lnTo>
                <a:lnTo>
                  <a:pt x="414188" y="93979"/>
                </a:lnTo>
                <a:lnTo>
                  <a:pt x="483524" y="93979"/>
                </a:lnTo>
                <a:lnTo>
                  <a:pt x="477866" y="83819"/>
                </a:lnTo>
                <a:lnTo>
                  <a:pt x="479517" y="74929"/>
                </a:lnTo>
                <a:lnTo>
                  <a:pt x="481676" y="66039"/>
                </a:lnTo>
                <a:lnTo>
                  <a:pt x="485215" y="58419"/>
                </a:lnTo>
                <a:lnTo>
                  <a:pt x="455438" y="58419"/>
                </a:lnTo>
                <a:lnTo>
                  <a:pt x="451628" y="55879"/>
                </a:lnTo>
                <a:lnTo>
                  <a:pt x="447614" y="53339"/>
                </a:lnTo>
                <a:lnTo>
                  <a:pt x="439182" y="50799"/>
                </a:lnTo>
                <a:lnTo>
                  <a:pt x="434724" y="49529"/>
                </a:lnTo>
                <a:close/>
              </a:path>
              <a:path w="617855" h="425450">
                <a:moveTo>
                  <a:pt x="520919" y="0"/>
                </a:moveTo>
                <a:lnTo>
                  <a:pt x="507079" y="0"/>
                </a:lnTo>
                <a:lnTo>
                  <a:pt x="500878" y="2539"/>
                </a:lnTo>
                <a:lnTo>
                  <a:pt x="494468" y="5079"/>
                </a:lnTo>
                <a:lnTo>
                  <a:pt x="465534" y="30479"/>
                </a:lnTo>
                <a:lnTo>
                  <a:pt x="455438" y="58419"/>
                </a:lnTo>
                <a:lnTo>
                  <a:pt x="485215" y="58419"/>
                </a:lnTo>
                <a:lnTo>
                  <a:pt x="486984" y="54609"/>
                </a:lnTo>
                <a:lnTo>
                  <a:pt x="490578" y="49529"/>
                </a:lnTo>
                <a:lnTo>
                  <a:pt x="498833" y="45719"/>
                </a:lnTo>
                <a:lnTo>
                  <a:pt x="502440" y="44449"/>
                </a:lnTo>
                <a:lnTo>
                  <a:pt x="571588" y="44449"/>
                </a:lnTo>
                <a:lnTo>
                  <a:pt x="568023" y="38099"/>
                </a:lnTo>
                <a:lnTo>
                  <a:pt x="564639" y="33019"/>
                </a:lnTo>
                <a:lnTo>
                  <a:pt x="561041" y="26669"/>
                </a:lnTo>
                <a:lnTo>
                  <a:pt x="557229" y="21589"/>
                </a:lnTo>
                <a:lnTo>
                  <a:pt x="553202" y="17779"/>
                </a:lnTo>
                <a:lnTo>
                  <a:pt x="547678" y="11429"/>
                </a:lnTo>
                <a:lnTo>
                  <a:pt x="541569" y="6349"/>
                </a:lnTo>
                <a:lnTo>
                  <a:pt x="528183" y="1269"/>
                </a:lnTo>
                <a:lnTo>
                  <a:pt x="5209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2620" y="4894225"/>
            <a:ext cx="617855" cy="425450"/>
          </a:xfrm>
          <a:custGeom>
            <a:avLst/>
            <a:gdLst/>
            <a:ahLst/>
            <a:cxnLst/>
            <a:rect l="l" t="t" r="r" b="b"/>
            <a:pathLst>
              <a:path w="617855" h="425450">
                <a:moveTo>
                  <a:pt x="61715" y="256540"/>
                </a:moveTo>
                <a:lnTo>
                  <a:pt x="55667" y="256540"/>
                </a:lnTo>
                <a:lnTo>
                  <a:pt x="40084" y="259080"/>
                </a:lnTo>
                <a:lnTo>
                  <a:pt x="32515" y="264160"/>
                </a:lnTo>
                <a:lnTo>
                  <a:pt x="25738" y="267970"/>
                </a:lnTo>
                <a:lnTo>
                  <a:pt x="1735" y="302260"/>
                </a:lnTo>
                <a:lnTo>
                  <a:pt x="0" y="316230"/>
                </a:lnTo>
                <a:lnTo>
                  <a:pt x="213" y="322580"/>
                </a:lnTo>
                <a:lnTo>
                  <a:pt x="255" y="323850"/>
                </a:lnTo>
                <a:lnTo>
                  <a:pt x="12619" y="365760"/>
                </a:lnTo>
                <a:lnTo>
                  <a:pt x="36338" y="401320"/>
                </a:lnTo>
                <a:lnTo>
                  <a:pt x="47409" y="411480"/>
                </a:lnTo>
                <a:lnTo>
                  <a:pt x="53279" y="416560"/>
                </a:lnTo>
                <a:lnTo>
                  <a:pt x="59375" y="420370"/>
                </a:lnTo>
                <a:lnTo>
                  <a:pt x="65684" y="422910"/>
                </a:lnTo>
                <a:lnTo>
                  <a:pt x="78896" y="425450"/>
                </a:lnTo>
                <a:lnTo>
                  <a:pt x="92900" y="425450"/>
                </a:lnTo>
                <a:lnTo>
                  <a:pt x="100169" y="424180"/>
                </a:lnTo>
                <a:lnTo>
                  <a:pt x="107612" y="421640"/>
                </a:lnTo>
                <a:lnTo>
                  <a:pt x="115230" y="417830"/>
                </a:lnTo>
                <a:lnTo>
                  <a:pt x="121811" y="412750"/>
                </a:lnTo>
                <a:lnTo>
                  <a:pt x="127647" y="408940"/>
                </a:lnTo>
                <a:lnTo>
                  <a:pt x="132736" y="402590"/>
                </a:lnTo>
                <a:lnTo>
                  <a:pt x="137074" y="397510"/>
                </a:lnTo>
                <a:lnTo>
                  <a:pt x="140801" y="389890"/>
                </a:lnTo>
                <a:lnTo>
                  <a:pt x="144056" y="383540"/>
                </a:lnTo>
                <a:lnTo>
                  <a:pt x="96383" y="383540"/>
                </a:lnTo>
                <a:lnTo>
                  <a:pt x="86706" y="382270"/>
                </a:lnTo>
                <a:lnTo>
                  <a:pt x="57724" y="355600"/>
                </a:lnTo>
                <a:lnTo>
                  <a:pt x="51552" y="345440"/>
                </a:lnTo>
                <a:lnTo>
                  <a:pt x="49152" y="339090"/>
                </a:lnTo>
                <a:lnTo>
                  <a:pt x="45558" y="327660"/>
                </a:lnTo>
                <a:lnTo>
                  <a:pt x="44580" y="322580"/>
                </a:lnTo>
                <a:lnTo>
                  <a:pt x="44381" y="316230"/>
                </a:lnTo>
                <a:lnTo>
                  <a:pt x="44262" y="312420"/>
                </a:lnTo>
                <a:lnTo>
                  <a:pt x="69840" y="287020"/>
                </a:lnTo>
                <a:lnTo>
                  <a:pt x="146242" y="287020"/>
                </a:lnTo>
                <a:lnTo>
                  <a:pt x="131263" y="260350"/>
                </a:lnTo>
                <a:lnTo>
                  <a:pt x="81562" y="260350"/>
                </a:lnTo>
                <a:lnTo>
                  <a:pt x="68048" y="257810"/>
                </a:lnTo>
                <a:lnTo>
                  <a:pt x="61715" y="256540"/>
                </a:lnTo>
                <a:close/>
              </a:path>
              <a:path w="617855" h="425450">
                <a:moveTo>
                  <a:pt x="190566" y="367030"/>
                </a:moveTo>
                <a:lnTo>
                  <a:pt x="149152" y="367030"/>
                </a:lnTo>
                <a:lnTo>
                  <a:pt x="158181" y="383540"/>
                </a:lnTo>
                <a:lnTo>
                  <a:pt x="158981" y="384810"/>
                </a:lnTo>
                <a:lnTo>
                  <a:pt x="167122" y="384810"/>
                </a:lnTo>
                <a:lnTo>
                  <a:pt x="171377" y="382270"/>
                </a:lnTo>
                <a:lnTo>
                  <a:pt x="174056" y="381000"/>
                </a:lnTo>
                <a:lnTo>
                  <a:pt x="180305" y="377190"/>
                </a:lnTo>
                <a:lnTo>
                  <a:pt x="182794" y="375920"/>
                </a:lnTo>
                <a:lnTo>
                  <a:pt x="186693" y="373380"/>
                </a:lnTo>
                <a:lnTo>
                  <a:pt x="188141" y="372110"/>
                </a:lnTo>
                <a:lnTo>
                  <a:pt x="189982" y="369570"/>
                </a:lnTo>
                <a:lnTo>
                  <a:pt x="190490" y="368300"/>
                </a:lnTo>
                <a:lnTo>
                  <a:pt x="190566" y="367030"/>
                </a:lnTo>
                <a:close/>
              </a:path>
              <a:path w="617855" h="425450">
                <a:moveTo>
                  <a:pt x="146242" y="287020"/>
                </a:moveTo>
                <a:lnTo>
                  <a:pt x="69840" y="287020"/>
                </a:lnTo>
                <a:lnTo>
                  <a:pt x="76876" y="288290"/>
                </a:lnTo>
                <a:lnTo>
                  <a:pt x="82355" y="289560"/>
                </a:lnTo>
                <a:lnTo>
                  <a:pt x="88260" y="290830"/>
                </a:lnTo>
                <a:lnTo>
                  <a:pt x="94591" y="293370"/>
                </a:lnTo>
                <a:lnTo>
                  <a:pt x="101349" y="295910"/>
                </a:lnTo>
                <a:lnTo>
                  <a:pt x="126482" y="340360"/>
                </a:lnTo>
                <a:lnTo>
                  <a:pt x="125530" y="345440"/>
                </a:lnTo>
                <a:lnTo>
                  <a:pt x="124463" y="350520"/>
                </a:lnTo>
                <a:lnTo>
                  <a:pt x="101425" y="382270"/>
                </a:lnTo>
                <a:lnTo>
                  <a:pt x="96383" y="383540"/>
                </a:lnTo>
                <a:lnTo>
                  <a:pt x="144056" y="383540"/>
                </a:lnTo>
                <a:lnTo>
                  <a:pt x="146839" y="375920"/>
                </a:lnTo>
                <a:lnTo>
                  <a:pt x="149152" y="367030"/>
                </a:lnTo>
                <a:lnTo>
                  <a:pt x="190566" y="367030"/>
                </a:lnTo>
                <a:lnTo>
                  <a:pt x="190643" y="365760"/>
                </a:lnTo>
                <a:lnTo>
                  <a:pt x="190376" y="365760"/>
                </a:lnTo>
                <a:lnTo>
                  <a:pt x="189754" y="364490"/>
                </a:lnTo>
                <a:lnTo>
                  <a:pt x="146242" y="287020"/>
                </a:lnTo>
                <a:close/>
              </a:path>
              <a:path w="617855" h="425450">
                <a:moveTo>
                  <a:pt x="250434" y="100330"/>
                </a:moveTo>
                <a:lnTo>
                  <a:pt x="229914" y="100330"/>
                </a:lnTo>
                <a:lnTo>
                  <a:pt x="216297" y="102870"/>
                </a:lnTo>
                <a:lnTo>
                  <a:pt x="208972" y="105410"/>
                </a:lnTo>
                <a:lnTo>
                  <a:pt x="201171" y="107950"/>
                </a:lnTo>
                <a:lnTo>
                  <a:pt x="192894" y="111760"/>
                </a:lnTo>
                <a:lnTo>
                  <a:pt x="184140" y="116840"/>
                </a:lnTo>
                <a:lnTo>
                  <a:pt x="131676" y="146050"/>
                </a:lnTo>
                <a:lnTo>
                  <a:pt x="129441" y="148590"/>
                </a:lnTo>
                <a:lnTo>
                  <a:pt x="127104" y="154940"/>
                </a:lnTo>
                <a:lnTo>
                  <a:pt x="127778" y="158750"/>
                </a:lnTo>
                <a:lnTo>
                  <a:pt x="228552" y="339090"/>
                </a:lnTo>
                <a:lnTo>
                  <a:pt x="231486" y="341630"/>
                </a:lnTo>
                <a:lnTo>
                  <a:pt x="238229" y="342900"/>
                </a:lnTo>
                <a:lnTo>
                  <a:pt x="241570" y="341630"/>
                </a:lnTo>
                <a:lnTo>
                  <a:pt x="311623" y="302260"/>
                </a:lnTo>
                <a:lnTo>
                  <a:pt x="321670" y="294640"/>
                </a:lnTo>
                <a:lnTo>
                  <a:pt x="255044" y="294640"/>
                </a:lnTo>
                <a:lnTo>
                  <a:pt x="223790" y="238760"/>
                </a:lnTo>
                <a:lnTo>
                  <a:pt x="254625" y="220980"/>
                </a:lnTo>
                <a:lnTo>
                  <a:pt x="260886" y="218440"/>
                </a:lnTo>
                <a:lnTo>
                  <a:pt x="271427" y="215900"/>
                </a:lnTo>
                <a:lnTo>
                  <a:pt x="345710" y="215900"/>
                </a:lnTo>
                <a:lnTo>
                  <a:pt x="342450" y="209550"/>
                </a:lnTo>
                <a:lnTo>
                  <a:pt x="207483" y="209550"/>
                </a:lnTo>
                <a:lnTo>
                  <a:pt x="178946" y="158750"/>
                </a:lnTo>
                <a:lnTo>
                  <a:pt x="205197" y="143510"/>
                </a:lnTo>
                <a:lnTo>
                  <a:pt x="210416" y="142240"/>
                </a:lnTo>
                <a:lnTo>
                  <a:pt x="219027" y="139700"/>
                </a:lnTo>
                <a:lnTo>
                  <a:pt x="286286" y="139700"/>
                </a:lnTo>
                <a:lnTo>
                  <a:pt x="285715" y="137160"/>
                </a:lnTo>
                <a:lnTo>
                  <a:pt x="283822" y="132080"/>
                </a:lnTo>
                <a:lnTo>
                  <a:pt x="281155" y="128270"/>
                </a:lnTo>
                <a:lnTo>
                  <a:pt x="277424" y="121920"/>
                </a:lnTo>
                <a:lnTo>
                  <a:pt x="273358" y="116840"/>
                </a:lnTo>
                <a:lnTo>
                  <a:pt x="268958" y="111760"/>
                </a:lnTo>
                <a:lnTo>
                  <a:pt x="264226" y="107950"/>
                </a:lnTo>
                <a:lnTo>
                  <a:pt x="257686" y="104140"/>
                </a:lnTo>
                <a:lnTo>
                  <a:pt x="250434" y="100330"/>
                </a:lnTo>
                <a:close/>
              </a:path>
              <a:path w="617855" h="425450">
                <a:moveTo>
                  <a:pt x="345710" y="215900"/>
                </a:moveTo>
                <a:lnTo>
                  <a:pt x="276202" y="215900"/>
                </a:lnTo>
                <a:lnTo>
                  <a:pt x="284762" y="217170"/>
                </a:lnTo>
                <a:lnTo>
                  <a:pt x="288674" y="219710"/>
                </a:lnTo>
                <a:lnTo>
                  <a:pt x="305781" y="250190"/>
                </a:lnTo>
                <a:lnTo>
                  <a:pt x="305197" y="254000"/>
                </a:lnTo>
                <a:lnTo>
                  <a:pt x="255044" y="294640"/>
                </a:lnTo>
                <a:lnTo>
                  <a:pt x="321670" y="294640"/>
                </a:lnTo>
                <a:lnTo>
                  <a:pt x="347132" y="260350"/>
                </a:lnTo>
                <a:lnTo>
                  <a:pt x="350955" y="242570"/>
                </a:lnTo>
                <a:lnTo>
                  <a:pt x="350833" y="237490"/>
                </a:lnTo>
                <a:lnTo>
                  <a:pt x="350802" y="236220"/>
                </a:lnTo>
                <a:lnTo>
                  <a:pt x="348288" y="222250"/>
                </a:lnTo>
                <a:lnTo>
                  <a:pt x="345710" y="215900"/>
                </a:lnTo>
                <a:close/>
              </a:path>
              <a:path w="617855" h="425450">
                <a:moveTo>
                  <a:pt x="76952" y="163830"/>
                </a:moveTo>
                <a:lnTo>
                  <a:pt x="67846" y="163830"/>
                </a:lnTo>
                <a:lnTo>
                  <a:pt x="62677" y="166370"/>
                </a:lnTo>
                <a:lnTo>
                  <a:pt x="59515" y="167640"/>
                </a:lnTo>
                <a:lnTo>
                  <a:pt x="52060" y="172720"/>
                </a:lnTo>
                <a:lnTo>
                  <a:pt x="49063" y="173990"/>
                </a:lnTo>
                <a:lnTo>
                  <a:pt x="44567" y="177800"/>
                </a:lnTo>
                <a:lnTo>
                  <a:pt x="42865" y="179070"/>
                </a:lnTo>
                <a:lnTo>
                  <a:pt x="40567" y="181610"/>
                </a:lnTo>
                <a:lnTo>
                  <a:pt x="39944" y="182880"/>
                </a:lnTo>
                <a:lnTo>
                  <a:pt x="39970" y="186690"/>
                </a:lnTo>
                <a:lnTo>
                  <a:pt x="81562" y="260350"/>
                </a:lnTo>
                <a:lnTo>
                  <a:pt x="131263" y="260350"/>
                </a:lnTo>
                <a:lnTo>
                  <a:pt x="77765" y="165100"/>
                </a:lnTo>
                <a:lnTo>
                  <a:pt x="76952" y="163830"/>
                </a:lnTo>
                <a:close/>
              </a:path>
              <a:path w="617855" h="425450">
                <a:moveTo>
                  <a:pt x="410302" y="246380"/>
                </a:moveTo>
                <a:lnTo>
                  <a:pt x="403380" y="246380"/>
                </a:lnTo>
                <a:lnTo>
                  <a:pt x="405438" y="247650"/>
                </a:lnTo>
                <a:lnTo>
                  <a:pt x="406822" y="247650"/>
                </a:lnTo>
                <a:lnTo>
                  <a:pt x="410302" y="246380"/>
                </a:lnTo>
                <a:close/>
              </a:path>
              <a:path w="617855" h="425450">
                <a:moveTo>
                  <a:pt x="355590" y="88900"/>
                </a:moveTo>
                <a:lnTo>
                  <a:pt x="351513" y="88900"/>
                </a:lnTo>
                <a:lnTo>
                  <a:pt x="349672" y="90170"/>
                </a:lnTo>
                <a:lnTo>
                  <a:pt x="345151" y="91440"/>
                </a:lnTo>
                <a:lnTo>
                  <a:pt x="342408" y="92710"/>
                </a:lnTo>
                <a:lnTo>
                  <a:pt x="336058" y="96520"/>
                </a:lnTo>
                <a:lnTo>
                  <a:pt x="333543" y="97790"/>
                </a:lnTo>
                <a:lnTo>
                  <a:pt x="329695" y="101600"/>
                </a:lnTo>
                <a:lnTo>
                  <a:pt x="328209" y="102870"/>
                </a:lnTo>
                <a:lnTo>
                  <a:pt x="326164" y="105410"/>
                </a:lnTo>
                <a:lnTo>
                  <a:pt x="325605" y="105410"/>
                </a:lnTo>
                <a:lnTo>
                  <a:pt x="325529" y="106680"/>
                </a:lnTo>
                <a:lnTo>
                  <a:pt x="325453" y="107950"/>
                </a:lnTo>
                <a:lnTo>
                  <a:pt x="325694" y="109220"/>
                </a:lnTo>
                <a:lnTo>
                  <a:pt x="402580" y="246380"/>
                </a:lnTo>
                <a:lnTo>
                  <a:pt x="412461" y="246380"/>
                </a:lnTo>
                <a:lnTo>
                  <a:pt x="417579" y="243840"/>
                </a:lnTo>
                <a:lnTo>
                  <a:pt x="420728" y="242570"/>
                </a:lnTo>
                <a:lnTo>
                  <a:pt x="428183" y="238760"/>
                </a:lnTo>
                <a:lnTo>
                  <a:pt x="431181" y="236220"/>
                </a:lnTo>
                <a:lnTo>
                  <a:pt x="435740" y="233680"/>
                </a:lnTo>
                <a:lnTo>
                  <a:pt x="437467" y="231140"/>
                </a:lnTo>
                <a:lnTo>
                  <a:pt x="439829" y="228600"/>
                </a:lnTo>
                <a:lnTo>
                  <a:pt x="440502" y="227330"/>
                </a:lnTo>
                <a:lnTo>
                  <a:pt x="440858" y="226060"/>
                </a:lnTo>
                <a:lnTo>
                  <a:pt x="440667" y="224790"/>
                </a:lnTo>
                <a:lnTo>
                  <a:pt x="389740" y="133350"/>
                </a:lnTo>
                <a:lnTo>
                  <a:pt x="391290" y="124460"/>
                </a:lnTo>
                <a:lnTo>
                  <a:pt x="393385" y="116840"/>
                </a:lnTo>
                <a:lnTo>
                  <a:pt x="397101" y="107950"/>
                </a:lnTo>
                <a:lnTo>
                  <a:pt x="367503" y="107950"/>
                </a:lnTo>
                <a:lnTo>
                  <a:pt x="358194" y="91440"/>
                </a:lnTo>
                <a:lnTo>
                  <a:pt x="357444" y="90170"/>
                </a:lnTo>
                <a:lnTo>
                  <a:pt x="355590" y="88900"/>
                </a:lnTo>
                <a:close/>
              </a:path>
              <a:path w="617855" h="425450">
                <a:moveTo>
                  <a:pt x="286286" y="139700"/>
                </a:moveTo>
                <a:lnTo>
                  <a:pt x="222964" y="139700"/>
                </a:lnTo>
                <a:lnTo>
                  <a:pt x="230127" y="140970"/>
                </a:lnTo>
                <a:lnTo>
                  <a:pt x="233391" y="142240"/>
                </a:lnTo>
                <a:lnTo>
                  <a:pt x="248783" y="170180"/>
                </a:lnTo>
                <a:lnTo>
                  <a:pt x="248690" y="172720"/>
                </a:lnTo>
                <a:lnTo>
                  <a:pt x="207483" y="209550"/>
                </a:lnTo>
                <a:lnTo>
                  <a:pt x="342450" y="209550"/>
                </a:lnTo>
                <a:lnTo>
                  <a:pt x="314480" y="182880"/>
                </a:lnTo>
                <a:lnTo>
                  <a:pt x="276533" y="182880"/>
                </a:lnTo>
                <a:lnTo>
                  <a:pt x="279962" y="179070"/>
                </a:lnTo>
                <a:lnTo>
                  <a:pt x="282629" y="175260"/>
                </a:lnTo>
                <a:lnTo>
                  <a:pt x="286439" y="166370"/>
                </a:lnTo>
                <a:lnTo>
                  <a:pt x="287582" y="161290"/>
                </a:lnTo>
                <a:lnTo>
                  <a:pt x="288369" y="151130"/>
                </a:lnTo>
                <a:lnTo>
                  <a:pt x="288124" y="148590"/>
                </a:lnTo>
                <a:lnTo>
                  <a:pt x="288001" y="147320"/>
                </a:lnTo>
                <a:lnTo>
                  <a:pt x="286286" y="139700"/>
                </a:lnTo>
                <a:close/>
              </a:path>
              <a:path w="617855" h="425450">
                <a:moveTo>
                  <a:pt x="498592" y="196850"/>
                </a:moveTo>
                <a:lnTo>
                  <a:pt x="491658" y="196850"/>
                </a:lnTo>
                <a:lnTo>
                  <a:pt x="493715" y="198120"/>
                </a:lnTo>
                <a:lnTo>
                  <a:pt x="495100" y="198120"/>
                </a:lnTo>
                <a:lnTo>
                  <a:pt x="498592" y="196850"/>
                </a:lnTo>
                <a:close/>
              </a:path>
              <a:path w="617855" h="425450">
                <a:moveTo>
                  <a:pt x="483524" y="93980"/>
                </a:moveTo>
                <a:lnTo>
                  <a:pt x="424653" y="93980"/>
                </a:lnTo>
                <a:lnTo>
                  <a:pt x="431079" y="97790"/>
                </a:lnTo>
                <a:lnTo>
                  <a:pt x="434165" y="100330"/>
                </a:lnTo>
                <a:lnTo>
                  <a:pt x="440071" y="106680"/>
                </a:lnTo>
                <a:lnTo>
                  <a:pt x="442814" y="110490"/>
                </a:lnTo>
                <a:lnTo>
                  <a:pt x="490858" y="196850"/>
                </a:lnTo>
                <a:lnTo>
                  <a:pt x="500738" y="196850"/>
                </a:lnTo>
                <a:lnTo>
                  <a:pt x="505857" y="194310"/>
                </a:lnTo>
                <a:lnTo>
                  <a:pt x="509006" y="193040"/>
                </a:lnTo>
                <a:lnTo>
                  <a:pt x="516359" y="189230"/>
                </a:lnTo>
                <a:lnTo>
                  <a:pt x="519319" y="186690"/>
                </a:lnTo>
                <a:lnTo>
                  <a:pt x="523865" y="184150"/>
                </a:lnTo>
                <a:lnTo>
                  <a:pt x="525592" y="181610"/>
                </a:lnTo>
                <a:lnTo>
                  <a:pt x="527955" y="179070"/>
                </a:lnTo>
                <a:lnTo>
                  <a:pt x="528628" y="177800"/>
                </a:lnTo>
                <a:lnTo>
                  <a:pt x="528996" y="176530"/>
                </a:lnTo>
                <a:lnTo>
                  <a:pt x="528793" y="175260"/>
                </a:lnTo>
                <a:lnTo>
                  <a:pt x="483524" y="93980"/>
                </a:lnTo>
                <a:close/>
              </a:path>
              <a:path w="617855" h="425450">
                <a:moveTo>
                  <a:pt x="306860" y="180340"/>
                </a:moveTo>
                <a:lnTo>
                  <a:pt x="288750" y="180340"/>
                </a:lnTo>
                <a:lnTo>
                  <a:pt x="276533" y="182880"/>
                </a:lnTo>
                <a:lnTo>
                  <a:pt x="314480" y="182880"/>
                </a:lnTo>
                <a:lnTo>
                  <a:pt x="306860" y="180340"/>
                </a:lnTo>
                <a:close/>
              </a:path>
              <a:path w="617855" h="425450">
                <a:moveTo>
                  <a:pt x="73447" y="162560"/>
                </a:moveTo>
                <a:lnTo>
                  <a:pt x="70005" y="163830"/>
                </a:lnTo>
                <a:lnTo>
                  <a:pt x="74844" y="163830"/>
                </a:lnTo>
                <a:lnTo>
                  <a:pt x="73447" y="162560"/>
                </a:lnTo>
                <a:close/>
              </a:path>
              <a:path w="617855" h="425450">
                <a:moveTo>
                  <a:pt x="586717" y="147320"/>
                </a:moveTo>
                <a:lnTo>
                  <a:pt x="579910" y="147320"/>
                </a:lnTo>
                <a:lnTo>
                  <a:pt x="581866" y="148590"/>
                </a:lnTo>
                <a:lnTo>
                  <a:pt x="583225" y="148590"/>
                </a:lnTo>
                <a:lnTo>
                  <a:pt x="586717" y="147320"/>
                </a:lnTo>
                <a:close/>
              </a:path>
              <a:path w="617855" h="425450">
                <a:moveTo>
                  <a:pt x="571588" y="44450"/>
                </a:moveTo>
                <a:lnTo>
                  <a:pt x="512803" y="44450"/>
                </a:lnTo>
                <a:lnTo>
                  <a:pt x="519331" y="48260"/>
                </a:lnTo>
                <a:lnTo>
                  <a:pt x="522443" y="50800"/>
                </a:lnTo>
                <a:lnTo>
                  <a:pt x="528348" y="57150"/>
                </a:lnTo>
                <a:lnTo>
                  <a:pt x="531091" y="60960"/>
                </a:lnTo>
                <a:lnTo>
                  <a:pt x="579136" y="147320"/>
                </a:lnTo>
                <a:lnTo>
                  <a:pt x="588864" y="147320"/>
                </a:lnTo>
                <a:lnTo>
                  <a:pt x="593982" y="144780"/>
                </a:lnTo>
                <a:lnTo>
                  <a:pt x="597182" y="143510"/>
                </a:lnTo>
                <a:lnTo>
                  <a:pt x="604739" y="138430"/>
                </a:lnTo>
                <a:lnTo>
                  <a:pt x="607749" y="137160"/>
                </a:lnTo>
                <a:lnTo>
                  <a:pt x="612295" y="133350"/>
                </a:lnTo>
                <a:lnTo>
                  <a:pt x="613997" y="132080"/>
                </a:lnTo>
                <a:lnTo>
                  <a:pt x="616258" y="129540"/>
                </a:lnTo>
                <a:lnTo>
                  <a:pt x="616905" y="128270"/>
                </a:lnTo>
                <a:lnTo>
                  <a:pt x="617274" y="127000"/>
                </a:lnTo>
                <a:lnTo>
                  <a:pt x="617070" y="125730"/>
                </a:lnTo>
                <a:lnTo>
                  <a:pt x="616512" y="124460"/>
                </a:lnTo>
                <a:lnTo>
                  <a:pt x="571588" y="44450"/>
                </a:lnTo>
                <a:close/>
              </a:path>
              <a:path w="617855" h="425450">
                <a:moveTo>
                  <a:pt x="434724" y="49530"/>
                </a:moveTo>
                <a:lnTo>
                  <a:pt x="420449" y="49530"/>
                </a:lnTo>
                <a:lnTo>
                  <a:pt x="410276" y="52070"/>
                </a:lnTo>
                <a:lnTo>
                  <a:pt x="404955" y="54610"/>
                </a:lnTo>
                <a:lnTo>
                  <a:pt x="399418" y="57150"/>
                </a:lnTo>
                <a:lnTo>
                  <a:pt x="375957" y="83820"/>
                </a:lnTo>
                <a:lnTo>
                  <a:pt x="372726" y="90170"/>
                </a:lnTo>
                <a:lnTo>
                  <a:pt x="369908" y="99060"/>
                </a:lnTo>
                <a:lnTo>
                  <a:pt x="367503" y="107950"/>
                </a:lnTo>
                <a:lnTo>
                  <a:pt x="397101" y="107950"/>
                </a:lnTo>
                <a:lnTo>
                  <a:pt x="398694" y="104140"/>
                </a:lnTo>
                <a:lnTo>
                  <a:pt x="402339" y="99060"/>
                </a:lnTo>
                <a:lnTo>
                  <a:pt x="410607" y="95250"/>
                </a:lnTo>
                <a:lnTo>
                  <a:pt x="414188" y="93980"/>
                </a:lnTo>
                <a:lnTo>
                  <a:pt x="483524" y="93980"/>
                </a:lnTo>
                <a:lnTo>
                  <a:pt x="477866" y="83820"/>
                </a:lnTo>
                <a:lnTo>
                  <a:pt x="479517" y="74930"/>
                </a:lnTo>
                <a:lnTo>
                  <a:pt x="481676" y="66040"/>
                </a:lnTo>
                <a:lnTo>
                  <a:pt x="485215" y="58420"/>
                </a:lnTo>
                <a:lnTo>
                  <a:pt x="455438" y="58420"/>
                </a:lnTo>
                <a:lnTo>
                  <a:pt x="451628" y="55880"/>
                </a:lnTo>
                <a:lnTo>
                  <a:pt x="447614" y="53340"/>
                </a:lnTo>
                <a:lnTo>
                  <a:pt x="439182" y="50800"/>
                </a:lnTo>
                <a:lnTo>
                  <a:pt x="434724" y="49530"/>
                </a:lnTo>
                <a:close/>
              </a:path>
              <a:path w="617855" h="425450">
                <a:moveTo>
                  <a:pt x="520919" y="0"/>
                </a:moveTo>
                <a:lnTo>
                  <a:pt x="507079" y="0"/>
                </a:lnTo>
                <a:lnTo>
                  <a:pt x="500878" y="2540"/>
                </a:lnTo>
                <a:lnTo>
                  <a:pt x="494468" y="5080"/>
                </a:lnTo>
                <a:lnTo>
                  <a:pt x="465534" y="30480"/>
                </a:lnTo>
                <a:lnTo>
                  <a:pt x="455438" y="58420"/>
                </a:lnTo>
                <a:lnTo>
                  <a:pt x="485215" y="58420"/>
                </a:lnTo>
                <a:lnTo>
                  <a:pt x="486984" y="54610"/>
                </a:lnTo>
                <a:lnTo>
                  <a:pt x="490578" y="49530"/>
                </a:lnTo>
                <a:lnTo>
                  <a:pt x="498833" y="45720"/>
                </a:lnTo>
                <a:lnTo>
                  <a:pt x="502440" y="44450"/>
                </a:lnTo>
                <a:lnTo>
                  <a:pt x="571588" y="44450"/>
                </a:lnTo>
                <a:lnTo>
                  <a:pt x="568023" y="38100"/>
                </a:lnTo>
                <a:lnTo>
                  <a:pt x="564639" y="33020"/>
                </a:lnTo>
                <a:lnTo>
                  <a:pt x="561041" y="26670"/>
                </a:lnTo>
                <a:lnTo>
                  <a:pt x="557229" y="21590"/>
                </a:lnTo>
                <a:lnTo>
                  <a:pt x="553202" y="17780"/>
                </a:lnTo>
                <a:lnTo>
                  <a:pt x="547678" y="11430"/>
                </a:lnTo>
                <a:lnTo>
                  <a:pt x="541569" y="6350"/>
                </a:lnTo>
                <a:lnTo>
                  <a:pt x="528183" y="1270"/>
                </a:lnTo>
                <a:lnTo>
                  <a:pt x="5209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4295" y="5817716"/>
            <a:ext cx="351155" cy="326390"/>
          </a:xfrm>
          <a:custGeom>
            <a:avLst/>
            <a:gdLst/>
            <a:ahLst/>
            <a:cxnLst/>
            <a:rect l="l" t="t" r="r" b="b"/>
            <a:pathLst>
              <a:path w="351155" h="326389">
                <a:moveTo>
                  <a:pt x="61829" y="157165"/>
                </a:moveTo>
                <a:lnTo>
                  <a:pt x="55667" y="157165"/>
                </a:lnTo>
                <a:lnTo>
                  <a:pt x="47793" y="157546"/>
                </a:lnTo>
                <a:lnTo>
                  <a:pt x="14572" y="178225"/>
                </a:lnTo>
                <a:lnTo>
                  <a:pt x="0" y="217033"/>
                </a:lnTo>
                <a:lnTo>
                  <a:pt x="202" y="223028"/>
                </a:lnTo>
                <a:lnTo>
                  <a:pt x="255" y="224598"/>
                </a:lnTo>
                <a:lnTo>
                  <a:pt x="1252" y="232441"/>
                </a:lnTo>
                <a:lnTo>
                  <a:pt x="2849" y="239919"/>
                </a:lnTo>
                <a:lnTo>
                  <a:pt x="2949" y="240388"/>
                </a:lnTo>
                <a:lnTo>
                  <a:pt x="2987" y="240566"/>
                </a:lnTo>
                <a:lnTo>
                  <a:pt x="21646" y="282367"/>
                </a:lnTo>
                <a:lnTo>
                  <a:pt x="47404" y="312334"/>
                </a:lnTo>
                <a:lnTo>
                  <a:pt x="85804" y="326380"/>
                </a:lnTo>
                <a:lnTo>
                  <a:pt x="92900" y="325837"/>
                </a:lnTo>
                <a:lnTo>
                  <a:pt x="127647" y="308695"/>
                </a:lnTo>
                <a:lnTo>
                  <a:pt x="143626" y="284508"/>
                </a:lnTo>
                <a:lnTo>
                  <a:pt x="143731" y="284280"/>
                </a:lnTo>
                <a:lnTo>
                  <a:pt x="96383" y="284280"/>
                </a:lnTo>
                <a:lnTo>
                  <a:pt x="86809" y="283099"/>
                </a:lnTo>
                <a:lnTo>
                  <a:pt x="57724" y="256416"/>
                </a:lnTo>
                <a:lnTo>
                  <a:pt x="44262" y="212334"/>
                </a:lnTo>
                <a:lnTo>
                  <a:pt x="45278" y="207419"/>
                </a:lnTo>
                <a:lnTo>
                  <a:pt x="49660" y="198466"/>
                </a:lnTo>
                <a:lnTo>
                  <a:pt x="53229" y="194834"/>
                </a:lnTo>
                <a:lnTo>
                  <a:pt x="63604" y="189004"/>
                </a:lnTo>
                <a:lnTo>
                  <a:pt x="69840" y="187887"/>
                </a:lnTo>
                <a:lnTo>
                  <a:pt x="146706" y="187887"/>
                </a:lnTo>
                <a:lnTo>
                  <a:pt x="131280" y="160429"/>
                </a:lnTo>
                <a:lnTo>
                  <a:pt x="81562" y="160429"/>
                </a:lnTo>
                <a:lnTo>
                  <a:pt x="74664" y="158789"/>
                </a:lnTo>
                <a:lnTo>
                  <a:pt x="68048" y="157697"/>
                </a:lnTo>
                <a:lnTo>
                  <a:pt x="61829" y="157165"/>
                </a:lnTo>
                <a:close/>
              </a:path>
              <a:path w="351155" h="326389">
                <a:moveTo>
                  <a:pt x="190566" y="267732"/>
                </a:moveTo>
                <a:lnTo>
                  <a:pt x="149209" y="267732"/>
                </a:lnTo>
                <a:lnTo>
                  <a:pt x="158102" y="283567"/>
                </a:lnTo>
                <a:lnTo>
                  <a:pt x="158181" y="283708"/>
                </a:lnTo>
                <a:lnTo>
                  <a:pt x="158772" y="284280"/>
                </a:lnTo>
                <a:lnTo>
                  <a:pt x="159037" y="284508"/>
                </a:lnTo>
                <a:lnTo>
                  <a:pt x="161189" y="285486"/>
                </a:lnTo>
                <a:lnTo>
                  <a:pt x="162195" y="285486"/>
                </a:lnTo>
                <a:lnTo>
                  <a:pt x="190490" y="268760"/>
                </a:lnTo>
                <a:lnTo>
                  <a:pt x="190566" y="267732"/>
                </a:lnTo>
                <a:close/>
              </a:path>
              <a:path w="351155" h="326389">
                <a:moveTo>
                  <a:pt x="146706" y="187887"/>
                </a:moveTo>
                <a:lnTo>
                  <a:pt x="69840" y="187887"/>
                </a:lnTo>
                <a:lnTo>
                  <a:pt x="76876" y="188712"/>
                </a:lnTo>
                <a:lnTo>
                  <a:pt x="82355" y="189610"/>
                </a:lnTo>
                <a:lnTo>
                  <a:pt x="88260" y="191065"/>
                </a:lnTo>
                <a:lnTo>
                  <a:pt x="94591" y="193077"/>
                </a:lnTo>
                <a:lnTo>
                  <a:pt x="101349" y="195646"/>
                </a:lnTo>
                <a:lnTo>
                  <a:pt x="126482" y="240388"/>
                </a:lnTo>
                <a:lnTo>
                  <a:pt x="125530" y="246230"/>
                </a:lnTo>
                <a:lnTo>
                  <a:pt x="101425" y="283099"/>
                </a:lnTo>
                <a:lnTo>
                  <a:pt x="96383" y="284280"/>
                </a:lnTo>
                <a:lnTo>
                  <a:pt x="143731" y="284280"/>
                </a:lnTo>
                <a:lnTo>
                  <a:pt x="143991" y="283708"/>
                </a:lnTo>
                <a:lnTo>
                  <a:pt x="146839" y="275876"/>
                </a:lnTo>
                <a:lnTo>
                  <a:pt x="149123" y="267732"/>
                </a:lnTo>
                <a:lnTo>
                  <a:pt x="190566" y="267732"/>
                </a:lnTo>
                <a:lnTo>
                  <a:pt x="190516" y="266177"/>
                </a:lnTo>
                <a:lnTo>
                  <a:pt x="190376" y="265611"/>
                </a:lnTo>
                <a:lnTo>
                  <a:pt x="146706" y="187887"/>
                </a:lnTo>
                <a:close/>
              </a:path>
              <a:path w="351155" h="326389">
                <a:moveTo>
                  <a:pt x="236317" y="0"/>
                </a:moveTo>
                <a:lnTo>
                  <a:pt x="192894" y="12410"/>
                </a:lnTo>
                <a:lnTo>
                  <a:pt x="131676" y="46548"/>
                </a:lnTo>
                <a:lnTo>
                  <a:pt x="127104" y="55578"/>
                </a:lnTo>
                <a:lnTo>
                  <a:pt x="127653" y="58702"/>
                </a:lnTo>
                <a:lnTo>
                  <a:pt x="127778" y="59413"/>
                </a:lnTo>
                <a:lnTo>
                  <a:pt x="228552" y="238801"/>
                </a:lnTo>
                <a:lnTo>
                  <a:pt x="231486" y="241366"/>
                </a:lnTo>
                <a:lnTo>
                  <a:pt x="238229" y="242738"/>
                </a:lnTo>
                <a:lnTo>
                  <a:pt x="241570" y="242154"/>
                </a:lnTo>
                <a:lnTo>
                  <a:pt x="304765" y="206657"/>
                </a:lnTo>
                <a:lnTo>
                  <a:pt x="311623" y="202174"/>
                </a:lnTo>
                <a:lnTo>
                  <a:pt x="321350" y="194618"/>
                </a:lnTo>
                <a:lnTo>
                  <a:pt x="255044" y="194618"/>
                </a:lnTo>
                <a:lnTo>
                  <a:pt x="223790" y="138992"/>
                </a:lnTo>
                <a:lnTo>
                  <a:pt x="254625" y="121669"/>
                </a:lnTo>
                <a:lnTo>
                  <a:pt x="260886" y="119002"/>
                </a:lnTo>
                <a:lnTo>
                  <a:pt x="271427" y="116525"/>
                </a:lnTo>
                <a:lnTo>
                  <a:pt x="276202" y="116297"/>
                </a:lnTo>
                <a:lnTo>
                  <a:pt x="345959" y="116297"/>
                </a:lnTo>
                <a:lnTo>
                  <a:pt x="345710" y="115636"/>
                </a:lnTo>
                <a:lnTo>
                  <a:pt x="342513" y="109959"/>
                </a:lnTo>
                <a:lnTo>
                  <a:pt x="207483" y="109959"/>
                </a:lnTo>
                <a:lnTo>
                  <a:pt x="178946" y="59172"/>
                </a:lnTo>
                <a:lnTo>
                  <a:pt x="205197" y="44427"/>
                </a:lnTo>
                <a:lnTo>
                  <a:pt x="210416" y="42218"/>
                </a:lnTo>
                <a:lnTo>
                  <a:pt x="219027" y="40300"/>
                </a:lnTo>
                <a:lnTo>
                  <a:pt x="222964" y="40173"/>
                </a:lnTo>
                <a:lnTo>
                  <a:pt x="286333" y="40173"/>
                </a:lnTo>
                <a:lnTo>
                  <a:pt x="285715" y="37544"/>
                </a:lnTo>
                <a:lnTo>
                  <a:pt x="257686" y="3927"/>
                </a:lnTo>
                <a:lnTo>
                  <a:pt x="250750" y="1328"/>
                </a:lnTo>
                <a:lnTo>
                  <a:pt x="251514" y="1328"/>
                </a:lnTo>
                <a:lnTo>
                  <a:pt x="242446" y="333"/>
                </a:lnTo>
                <a:lnTo>
                  <a:pt x="236317" y="0"/>
                </a:lnTo>
                <a:close/>
              </a:path>
              <a:path w="351155" h="326389">
                <a:moveTo>
                  <a:pt x="345959" y="116297"/>
                </a:moveTo>
                <a:lnTo>
                  <a:pt x="276202" y="116297"/>
                </a:lnTo>
                <a:lnTo>
                  <a:pt x="284762" y="117859"/>
                </a:lnTo>
                <a:lnTo>
                  <a:pt x="288674" y="119611"/>
                </a:lnTo>
                <a:lnTo>
                  <a:pt x="305781" y="150358"/>
                </a:lnTo>
                <a:lnTo>
                  <a:pt x="305197" y="154397"/>
                </a:lnTo>
                <a:lnTo>
                  <a:pt x="255044" y="194618"/>
                </a:lnTo>
                <a:lnTo>
                  <a:pt x="321350" y="194618"/>
                </a:lnTo>
                <a:lnTo>
                  <a:pt x="347132" y="160836"/>
                </a:lnTo>
                <a:lnTo>
                  <a:pt x="350955" y="142383"/>
                </a:lnTo>
                <a:lnTo>
                  <a:pt x="350841" y="137557"/>
                </a:lnTo>
                <a:lnTo>
                  <a:pt x="350802" y="135918"/>
                </a:lnTo>
                <a:lnTo>
                  <a:pt x="348288" y="122469"/>
                </a:lnTo>
                <a:lnTo>
                  <a:pt x="346045" y="116525"/>
                </a:lnTo>
                <a:lnTo>
                  <a:pt x="345959" y="116297"/>
                </a:lnTo>
                <a:close/>
              </a:path>
              <a:path w="351155" h="326389">
                <a:moveTo>
                  <a:pt x="74844" y="63503"/>
                </a:moveTo>
                <a:lnTo>
                  <a:pt x="72632" y="63503"/>
                </a:lnTo>
                <a:lnTo>
                  <a:pt x="70005" y="63871"/>
                </a:lnTo>
                <a:lnTo>
                  <a:pt x="39944" y="83112"/>
                </a:lnTo>
                <a:lnTo>
                  <a:pt x="39970" y="86401"/>
                </a:lnTo>
                <a:lnTo>
                  <a:pt x="81562" y="160429"/>
                </a:lnTo>
                <a:lnTo>
                  <a:pt x="131280" y="160429"/>
                </a:lnTo>
                <a:lnTo>
                  <a:pt x="77765" y="65179"/>
                </a:lnTo>
                <a:lnTo>
                  <a:pt x="77049" y="64519"/>
                </a:lnTo>
                <a:lnTo>
                  <a:pt x="75681" y="63871"/>
                </a:lnTo>
                <a:lnTo>
                  <a:pt x="74844" y="63503"/>
                </a:lnTo>
                <a:close/>
              </a:path>
              <a:path w="351155" h="326389">
                <a:moveTo>
                  <a:pt x="286333" y="40173"/>
                </a:moveTo>
                <a:lnTo>
                  <a:pt x="222964" y="40173"/>
                </a:lnTo>
                <a:lnTo>
                  <a:pt x="230127" y="41595"/>
                </a:lnTo>
                <a:lnTo>
                  <a:pt x="233391" y="43170"/>
                </a:lnTo>
                <a:lnTo>
                  <a:pt x="248783" y="69954"/>
                </a:lnTo>
                <a:lnTo>
                  <a:pt x="248692" y="72393"/>
                </a:lnTo>
                <a:lnTo>
                  <a:pt x="207483" y="109959"/>
                </a:lnTo>
                <a:lnTo>
                  <a:pt x="342513" y="109959"/>
                </a:lnTo>
                <a:lnTo>
                  <a:pt x="313847" y="83493"/>
                </a:lnTo>
                <a:lnTo>
                  <a:pt x="276533" y="83493"/>
                </a:lnTo>
                <a:lnTo>
                  <a:pt x="279962" y="79454"/>
                </a:lnTo>
                <a:lnTo>
                  <a:pt x="282629" y="75174"/>
                </a:lnTo>
                <a:lnTo>
                  <a:pt x="286439" y="66132"/>
                </a:lnTo>
                <a:lnTo>
                  <a:pt x="287582" y="61509"/>
                </a:lnTo>
                <a:lnTo>
                  <a:pt x="288369" y="52060"/>
                </a:lnTo>
                <a:lnTo>
                  <a:pt x="288142" y="49101"/>
                </a:lnTo>
                <a:lnTo>
                  <a:pt x="288062" y="48060"/>
                </a:lnTo>
                <a:lnTo>
                  <a:pt x="288001" y="47260"/>
                </a:lnTo>
                <a:lnTo>
                  <a:pt x="286363" y="40300"/>
                </a:lnTo>
                <a:lnTo>
                  <a:pt x="286333" y="40173"/>
                </a:lnTo>
                <a:close/>
              </a:path>
              <a:path w="351155" h="326389">
                <a:moveTo>
                  <a:pt x="302353" y="80280"/>
                </a:moveTo>
                <a:lnTo>
                  <a:pt x="288750" y="80280"/>
                </a:lnTo>
                <a:lnTo>
                  <a:pt x="282641" y="81397"/>
                </a:lnTo>
                <a:lnTo>
                  <a:pt x="276533" y="83493"/>
                </a:lnTo>
                <a:lnTo>
                  <a:pt x="313847" y="83493"/>
                </a:lnTo>
                <a:lnTo>
                  <a:pt x="306860" y="81016"/>
                </a:lnTo>
                <a:lnTo>
                  <a:pt x="302353" y="802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Definitions:</a:t>
            </a:r>
            <a:r>
              <a:rPr spc="-90" dirty="0"/>
              <a:t> </a:t>
            </a:r>
            <a:r>
              <a:rPr dirty="0"/>
              <a:t>RSSI,</a:t>
            </a:r>
            <a:r>
              <a:rPr spc="-100" dirty="0"/>
              <a:t> </a:t>
            </a:r>
            <a:r>
              <a:rPr spc="-20" dirty="0"/>
              <a:t>Sensitivity,</a:t>
            </a:r>
            <a:r>
              <a:rPr spc="-90" dirty="0"/>
              <a:t> </a:t>
            </a:r>
            <a:r>
              <a:rPr spc="-25" dirty="0"/>
              <a:t>SNR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14400" y="2362200"/>
            <a:ext cx="10134600" cy="2267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lang="en-GB" sz="2400" dirty="0">
                <a:latin typeface="Segoe UI"/>
                <a:cs typeface="Segoe UI"/>
              </a:rPr>
              <a:t>A transmitter delivers a power of </a:t>
            </a:r>
            <a:r>
              <a:rPr lang="en-GB" sz="2400" b="1" dirty="0">
                <a:latin typeface="Segoe UI"/>
                <a:cs typeface="Segoe UI"/>
              </a:rPr>
              <a:t>13 dBm </a:t>
            </a:r>
            <a:r>
              <a:rPr lang="en-GB" sz="2400" dirty="0">
                <a:latin typeface="Segoe UI"/>
                <a:cs typeface="Segoe UI"/>
              </a:rPr>
              <a:t>using an antenna with a gain of </a:t>
            </a:r>
            <a:r>
              <a:rPr lang="en-GB" sz="2400" b="1" dirty="0">
                <a:latin typeface="Segoe UI"/>
                <a:cs typeface="Segoe UI"/>
              </a:rPr>
              <a:t>2 dB </a:t>
            </a:r>
            <a:r>
              <a:rPr lang="en-GB" sz="2400" dirty="0">
                <a:latin typeface="Segoe UI"/>
                <a:cs typeface="Segoe UI"/>
              </a:rPr>
              <a:t>gain. The air loss is </a:t>
            </a:r>
            <a:r>
              <a:rPr lang="en-GB" sz="2400" b="1" dirty="0">
                <a:latin typeface="Segoe UI"/>
                <a:cs typeface="Segoe UI"/>
              </a:rPr>
              <a:t>60 </a:t>
            </a:r>
            <a:r>
              <a:rPr lang="en-GB" sz="2400" b="1" dirty="0" err="1">
                <a:latin typeface="Segoe UI"/>
                <a:cs typeface="Segoe UI"/>
              </a:rPr>
              <a:t>dB</a:t>
            </a:r>
            <a:r>
              <a:rPr lang="en-GB" sz="2400" dirty="0" err="1">
                <a:latin typeface="Segoe UI"/>
                <a:cs typeface="Segoe UI"/>
              </a:rPr>
              <a:t>.</a:t>
            </a:r>
            <a:r>
              <a:rPr lang="en-GB" sz="2400" dirty="0">
                <a:latin typeface="Segoe UI"/>
                <a:cs typeface="Segoe UI"/>
              </a:rPr>
              <a:t> The receiving antenna has a gain of 2 dB and is connected to a  receiver with a sensitivity of </a:t>
            </a:r>
            <a:r>
              <a:rPr lang="en-GB" sz="2400" b="1" dirty="0">
                <a:latin typeface="Segoe UI"/>
                <a:cs typeface="Segoe UI"/>
              </a:rPr>
              <a:t>-80 dBm</a:t>
            </a:r>
            <a:r>
              <a:rPr lang="en-GB" sz="2400" dirty="0">
                <a:latin typeface="Segoe UI"/>
                <a:cs typeface="Segoe UI"/>
              </a:rPr>
              <a:t>. 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endParaRPr lang="en-GB" sz="2400" dirty="0">
              <a:latin typeface="Segoe UI"/>
              <a:cs typeface="Segoe UI"/>
            </a:endParaRPr>
          </a:p>
          <a:p>
            <a:pPr marL="38100">
              <a:spcBef>
                <a:spcPts val="100"/>
              </a:spcBef>
              <a:tabLst>
                <a:tab pos="380365" algn="l"/>
              </a:tabLst>
            </a:pPr>
            <a:r>
              <a:rPr lang="en-GB" sz="2400" dirty="0">
                <a:latin typeface="Segoe UI"/>
                <a:cs typeface="Segoe UI"/>
              </a:rPr>
              <a:t>Will the signal be received?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lang="en-GB" sz="2400" dirty="0">
                <a:latin typeface="Segoe UI"/>
                <a:cs typeface="Segoe UI"/>
              </a:rPr>
              <a:t>Noise measured on the receiver is -50dB. Calculate SNR</a:t>
            </a:r>
          </a:p>
        </p:txBody>
      </p:sp>
    </p:spTree>
    <p:extLst>
      <p:ext uri="{BB962C8B-B14F-4D97-AF65-F5344CB8AC3E}">
        <p14:creationId xmlns:p14="http://schemas.microsoft.com/office/powerpoint/2010/main" val="4155492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6603" y="5663184"/>
            <a:ext cx="1291590" cy="14604"/>
          </a:xfrm>
          <a:custGeom>
            <a:avLst/>
            <a:gdLst/>
            <a:ahLst/>
            <a:cxnLst/>
            <a:rect l="l" t="t" r="r" b="b"/>
            <a:pathLst>
              <a:path w="1291590" h="14604">
                <a:moveTo>
                  <a:pt x="0" y="0"/>
                </a:moveTo>
                <a:lnTo>
                  <a:pt x="1291475" y="14465"/>
                </a:lnTo>
              </a:path>
            </a:pathLst>
          </a:custGeom>
          <a:ln w="57150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88057" y="5406771"/>
            <a:ext cx="0" cy="958215"/>
          </a:xfrm>
          <a:custGeom>
            <a:avLst/>
            <a:gdLst/>
            <a:ahLst/>
            <a:cxnLst/>
            <a:rect l="l" t="t" r="r" b="b"/>
            <a:pathLst>
              <a:path h="958214">
                <a:moveTo>
                  <a:pt x="0" y="0"/>
                </a:moveTo>
                <a:lnTo>
                  <a:pt x="0" y="957922"/>
                </a:lnTo>
              </a:path>
            </a:pathLst>
          </a:custGeom>
          <a:ln w="19050">
            <a:solidFill>
              <a:srgbClr val="3E3E3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2256" y="4583048"/>
            <a:ext cx="1504315" cy="824230"/>
            <a:chOff x="532256" y="4583048"/>
            <a:chExt cx="1504315" cy="824230"/>
          </a:xfrm>
        </p:grpSpPr>
        <p:sp>
          <p:nvSpPr>
            <p:cNvPr id="5" name="object 5"/>
            <p:cNvSpPr/>
            <p:nvPr/>
          </p:nvSpPr>
          <p:spPr>
            <a:xfrm>
              <a:off x="1988057" y="4592573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ln w="19050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0831" y="5378195"/>
              <a:ext cx="1447165" cy="0"/>
            </a:xfrm>
            <a:custGeom>
              <a:avLst/>
              <a:gdLst/>
              <a:ahLst/>
              <a:cxnLst/>
              <a:rect l="l" t="t" r="r" b="b"/>
              <a:pathLst>
                <a:path w="1447164">
                  <a:moveTo>
                    <a:pt x="0" y="0"/>
                  </a:moveTo>
                  <a:lnTo>
                    <a:pt x="1446949" y="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50" dirty="0"/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1558" y="1314786"/>
            <a:ext cx="112223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transmitter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uses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13dBm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2dBi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gain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antenna.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air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loss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60dB.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Then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2dBi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gain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antenna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is </a:t>
            </a:r>
            <a:r>
              <a:rPr sz="2000" dirty="0">
                <a:latin typeface="Segoe UI"/>
                <a:cs typeface="Segoe UI"/>
              </a:rPr>
              <a:t>connected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receiver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-80dBm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sensitivity.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6537" y="3400988"/>
            <a:ext cx="332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DD462F"/>
                </a:solidFill>
                <a:latin typeface="Calibri"/>
                <a:cs typeface="Calibri"/>
              </a:rPr>
              <a:t>Air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25748" y="3703406"/>
            <a:ext cx="2306320" cy="76200"/>
            <a:chOff x="3325748" y="3703406"/>
            <a:chExt cx="2306320" cy="76200"/>
          </a:xfrm>
        </p:grpSpPr>
        <p:sp>
          <p:nvSpPr>
            <p:cNvPr id="11" name="object 11"/>
            <p:cNvSpPr/>
            <p:nvPr/>
          </p:nvSpPr>
          <p:spPr>
            <a:xfrm>
              <a:off x="3335273" y="3734562"/>
              <a:ext cx="2233295" cy="6985"/>
            </a:xfrm>
            <a:custGeom>
              <a:avLst/>
              <a:gdLst/>
              <a:ahLst/>
              <a:cxnLst/>
              <a:rect l="l" t="t" r="r" b="b"/>
              <a:pathLst>
                <a:path w="2233295" h="6985">
                  <a:moveTo>
                    <a:pt x="0" y="0"/>
                  </a:moveTo>
                  <a:lnTo>
                    <a:pt x="2232799" y="6985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5251" y="370340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241" y="0"/>
                  </a:moveTo>
                  <a:lnTo>
                    <a:pt x="0" y="76199"/>
                  </a:lnTo>
                  <a:lnTo>
                    <a:pt x="76314" y="383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123698" y="495708"/>
            <a:ext cx="528955" cy="529590"/>
            <a:chOff x="3123698" y="495708"/>
            <a:chExt cx="528955" cy="529590"/>
          </a:xfrm>
        </p:grpSpPr>
        <p:sp>
          <p:nvSpPr>
            <p:cNvPr id="14" name="object 14"/>
            <p:cNvSpPr/>
            <p:nvPr/>
          </p:nvSpPr>
          <p:spPr>
            <a:xfrm>
              <a:off x="3123698" y="568422"/>
              <a:ext cx="456565" cy="457200"/>
            </a:xfrm>
            <a:custGeom>
              <a:avLst/>
              <a:gdLst/>
              <a:ahLst/>
              <a:cxnLst/>
              <a:rect l="l" t="t" r="r" b="b"/>
              <a:pathLst>
                <a:path w="456564" h="457200">
                  <a:moveTo>
                    <a:pt x="0" y="456784"/>
                  </a:moveTo>
                  <a:lnTo>
                    <a:pt x="41610" y="331185"/>
                  </a:lnTo>
                  <a:lnTo>
                    <a:pt x="371848" y="0"/>
                  </a:lnTo>
                  <a:lnTo>
                    <a:pt x="456389" y="84614"/>
                  </a:lnTo>
                  <a:lnTo>
                    <a:pt x="206151" y="335069"/>
                  </a:lnTo>
                  <a:lnTo>
                    <a:pt x="88751" y="335069"/>
                  </a:lnTo>
                  <a:lnTo>
                    <a:pt x="76150" y="337351"/>
                  </a:lnTo>
                  <a:lnTo>
                    <a:pt x="64726" y="344406"/>
                  </a:lnTo>
                  <a:lnTo>
                    <a:pt x="46233" y="400595"/>
                  </a:lnTo>
                  <a:lnTo>
                    <a:pt x="56140" y="410511"/>
                  </a:lnTo>
                  <a:lnTo>
                    <a:pt x="130774" y="410511"/>
                  </a:lnTo>
                  <a:lnTo>
                    <a:pt x="126151" y="415138"/>
                  </a:lnTo>
                  <a:lnTo>
                    <a:pt x="0" y="456784"/>
                  </a:lnTo>
                  <a:close/>
                </a:path>
                <a:path w="456564" h="457200">
                  <a:moveTo>
                    <a:pt x="130774" y="410511"/>
                  </a:moveTo>
                  <a:lnTo>
                    <a:pt x="56140" y="410511"/>
                  </a:lnTo>
                  <a:lnTo>
                    <a:pt x="112281" y="392002"/>
                  </a:lnTo>
                  <a:lnTo>
                    <a:pt x="119711" y="380950"/>
                  </a:lnTo>
                  <a:lnTo>
                    <a:pt x="122188" y="368534"/>
                  </a:lnTo>
                  <a:lnTo>
                    <a:pt x="119711" y="356119"/>
                  </a:lnTo>
                  <a:lnTo>
                    <a:pt x="112281" y="345067"/>
                  </a:lnTo>
                  <a:lnTo>
                    <a:pt x="101228" y="337620"/>
                  </a:lnTo>
                  <a:lnTo>
                    <a:pt x="88751" y="335069"/>
                  </a:lnTo>
                  <a:lnTo>
                    <a:pt x="206151" y="335069"/>
                  </a:lnTo>
                  <a:lnTo>
                    <a:pt x="130774" y="410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4040" y="495708"/>
              <a:ext cx="138617" cy="13815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41854" y="5356377"/>
            <a:ext cx="772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13dBm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54045" y="1300733"/>
            <a:ext cx="836930" cy="393700"/>
          </a:xfrm>
          <a:custGeom>
            <a:avLst/>
            <a:gdLst/>
            <a:ahLst/>
            <a:cxnLst/>
            <a:rect l="l" t="t" r="r" b="b"/>
            <a:pathLst>
              <a:path w="836929" h="393700">
                <a:moveTo>
                  <a:pt x="0" y="196596"/>
                </a:moveTo>
                <a:lnTo>
                  <a:pt x="17712" y="139818"/>
                </a:lnTo>
                <a:lnTo>
                  <a:pt x="67397" y="89549"/>
                </a:lnTo>
                <a:lnTo>
                  <a:pt x="102612" y="67616"/>
                </a:lnTo>
                <a:lnTo>
                  <a:pt x="143878" y="48223"/>
                </a:lnTo>
                <a:lnTo>
                  <a:pt x="190550" y="31674"/>
                </a:lnTo>
                <a:lnTo>
                  <a:pt x="241978" y="18272"/>
                </a:lnTo>
                <a:lnTo>
                  <a:pt x="297517" y="8324"/>
                </a:lnTo>
                <a:lnTo>
                  <a:pt x="356519" y="2131"/>
                </a:lnTo>
                <a:lnTo>
                  <a:pt x="418338" y="0"/>
                </a:lnTo>
                <a:lnTo>
                  <a:pt x="480156" y="2131"/>
                </a:lnTo>
                <a:lnTo>
                  <a:pt x="539158" y="8324"/>
                </a:lnTo>
                <a:lnTo>
                  <a:pt x="594697" y="18272"/>
                </a:lnTo>
                <a:lnTo>
                  <a:pt x="646125" y="31674"/>
                </a:lnTo>
                <a:lnTo>
                  <a:pt x="692797" y="48223"/>
                </a:lnTo>
                <a:lnTo>
                  <a:pt x="734063" y="67616"/>
                </a:lnTo>
                <a:lnTo>
                  <a:pt x="769278" y="89549"/>
                </a:lnTo>
                <a:lnTo>
                  <a:pt x="818963" y="139818"/>
                </a:lnTo>
                <a:lnTo>
                  <a:pt x="836676" y="196596"/>
                </a:lnTo>
                <a:lnTo>
                  <a:pt x="832140" y="225646"/>
                </a:lnTo>
                <a:lnTo>
                  <a:pt x="797794" y="279473"/>
                </a:lnTo>
                <a:lnTo>
                  <a:pt x="734063" y="325575"/>
                </a:lnTo>
                <a:lnTo>
                  <a:pt x="692797" y="344968"/>
                </a:lnTo>
                <a:lnTo>
                  <a:pt x="646125" y="361517"/>
                </a:lnTo>
                <a:lnTo>
                  <a:pt x="594697" y="374919"/>
                </a:lnTo>
                <a:lnTo>
                  <a:pt x="539158" y="384867"/>
                </a:lnTo>
                <a:lnTo>
                  <a:pt x="480156" y="391060"/>
                </a:lnTo>
                <a:lnTo>
                  <a:pt x="418338" y="393192"/>
                </a:lnTo>
                <a:lnTo>
                  <a:pt x="356519" y="391060"/>
                </a:lnTo>
                <a:lnTo>
                  <a:pt x="297517" y="384867"/>
                </a:lnTo>
                <a:lnTo>
                  <a:pt x="241978" y="374919"/>
                </a:lnTo>
                <a:lnTo>
                  <a:pt x="190550" y="361517"/>
                </a:lnTo>
                <a:lnTo>
                  <a:pt x="143878" y="344968"/>
                </a:lnTo>
                <a:lnTo>
                  <a:pt x="102612" y="325575"/>
                </a:lnTo>
                <a:lnTo>
                  <a:pt x="67397" y="303642"/>
                </a:lnTo>
                <a:lnTo>
                  <a:pt x="17712" y="253373"/>
                </a:lnTo>
                <a:lnTo>
                  <a:pt x="0" y="196596"/>
                </a:lnTo>
                <a:close/>
              </a:path>
            </a:pathLst>
          </a:custGeom>
          <a:ln w="28575">
            <a:solidFill>
              <a:srgbClr val="00B0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2096" y="3163823"/>
            <a:ext cx="591300" cy="102260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76442" y="2828368"/>
            <a:ext cx="92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D462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7798" y="4130940"/>
            <a:ext cx="1587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r>
              <a:rPr sz="2000" spc="215" dirty="0">
                <a:solidFill>
                  <a:srgbClr val="DD462F"/>
                </a:solidFill>
                <a:latin typeface="Calibri"/>
                <a:cs typeface="Calibri"/>
              </a:rPr>
              <a:t> </a:t>
            </a:r>
            <a:r>
              <a:rPr sz="3000" spc="-30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endParaRPr sz="3000" baseline="1388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09384" y="3555239"/>
            <a:ext cx="906780" cy="529590"/>
            <a:chOff x="6509384" y="3555239"/>
            <a:chExt cx="906780" cy="529590"/>
          </a:xfrm>
        </p:grpSpPr>
        <p:sp>
          <p:nvSpPr>
            <p:cNvPr id="22" name="object 22"/>
            <p:cNvSpPr/>
            <p:nvPr/>
          </p:nvSpPr>
          <p:spPr>
            <a:xfrm>
              <a:off x="6917435" y="3561589"/>
              <a:ext cx="492759" cy="516890"/>
            </a:xfrm>
            <a:custGeom>
              <a:avLst/>
              <a:gdLst/>
              <a:ahLst/>
              <a:cxnLst/>
              <a:rect l="l" t="t" r="r" b="b"/>
              <a:pathLst>
                <a:path w="492759" h="516889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1"/>
                  </a:lnTo>
                  <a:lnTo>
                    <a:pt x="0" y="434593"/>
                  </a:lnTo>
                  <a:lnTo>
                    <a:pt x="6446" y="466529"/>
                  </a:lnTo>
                  <a:lnTo>
                    <a:pt x="24028" y="492607"/>
                  </a:lnTo>
                  <a:lnTo>
                    <a:pt x="50106" y="510189"/>
                  </a:lnTo>
                  <a:lnTo>
                    <a:pt x="82042" y="516635"/>
                  </a:lnTo>
                  <a:lnTo>
                    <a:pt x="410209" y="516635"/>
                  </a:lnTo>
                  <a:lnTo>
                    <a:pt x="442145" y="510189"/>
                  </a:lnTo>
                  <a:lnTo>
                    <a:pt x="468223" y="492607"/>
                  </a:lnTo>
                  <a:lnTo>
                    <a:pt x="485805" y="466529"/>
                  </a:lnTo>
                  <a:lnTo>
                    <a:pt x="492252" y="434593"/>
                  </a:lnTo>
                  <a:lnTo>
                    <a:pt x="492252" y="82041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7435" y="3561589"/>
              <a:ext cx="492759" cy="516890"/>
            </a:xfrm>
            <a:custGeom>
              <a:avLst/>
              <a:gdLst/>
              <a:ahLst/>
              <a:cxnLst/>
              <a:rect l="l" t="t" r="r" b="b"/>
              <a:pathLst>
                <a:path w="492759" h="516889">
                  <a:moveTo>
                    <a:pt x="0" y="82041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1"/>
                  </a:lnTo>
                  <a:lnTo>
                    <a:pt x="492252" y="434593"/>
                  </a:lnTo>
                  <a:lnTo>
                    <a:pt x="485805" y="466529"/>
                  </a:lnTo>
                  <a:lnTo>
                    <a:pt x="468223" y="492607"/>
                  </a:lnTo>
                  <a:lnTo>
                    <a:pt x="442145" y="510189"/>
                  </a:lnTo>
                  <a:lnTo>
                    <a:pt x="410209" y="516635"/>
                  </a:lnTo>
                  <a:lnTo>
                    <a:pt x="82042" y="516635"/>
                  </a:lnTo>
                  <a:lnTo>
                    <a:pt x="50106" y="510189"/>
                  </a:lnTo>
                  <a:lnTo>
                    <a:pt x="24028" y="492607"/>
                  </a:lnTo>
                  <a:lnTo>
                    <a:pt x="6446" y="466529"/>
                  </a:lnTo>
                  <a:lnTo>
                    <a:pt x="0" y="434593"/>
                  </a:lnTo>
                  <a:lnTo>
                    <a:pt x="0" y="82041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37959" y="3838958"/>
              <a:ext cx="747395" cy="3175"/>
            </a:xfrm>
            <a:custGeom>
              <a:avLst/>
              <a:gdLst/>
              <a:ahLst/>
              <a:cxnLst/>
              <a:rect l="l" t="t" r="r" b="b"/>
              <a:pathLst>
                <a:path w="747395" h="3175">
                  <a:moveTo>
                    <a:pt x="0" y="2730"/>
                  </a:moveTo>
                  <a:lnTo>
                    <a:pt x="747229" y="0"/>
                  </a:lnTo>
                </a:path>
              </a:pathLst>
            </a:custGeom>
            <a:ln w="571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375653" y="4551426"/>
            <a:ext cx="0" cy="1772285"/>
          </a:xfrm>
          <a:custGeom>
            <a:avLst/>
            <a:gdLst/>
            <a:ahLst/>
            <a:cxnLst/>
            <a:rect l="l" t="t" r="r" b="b"/>
            <a:pathLst>
              <a:path h="1772285">
                <a:moveTo>
                  <a:pt x="0" y="1654238"/>
                </a:moveTo>
                <a:lnTo>
                  <a:pt x="0" y="1772119"/>
                </a:lnTo>
              </a:path>
              <a:path h="1772285">
                <a:moveTo>
                  <a:pt x="0" y="0"/>
                </a:moveTo>
                <a:lnTo>
                  <a:pt x="0" y="1084326"/>
                </a:lnTo>
              </a:path>
            </a:pathLst>
          </a:custGeom>
          <a:ln w="19050">
            <a:solidFill>
              <a:srgbClr val="3E3E3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79923" y="4586935"/>
            <a:ext cx="6254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+2dBi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34336" y="4811648"/>
            <a:ext cx="4468495" cy="1405255"/>
            <a:chOff x="1934336" y="4811648"/>
            <a:chExt cx="4468495" cy="1405255"/>
          </a:xfrm>
        </p:grpSpPr>
        <p:sp>
          <p:nvSpPr>
            <p:cNvPr id="28" name="object 28"/>
            <p:cNvSpPr/>
            <p:nvPr/>
          </p:nvSpPr>
          <p:spPr>
            <a:xfrm>
              <a:off x="1962911" y="4875275"/>
              <a:ext cx="4411345" cy="1313180"/>
            </a:xfrm>
            <a:custGeom>
              <a:avLst/>
              <a:gdLst/>
              <a:ahLst/>
              <a:cxnLst/>
              <a:rect l="l" t="t" r="r" b="b"/>
              <a:pathLst>
                <a:path w="4411345" h="1313179">
                  <a:moveTo>
                    <a:pt x="0" y="0"/>
                  </a:moveTo>
                  <a:lnTo>
                    <a:pt x="4411052" y="1312659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84247" y="4840223"/>
              <a:ext cx="3810" cy="538480"/>
            </a:xfrm>
            <a:custGeom>
              <a:avLst/>
              <a:gdLst/>
              <a:ahLst/>
              <a:cxnLst/>
              <a:rect l="l" t="t" r="r" b="b"/>
              <a:pathLst>
                <a:path w="3810" h="538479">
                  <a:moveTo>
                    <a:pt x="0" y="0"/>
                  </a:moveTo>
                  <a:lnTo>
                    <a:pt x="3289" y="538111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7975854" y="1290066"/>
            <a:ext cx="760730" cy="394970"/>
          </a:xfrm>
          <a:custGeom>
            <a:avLst/>
            <a:gdLst/>
            <a:ahLst/>
            <a:cxnLst/>
            <a:rect l="l" t="t" r="r" b="b"/>
            <a:pathLst>
              <a:path w="760729" h="394969">
                <a:moveTo>
                  <a:pt x="0" y="197358"/>
                </a:moveTo>
                <a:lnTo>
                  <a:pt x="19385" y="134975"/>
                </a:lnTo>
                <a:lnTo>
                  <a:pt x="73365" y="80798"/>
                </a:lnTo>
                <a:lnTo>
                  <a:pt x="111371" y="57802"/>
                </a:lnTo>
                <a:lnTo>
                  <a:pt x="155676" y="38076"/>
                </a:lnTo>
                <a:lnTo>
                  <a:pt x="205499" y="22027"/>
                </a:lnTo>
                <a:lnTo>
                  <a:pt x="260055" y="10060"/>
                </a:lnTo>
                <a:lnTo>
                  <a:pt x="318562" y="2582"/>
                </a:lnTo>
                <a:lnTo>
                  <a:pt x="380238" y="0"/>
                </a:lnTo>
                <a:lnTo>
                  <a:pt x="441913" y="2582"/>
                </a:lnTo>
                <a:lnTo>
                  <a:pt x="500420" y="10060"/>
                </a:lnTo>
                <a:lnTo>
                  <a:pt x="554976" y="22027"/>
                </a:lnTo>
                <a:lnTo>
                  <a:pt x="604799" y="38076"/>
                </a:lnTo>
                <a:lnTo>
                  <a:pt x="649104" y="57802"/>
                </a:lnTo>
                <a:lnTo>
                  <a:pt x="687110" y="80798"/>
                </a:lnTo>
                <a:lnTo>
                  <a:pt x="718033" y="106657"/>
                </a:lnTo>
                <a:lnTo>
                  <a:pt x="755499" y="165343"/>
                </a:lnTo>
                <a:lnTo>
                  <a:pt x="760476" y="197358"/>
                </a:lnTo>
                <a:lnTo>
                  <a:pt x="755499" y="229368"/>
                </a:lnTo>
                <a:lnTo>
                  <a:pt x="718033" y="288052"/>
                </a:lnTo>
                <a:lnTo>
                  <a:pt x="687110" y="313912"/>
                </a:lnTo>
                <a:lnTo>
                  <a:pt x="649104" y="336908"/>
                </a:lnTo>
                <a:lnTo>
                  <a:pt x="604799" y="356635"/>
                </a:lnTo>
                <a:lnTo>
                  <a:pt x="554976" y="372686"/>
                </a:lnTo>
                <a:lnTo>
                  <a:pt x="500420" y="384653"/>
                </a:lnTo>
                <a:lnTo>
                  <a:pt x="441913" y="392132"/>
                </a:lnTo>
                <a:lnTo>
                  <a:pt x="380238" y="394716"/>
                </a:lnTo>
                <a:lnTo>
                  <a:pt x="318562" y="392132"/>
                </a:lnTo>
                <a:lnTo>
                  <a:pt x="260055" y="384653"/>
                </a:lnTo>
                <a:lnTo>
                  <a:pt x="205499" y="372686"/>
                </a:lnTo>
                <a:lnTo>
                  <a:pt x="155676" y="356635"/>
                </a:lnTo>
                <a:lnTo>
                  <a:pt x="111371" y="336908"/>
                </a:lnTo>
                <a:lnTo>
                  <a:pt x="73365" y="313912"/>
                </a:lnTo>
                <a:lnTo>
                  <a:pt x="42442" y="288052"/>
                </a:lnTo>
                <a:lnTo>
                  <a:pt x="4976" y="229368"/>
                </a:lnTo>
                <a:lnTo>
                  <a:pt x="0" y="197358"/>
                </a:lnTo>
                <a:close/>
              </a:path>
            </a:pathLst>
          </a:custGeom>
          <a:ln w="2857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199384" y="1254442"/>
            <a:ext cx="706755" cy="1032510"/>
            <a:chOff x="4199384" y="1254442"/>
            <a:chExt cx="706755" cy="1032510"/>
          </a:xfrm>
        </p:grpSpPr>
        <p:sp>
          <p:nvSpPr>
            <p:cNvPr id="32" name="object 32"/>
            <p:cNvSpPr/>
            <p:nvPr/>
          </p:nvSpPr>
          <p:spPr>
            <a:xfrm>
              <a:off x="4220718" y="1268730"/>
              <a:ext cx="670560" cy="394970"/>
            </a:xfrm>
            <a:custGeom>
              <a:avLst/>
              <a:gdLst/>
              <a:ahLst/>
              <a:cxnLst/>
              <a:rect l="l" t="t" r="r" b="b"/>
              <a:pathLst>
                <a:path w="670560" h="394969">
                  <a:moveTo>
                    <a:pt x="0" y="197358"/>
                  </a:moveTo>
                  <a:lnTo>
                    <a:pt x="20976" y="128490"/>
                  </a:lnTo>
                  <a:lnTo>
                    <a:pt x="45776" y="97744"/>
                  </a:lnTo>
                  <a:lnTo>
                    <a:pt x="78854" y="70200"/>
                  </a:lnTo>
                  <a:lnTo>
                    <a:pt x="119265" y="46414"/>
                  </a:lnTo>
                  <a:lnTo>
                    <a:pt x="166059" y="26943"/>
                  </a:lnTo>
                  <a:lnTo>
                    <a:pt x="218291" y="12346"/>
                  </a:lnTo>
                  <a:lnTo>
                    <a:pt x="275014" y="3179"/>
                  </a:lnTo>
                  <a:lnTo>
                    <a:pt x="335280" y="0"/>
                  </a:lnTo>
                  <a:lnTo>
                    <a:pt x="395545" y="3179"/>
                  </a:lnTo>
                  <a:lnTo>
                    <a:pt x="452268" y="12346"/>
                  </a:lnTo>
                  <a:lnTo>
                    <a:pt x="504500" y="26943"/>
                  </a:lnTo>
                  <a:lnTo>
                    <a:pt x="551294" y="46414"/>
                  </a:lnTo>
                  <a:lnTo>
                    <a:pt x="591705" y="70200"/>
                  </a:lnTo>
                  <a:lnTo>
                    <a:pt x="624783" y="97744"/>
                  </a:lnTo>
                  <a:lnTo>
                    <a:pt x="649583" y="128490"/>
                  </a:lnTo>
                  <a:lnTo>
                    <a:pt x="670560" y="197358"/>
                  </a:lnTo>
                  <a:lnTo>
                    <a:pt x="665158" y="232831"/>
                  </a:lnTo>
                  <a:lnTo>
                    <a:pt x="624783" y="296965"/>
                  </a:lnTo>
                  <a:lnTo>
                    <a:pt x="591705" y="324510"/>
                  </a:lnTo>
                  <a:lnTo>
                    <a:pt x="551294" y="348297"/>
                  </a:lnTo>
                  <a:lnTo>
                    <a:pt x="504500" y="367769"/>
                  </a:lnTo>
                  <a:lnTo>
                    <a:pt x="452268" y="382368"/>
                  </a:lnTo>
                  <a:lnTo>
                    <a:pt x="395545" y="391536"/>
                  </a:lnTo>
                  <a:lnTo>
                    <a:pt x="335280" y="394716"/>
                  </a:lnTo>
                  <a:lnTo>
                    <a:pt x="275014" y="391536"/>
                  </a:lnTo>
                  <a:lnTo>
                    <a:pt x="218291" y="382368"/>
                  </a:lnTo>
                  <a:lnTo>
                    <a:pt x="166059" y="367769"/>
                  </a:lnTo>
                  <a:lnTo>
                    <a:pt x="119265" y="348297"/>
                  </a:lnTo>
                  <a:lnTo>
                    <a:pt x="78854" y="324510"/>
                  </a:lnTo>
                  <a:lnTo>
                    <a:pt x="45776" y="296965"/>
                  </a:lnTo>
                  <a:lnTo>
                    <a:pt x="20976" y="266220"/>
                  </a:lnTo>
                  <a:lnTo>
                    <a:pt x="0" y="197358"/>
                  </a:lnTo>
                  <a:close/>
                </a:path>
              </a:pathLst>
            </a:custGeom>
            <a:ln w="28575">
              <a:solidFill>
                <a:srgbClr val="00B0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99384" y="2039713"/>
              <a:ext cx="352425" cy="247015"/>
            </a:xfrm>
            <a:custGeom>
              <a:avLst/>
              <a:gdLst/>
              <a:ahLst/>
              <a:cxnLst/>
              <a:rect l="l" t="t" r="r" b="b"/>
              <a:pathLst>
                <a:path w="352425" h="247014">
                  <a:moveTo>
                    <a:pt x="124660" y="246610"/>
                  </a:moveTo>
                  <a:lnTo>
                    <a:pt x="0" y="118935"/>
                  </a:lnTo>
                  <a:lnTo>
                    <a:pt x="32404" y="88156"/>
                  </a:lnTo>
                  <a:lnTo>
                    <a:pt x="126185" y="183912"/>
                  </a:lnTo>
                  <a:lnTo>
                    <a:pt x="321372" y="0"/>
                  </a:lnTo>
                  <a:lnTo>
                    <a:pt x="352252" y="31914"/>
                  </a:lnTo>
                  <a:lnTo>
                    <a:pt x="157445" y="216211"/>
                  </a:lnTo>
                  <a:lnTo>
                    <a:pt x="124660" y="24661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1558" y="2000685"/>
            <a:ext cx="78371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294005" algn="l"/>
                <a:tab pos="4035425" algn="l"/>
              </a:tabLst>
            </a:pPr>
            <a:r>
              <a:rPr sz="2000" dirty="0">
                <a:latin typeface="Segoe UI"/>
                <a:cs typeface="Segoe UI"/>
              </a:rPr>
              <a:t>Will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signal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received?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3000" b="1" spc="-37" baseline="1388" dirty="0">
                <a:solidFill>
                  <a:srgbClr val="00B050"/>
                </a:solidFill>
                <a:latin typeface="Calibri"/>
                <a:cs typeface="Calibri"/>
              </a:rPr>
              <a:t>YES</a:t>
            </a:r>
            <a:endParaRPr sz="3000" baseline="1388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buAutoNum type="arabicParenR"/>
              <a:tabLst>
                <a:tab pos="294005" algn="l"/>
              </a:tabLst>
            </a:pP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noise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receiver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measured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-50dBm.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What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SNR?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92276" y="4782206"/>
            <a:ext cx="6432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60dB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24813" y="3160776"/>
            <a:ext cx="1390650" cy="1022985"/>
            <a:chOff x="924813" y="3160776"/>
            <a:chExt cx="1390650" cy="102298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3644" y="3160776"/>
              <a:ext cx="591311" cy="10226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31163" y="362407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2"/>
                  </a:lnTo>
                  <a:lnTo>
                    <a:pt x="0" y="436118"/>
                  </a:lnTo>
                  <a:lnTo>
                    <a:pt x="6446" y="468053"/>
                  </a:lnTo>
                  <a:lnTo>
                    <a:pt x="24028" y="494131"/>
                  </a:lnTo>
                  <a:lnTo>
                    <a:pt x="50106" y="511713"/>
                  </a:lnTo>
                  <a:lnTo>
                    <a:pt x="82042" y="518160"/>
                  </a:lnTo>
                  <a:lnTo>
                    <a:pt x="410209" y="518160"/>
                  </a:lnTo>
                  <a:lnTo>
                    <a:pt x="442145" y="511713"/>
                  </a:lnTo>
                  <a:lnTo>
                    <a:pt x="468223" y="494131"/>
                  </a:lnTo>
                  <a:lnTo>
                    <a:pt x="485805" y="468053"/>
                  </a:lnTo>
                  <a:lnTo>
                    <a:pt x="492252" y="436118"/>
                  </a:lnTo>
                  <a:lnTo>
                    <a:pt x="492252" y="82042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31163" y="362407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0" y="82042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2"/>
                  </a:lnTo>
                  <a:lnTo>
                    <a:pt x="492252" y="436118"/>
                  </a:lnTo>
                  <a:lnTo>
                    <a:pt x="485805" y="468053"/>
                  </a:lnTo>
                  <a:lnTo>
                    <a:pt x="468223" y="494131"/>
                  </a:lnTo>
                  <a:lnTo>
                    <a:pt x="442145" y="511713"/>
                  </a:lnTo>
                  <a:lnTo>
                    <a:pt x="410209" y="518160"/>
                  </a:lnTo>
                  <a:lnTo>
                    <a:pt x="82042" y="518160"/>
                  </a:lnTo>
                  <a:lnTo>
                    <a:pt x="50106" y="511713"/>
                  </a:lnTo>
                  <a:lnTo>
                    <a:pt x="24028" y="494131"/>
                  </a:lnTo>
                  <a:lnTo>
                    <a:pt x="6446" y="468053"/>
                  </a:lnTo>
                  <a:lnTo>
                    <a:pt x="0" y="436118"/>
                  </a:lnTo>
                  <a:lnTo>
                    <a:pt x="0" y="8204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64725" y="2809685"/>
            <a:ext cx="1245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DD462F"/>
                </a:solidFill>
                <a:latin typeface="Calibri"/>
                <a:cs typeface="Calibri"/>
              </a:rPr>
              <a:t>Transmitter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4995" y="3505200"/>
            <a:ext cx="382523" cy="551675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867962" y="4148377"/>
            <a:ext cx="1623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1520" algn="l"/>
              </a:tabLst>
            </a:pPr>
            <a:r>
              <a:rPr sz="3000" spc="-15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r>
              <a:rPr sz="3000" baseline="1388" dirty="0">
                <a:solidFill>
                  <a:srgbClr val="DD462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29283" y="3880106"/>
            <a:ext cx="747395" cy="3175"/>
          </a:xfrm>
          <a:custGeom>
            <a:avLst/>
            <a:gdLst/>
            <a:ahLst/>
            <a:cxnLst/>
            <a:rect l="l" t="t" r="r" b="b"/>
            <a:pathLst>
              <a:path w="747394" h="3175">
                <a:moveTo>
                  <a:pt x="0" y="2730"/>
                </a:moveTo>
                <a:lnTo>
                  <a:pt x="747229" y="0"/>
                </a:lnTo>
              </a:path>
            </a:pathLst>
          </a:custGeom>
          <a:ln w="571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90132" y="5635752"/>
            <a:ext cx="0" cy="570230"/>
          </a:xfrm>
          <a:custGeom>
            <a:avLst/>
            <a:gdLst/>
            <a:ahLst/>
            <a:cxnLst/>
            <a:rect l="l" t="t" r="r" b="b"/>
            <a:pathLst>
              <a:path h="570229">
                <a:moveTo>
                  <a:pt x="0" y="0"/>
                </a:moveTo>
                <a:lnTo>
                  <a:pt x="0" y="569912"/>
                </a:lnTo>
              </a:path>
            </a:pathLst>
          </a:custGeom>
          <a:ln w="5715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665921" y="5295772"/>
            <a:ext cx="2750185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9460">
              <a:lnSpc>
                <a:spcPts val="1905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43dBm</a:t>
            </a:r>
            <a:r>
              <a:rPr sz="2000" b="1" spc="2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000" b="1" baseline="2777" dirty="0">
                <a:solidFill>
                  <a:srgbClr val="002060"/>
                </a:solidFill>
                <a:latin typeface="Calibri"/>
                <a:cs typeface="Calibri"/>
              </a:rPr>
              <a:t>=</a:t>
            </a:r>
            <a:r>
              <a:rPr sz="3000" b="1" spc="-7" baseline="2777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000" b="1" baseline="2777" dirty="0">
                <a:solidFill>
                  <a:srgbClr val="002060"/>
                </a:solidFill>
                <a:latin typeface="Calibri"/>
                <a:cs typeface="Calibri"/>
              </a:rPr>
              <a:t>P</a:t>
            </a:r>
            <a:r>
              <a:rPr sz="2100" b="1" baseline="3968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2100" b="1" spc="-30" baseline="3968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000" b="1" baseline="2777" dirty="0">
                <a:solidFill>
                  <a:srgbClr val="002060"/>
                </a:solidFill>
                <a:latin typeface="Calibri"/>
                <a:cs typeface="Calibri"/>
              </a:rPr>
              <a:t>= </a:t>
            </a:r>
            <a:r>
              <a:rPr sz="3000" b="1" spc="-30" baseline="2777" dirty="0">
                <a:solidFill>
                  <a:srgbClr val="002060"/>
                </a:solidFill>
                <a:latin typeface="Calibri"/>
                <a:cs typeface="Calibri"/>
              </a:rPr>
              <a:t>RSSI</a:t>
            </a:r>
            <a:endParaRPr sz="3000" baseline="2777">
              <a:latin typeface="Calibri"/>
              <a:cs typeface="Calibri"/>
            </a:endParaRPr>
          </a:p>
          <a:p>
            <a:pPr marL="12700">
              <a:lnSpc>
                <a:spcPts val="1905"/>
              </a:lnSpc>
            </a:pP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+2dBi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68538" y="6279622"/>
            <a:ext cx="1997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80dBm</a:t>
            </a:r>
            <a:r>
              <a:rPr sz="2000" b="1" spc="-2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Sensitivity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465570" y="6288785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>
                <a:moveTo>
                  <a:pt x="0" y="0"/>
                </a:moveTo>
                <a:lnTo>
                  <a:pt x="1257249" y="0"/>
                </a:lnTo>
              </a:path>
            </a:pathLst>
          </a:custGeom>
          <a:ln w="38100">
            <a:solidFill>
              <a:srgbClr val="00206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137977" y="3827999"/>
            <a:ext cx="2550160" cy="115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𝑆𝑁𝘙</a:t>
            </a:r>
            <a:r>
              <a:rPr sz="1950" spc="1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𝑑𝐵</a:t>
            </a:r>
            <a:r>
              <a:rPr sz="1950" spc="390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140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209" baseline="-14957" dirty="0">
                <a:solidFill>
                  <a:srgbClr val="FF0000"/>
                </a:solidFill>
                <a:latin typeface="Cambria Math"/>
                <a:cs typeface="Cambria Math"/>
              </a:rPr>
              <a:t>𝘙</a:t>
            </a:r>
            <a:r>
              <a:rPr sz="1950" spc="26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18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45" dirty="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sz="1950" spc="67" baseline="-14957" dirty="0">
                <a:solidFill>
                  <a:srgbClr val="FF0000"/>
                </a:solidFill>
                <a:latin typeface="Cambria Math"/>
                <a:cs typeface="Cambria Math"/>
              </a:rPr>
              <a:t>𝑁</a:t>
            </a:r>
            <a:endParaRPr sz="1950" baseline="-14957">
              <a:latin typeface="Cambria Math"/>
              <a:cs typeface="Cambria Math"/>
            </a:endParaRPr>
          </a:p>
          <a:p>
            <a:pPr marL="797560">
              <a:lnSpc>
                <a:spcPct val="100000"/>
              </a:lnSpc>
              <a:spcBef>
                <a:spcPts val="1365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𝘙𝑆𝑆𝐼</a:t>
            </a:r>
            <a:r>
              <a:rPr sz="1800" spc="4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25" dirty="0">
                <a:solidFill>
                  <a:srgbClr val="FF0000"/>
                </a:solidFill>
                <a:latin typeface="Cambria Math"/>
                <a:cs typeface="Cambria Math"/>
              </a:rPr>
              <a:t>(−𝟓𝟓𝟏𝟏)</a:t>
            </a:r>
            <a:endParaRPr sz="1800">
              <a:latin typeface="Cambria Math"/>
              <a:cs typeface="Cambria Math"/>
            </a:endParaRPr>
          </a:p>
          <a:p>
            <a:pPr marL="798830">
              <a:lnSpc>
                <a:spcPct val="100000"/>
              </a:lnSpc>
              <a:spcBef>
                <a:spcPts val="1055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𝟕𝟕𝑑𝐵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570190" y="2317081"/>
            <a:ext cx="351155" cy="247015"/>
          </a:xfrm>
          <a:custGeom>
            <a:avLst/>
            <a:gdLst/>
            <a:ahLst/>
            <a:cxnLst/>
            <a:rect l="l" t="t" r="r" b="b"/>
            <a:pathLst>
              <a:path w="351154" h="247014">
                <a:moveTo>
                  <a:pt x="124147" y="246610"/>
                </a:moveTo>
                <a:lnTo>
                  <a:pt x="0" y="118935"/>
                </a:lnTo>
                <a:lnTo>
                  <a:pt x="32270" y="88156"/>
                </a:lnTo>
                <a:lnTo>
                  <a:pt x="125666" y="183912"/>
                </a:lnTo>
                <a:lnTo>
                  <a:pt x="320050" y="0"/>
                </a:lnTo>
                <a:lnTo>
                  <a:pt x="350802" y="31914"/>
                </a:lnTo>
                <a:lnTo>
                  <a:pt x="156798" y="216211"/>
                </a:lnTo>
                <a:lnTo>
                  <a:pt x="124147" y="24661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984574" y="2270395"/>
            <a:ext cx="1162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SNR</a:t>
            </a:r>
            <a:r>
              <a:rPr sz="2000" b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=</a:t>
            </a:r>
            <a:r>
              <a:rPr sz="2000" b="1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7</a:t>
            </a:r>
            <a:r>
              <a:rPr sz="20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alibri"/>
                <a:cs typeface="Calibri"/>
              </a:rPr>
              <a:t>dB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5660" y="4555368"/>
            <a:ext cx="2400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Segoe UI"/>
                <a:cs typeface="Segoe UI"/>
              </a:rPr>
              <a:t>1)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64912" y="3788026"/>
            <a:ext cx="2400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Segoe UI"/>
                <a:cs typeface="Segoe UI"/>
              </a:rPr>
              <a:t>2)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481566" y="1323594"/>
            <a:ext cx="713740" cy="393700"/>
          </a:xfrm>
          <a:custGeom>
            <a:avLst/>
            <a:gdLst/>
            <a:ahLst/>
            <a:cxnLst/>
            <a:rect l="l" t="t" r="r" b="b"/>
            <a:pathLst>
              <a:path w="713740" h="393700">
                <a:moveTo>
                  <a:pt x="0" y="196596"/>
                </a:moveTo>
                <a:lnTo>
                  <a:pt x="18180" y="134458"/>
                </a:lnTo>
                <a:lnTo>
                  <a:pt x="68806" y="80490"/>
                </a:lnTo>
                <a:lnTo>
                  <a:pt x="104451" y="57583"/>
                </a:lnTo>
                <a:lnTo>
                  <a:pt x="146004" y="37932"/>
                </a:lnTo>
                <a:lnTo>
                  <a:pt x="192731" y="21944"/>
                </a:lnTo>
                <a:lnTo>
                  <a:pt x="243898" y="10023"/>
                </a:lnTo>
                <a:lnTo>
                  <a:pt x="298771" y="2573"/>
                </a:lnTo>
                <a:lnTo>
                  <a:pt x="356616" y="0"/>
                </a:lnTo>
                <a:lnTo>
                  <a:pt x="414460" y="2573"/>
                </a:lnTo>
                <a:lnTo>
                  <a:pt x="469333" y="10023"/>
                </a:lnTo>
                <a:lnTo>
                  <a:pt x="520500" y="21944"/>
                </a:lnTo>
                <a:lnTo>
                  <a:pt x="567227" y="37932"/>
                </a:lnTo>
                <a:lnTo>
                  <a:pt x="608780" y="57583"/>
                </a:lnTo>
                <a:lnTo>
                  <a:pt x="644425" y="80490"/>
                </a:lnTo>
                <a:lnTo>
                  <a:pt x="673426" y="106250"/>
                </a:lnTo>
                <a:lnTo>
                  <a:pt x="708564" y="164708"/>
                </a:lnTo>
                <a:lnTo>
                  <a:pt x="713232" y="196596"/>
                </a:lnTo>
                <a:lnTo>
                  <a:pt x="708564" y="228483"/>
                </a:lnTo>
                <a:lnTo>
                  <a:pt x="673426" y="286941"/>
                </a:lnTo>
                <a:lnTo>
                  <a:pt x="644425" y="312701"/>
                </a:lnTo>
                <a:lnTo>
                  <a:pt x="608780" y="335608"/>
                </a:lnTo>
                <a:lnTo>
                  <a:pt x="567227" y="355259"/>
                </a:lnTo>
                <a:lnTo>
                  <a:pt x="520500" y="371247"/>
                </a:lnTo>
                <a:lnTo>
                  <a:pt x="469333" y="383168"/>
                </a:lnTo>
                <a:lnTo>
                  <a:pt x="414460" y="390618"/>
                </a:lnTo>
                <a:lnTo>
                  <a:pt x="356616" y="393192"/>
                </a:lnTo>
                <a:lnTo>
                  <a:pt x="298771" y="390618"/>
                </a:lnTo>
                <a:lnTo>
                  <a:pt x="243898" y="383168"/>
                </a:lnTo>
                <a:lnTo>
                  <a:pt x="192731" y="371247"/>
                </a:lnTo>
                <a:lnTo>
                  <a:pt x="146004" y="355259"/>
                </a:lnTo>
                <a:lnTo>
                  <a:pt x="104451" y="335608"/>
                </a:lnTo>
                <a:lnTo>
                  <a:pt x="68806" y="312701"/>
                </a:lnTo>
                <a:lnTo>
                  <a:pt x="39805" y="286941"/>
                </a:lnTo>
                <a:lnTo>
                  <a:pt x="4667" y="228483"/>
                </a:lnTo>
                <a:lnTo>
                  <a:pt x="0" y="196596"/>
                </a:lnTo>
                <a:close/>
              </a:path>
            </a:pathLst>
          </a:custGeom>
          <a:ln w="28575">
            <a:solidFill>
              <a:srgbClr val="00B0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90594" y="1604010"/>
            <a:ext cx="1016635" cy="393700"/>
          </a:xfrm>
          <a:custGeom>
            <a:avLst/>
            <a:gdLst/>
            <a:ahLst/>
            <a:cxnLst/>
            <a:rect l="l" t="t" r="r" b="b"/>
            <a:pathLst>
              <a:path w="1016635" h="393700">
                <a:moveTo>
                  <a:pt x="0" y="196596"/>
                </a:moveTo>
                <a:lnTo>
                  <a:pt x="18155" y="144334"/>
                </a:lnTo>
                <a:lnTo>
                  <a:pt x="69392" y="97372"/>
                </a:lnTo>
                <a:lnTo>
                  <a:pt x="105902" y="76464"/>
                </a:lnTo>
                <a:lnTo>
                  <a:pt x="148866" y="57583"/>
                </a:lnTo>
                <a:lnTo>
                  <a:pt x="197677" y="40964"/>
                </a:lnTo>
                <a:lnTo>
                  <a:pt x="251730" y="26842"/>
                </a:lnTo>
                <a:lnTo>
                  <a:pt x="310420" y="15450"/>
                </a:lnTo>
                <a:lnTo>
                  <a:pt x="373141" y="7022"/>
                </a:lnTo>
                <a:lnTo>
                  <a:pt x="439288" y="1794"/>
                </a:lnTo>
                <a:lnTo>
                  <a:pt x="508254" y="0"/>
                </a:lnTo>
                <a:lnTo>
                  <a:pt x="577219" y="1794"/>
                </a:lnTo>
                <a:lnTo>
                  <a:pt x="643366" y="7022"/>
                </a:lnTo>
                <a:lnTo>
                  <a:pt x="706087" y="15450"/>
                </a:lnTo>
                <a:lnTo>
                  <a:pt x="764777" y="26842"/>
                </a:lnTo>
                <a:lnTo>
                  <a:pt x="818830" y="40964"/>
                </a:lnTo>
                <a:lnTo>
                  <a:pt x="867641" y="57583"/>
                </a:lnTo>
                <a:lnTo>
                  <a:pt x="910605" y="76464"/>
                </a:lnTo>
                <a:lnTo>
                  <a:pt x="947115" y="97372"/>
                </a:lnTo>
                <a:lnTo>
                  <a:pt x="998352" y="144334"/>
                </a:lnTo>
                <a:lnTo>
                  <a:pt x="1016508" y="196596"/>
                </a:lnTo>
                <a:lnTo>
                  <a:pt x="1011868" y="223271"/>
                </a:lnTo>
                <a:lnTo>
                  <a:pt x="976566" y="273118"/>
                </a:lnTo>
                <a:lnTo>
                  <a:pt x="910605" y="316727"/>
                </a:lnTo>
                <a:lnTo>
                  <a:pt x="867641" y="335608"/>
                </a:lnTo>
                <a:lnTo>
                  <a:pt x="818830" y="352227"/>
                </a:lnTo>
                <a:lnTo>
                  <a:pt x="764777" y="366349"/>
                </a:lnTo>
                <a:lnTo>
                  <a:pt x="706087" y="377741"/>
                </a:lnTo>
                <a:lnTo>
                  <a:pt x="643366" y="386169"/>
                </a:lnTo>
                <a:lnTo>
                  <a:pt x="577219" y="391397"/>
                </a:lnTo>
                <a:lnTo>
                  <a:pt x="508254" y="393192"/>
                </a:lnTo>
                <a:lnTo>
                  <a:pt x="439288" y="391397"/>
                </a:lnTo>
                <a:lnTo>
                  <a:pt x="373141" y="386169"/>
                </a:lnTo>
                <a:lnTo>
                  <a:pt x="310420" y="377741"/>
                </a:lnTo>
                <a:lnTo>
                  <a:pt x="251730" y="366349"/>
                </a:lnTo>
                <a:lnTo>
                  <a:pt x="197677" y="352227"/>
                </a:lnTo>
                <a:lnTo>
                  <a:pt x="148866" y="335608"/>
                </a:lnTo>
                <a:lnTo>
                  <a:pt x="105902" y="316727"/>
                </a:lnTo>
                <a:lnTo>
                  <a:pt x="69392" y="295819"/>
                </a:lnTo>
                <a:lnTo>
                  <a:pt x="18155" y="248857"/>
                </a:lnTo>
                <a:lnTo>
                  <a:pt x="0" y="196596"/>
                </a:lnTo>
                <a:close/>
              </a:path>
            </a:pathLst>
          </a:custGeom>
          <a:ln w="28575">
            <a:solidFill>
              <a:srgbClr val="00206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755131" y="5840569"/>
            <a:ext cx="352425" cy="247015"/>
          </a:xfrm>
          <a:custGeom>
            <a:avLst/>
            <a:gdLst/>
            <a:ahLst/>
            <a:cxnLst/>
            <a:rect l="l" t="t" r="r" b="b"/>
            <a:pathLst>
              <a:path w="352425" h="247014">
                <a:moveTo>
                  <a:pt x="124660" y="246610"/>
                </a:moveTo>
                <a:lnTo>
                  <a:pt x="0" y="118935"/>
                </a:lnTo>
                <a:lnTo>
                  <a:pt x="32404" y="88156"/>
                </a:lnTo>
                <a:lnTo>
                  <a:pt x="126185" y="183912"/>
                </a:lnTo>
                <a:lnTo>
                  <a:pt x="321372" y="0"/>
                </a:lnTo>
                <a:lnTo>
                  <a:pt x="352252" y="31918"/>
                </a:lnTo>
                <a:lnTo>
                  <a:pt x="157445" y="216211"/>
                </a:lnTo>
                <a:lnTo>
                  <a:pt x="124660" y="24661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Definitions:</a:t>
            </a:r>
            <a:r>
              <a:rPr spc="-80" dirty="0"/>
              <a:t> </a:t>
            </a:r>
            <a:r>
              <a:rPr dirty="0"/>
              <a:t>Link</a:t>
            </a:r>
            <a:r>
              <a:rPr spc="-80" dirty="0"/>
              <a:t> </a:t>
            </a:r>
            <a:r>
              <a:rPr spc="-10" dirty="0"/>
              <a:t>Budget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654" y="5165424"/>
            <a:ext cx="4204970" cy="100711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"/>
              <a:tabLst>
                <a:tab pos="380365" algn="l"/>
              </a:tabLst>
            </a:pPr>
            <a:r>
              <a:rPr sz="2400" b="1" dirty="0">
                <a:latin typeface="Segoe UI"/>
                <a:cs typeface="Segoe UI"/>
              </a:rPr>
              <a:t>Link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Budget</a:t>
            </a:r>
            <a:r>
              <a:rPr sz="2400" dirty="0">
                <a:latin typeface="Segoe UI"/>
                <a:cs typeface="Segoe UI"/>
              </a:rPr>
              <a:t>: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</a:t>
            </a:r>
            <a:r>
              <a:rPr sz="2400" baseline="-20833" dirty="0">
                <a:latin typeface="Segoe UI"/>
                <a:cs typeface="Segoe UI"/>
              </a:rPr>
              <a:t>T</a:t>
            </a:r>
            <a:r>
              <a:rPr sz="2400" spc="292" baseline="-20833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-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Sensitivity</a:t>
            </a:r>
            <a:endParaRPr sz="2400">
              <a:latin typeface="Segoe UI"/>
              <a:cs typeface="Segoe UI"/>
            </a:endParaRPr>
          </a:p>
          <a:p>
            <a:pPr marL="1183640" lvl="1" indent="-324485">
              <a:lnSpc>
                <a:spcPct val="100000"/>
              </a:lnSpc>
              <a:spcBef>
                <a:spcPts val="1050"/>
              </a:spcBef>
              <a:buFont typeface="Wingdings"/>
              <a:buChar char=""/>
              <a:tabLst>
                <a:tab pos="1183640" algn="l"/>
              </a:tabLst>
            </a:pPr>
            <a:r>
              <a:rPr sz="2200" b="1" dirty="0">
                <a:latin typeface="Segoe UI"/>
                <a:cs typeface="Segoe UI"/>
              </a:rPr>
              <a:t>In</a:t>
            </a:r>
            <a:r>
              <a:rPr sz="2200" b="1" spc="-50" dirty="0">
                <a:latin typeface="Segoe UI"/>
                <a:cs typeface="Segoe UI"/>
              </a:rPr>
              <a:t> </a:t>
            </a:r>
            <a:r>
              <a:rPr sz="2200" b="1" spc="-10" dirty="0">
                <a:latin typeface="Segoe UI"/>
                <a:cs typeface="Segoe UI"/>
              </a:rPr>
              <a:t>LTE</a:t>
            </a:r>
            <a:r>
              <a:rPr sz="2200" b="1" spc="-50" dirty="0">
                <a:latin typeface="Segoe UI"/>
                <a:cs typeface="Segoe UI"/>
              </a:rPr>
              <a:t> </a:t>
            </a:r>
            <a:r>
              <a:rPr sz="2200" b="1" dirty="0">
                <a:latin typeface="Segoe UI"/>
                <a:cs typeface="Segoe UI"/>
              </a:rPr>
              <a:t>(4G):</a:t>
            </a:r>
            <a:r>
              <a:rPr sz="2200" b="1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130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spc="-25" dirty="0">
                <a:latin typeface="Segoe UI"/>
                <a:cs typeface="Segoe UI"/>
              </a:rPr>
              <a:t>dB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2244" y="6277954"/>
            <a:ext cx="23406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indent="-324485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337185" algn="l"/>
              </a:tabLst>
            </a:pPr>
            <a:r>
              <a:rPr sz="2200" b="1" dirty="0">
                <a:latin typeface="Segoe UI"/>
                <a:cs typeface="Segoe UI"/>
              </a:rPr>
              <a:t>In</a:t>
            </a:r>
            <a:r>
              <a:rPr sz="2200" b="1" spc="-30" dirty="0">
                <a:latin typeface="Segoe UI"/>
                <a:cs typeface="Segoe UI"/>
              </a:rPr>
              <a:t> </a:t>
            </a:r>
            <a:r>
              <a:rPr sz="2200" b="1" dirty="0">
                <a:latin typeface="Segoe UI"/>
                <a:cs typeface="Segoe UI"/>
              </a:rPr>
              <a:t>LoRa:</a:t>
            </a:r>
            <a:r>
              <a:rPr sz="2200" b="1" spc="-1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157</a:t>
            </a:r>
            <a:r>
              <a:rPr sz="2200" spc="-35" dirty="0">
                <a:latin typeface="Segoe UI"/>
                <a:cs typeface="Segoe UI"/>
              </a:rPr>
              <a:t> </a:t>
            </a:r>
            <a:r>
              <a:rPr sz="2200" spc="-25" dirty="0">
                <a:latin typeface="Segoe UI"/>
                <a:cs typeface="Segoe UI"/>
              </a:rPr>
              <a:t>dB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7393" y="1841475"/>
            <a:ext cx="332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DD462F"/>
                </a:solidFill>
                <a:latin typeface="Calibri"/>
                <a:cs typeface="Calibri"/>
              </a:rPr>
              <a:t>Air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7528" y="2144354"/>
            <a:ext cx="2306320" cy="76200"/>
            <a:chOff x="6137528" y="2144354"/>
            <a:chExt cx="2306320" cy="76200"/>
          </a:xfrm>
        </p:grpSpPr>
        <p:sp>
          <p:nvSpPr>
            <p:cNvPr id="7" name="object 7"/>
            <p:cNvSpPr/>
            <p:nvPr/>
          </p:nvSpPr>
          <p:spPr>
            <a:xfrm>
              <a:off x="6147053" y="2175510"/>
              <a:ext cx="2233295" cy="6985"/>
            </a:xfrm>
            <a:custGeom>
              <a:avLst/>
              <a:gdLst/>
              <a:ahLst/>
              <a:cxnLst/>
              <a:rect l="l" t="t" r="r" b="b"/>
              <a:pathLst>
                <a:path w="2233295" h="6985">
                  <a:moveTo>
                    <a:pt x="0" y="0"/>
                  </a:moveTo>
                  <a:lnTo>
                    <a:pt x="2232799" y="6985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67031" y="214435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241" y="0"/>
                  </a:moveTo>
                  <a:lnTo>
                    <a:pt x="0" y="76200"/>
                  </a:lnTo>
                  <a:lnTo>
                    <a:pt x="76314" y="383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2352" y="1604772"/>
            <a:ext cx="591311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81678" y="1192169"/>
            <a:ext cx="92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D462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8888" y="2571602"/>
            <a:ext cx="158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r>
              <a:rPr sz="2000" spc="215" dirty="0">
                <a:solidFill>
                  <a:srgbClr val="DD462F"/>
                </a:solidFill>
                <a:latin typeface="Calibri"/>
                <a:cs typeface="Calibri"/>
              </a:rPr>
              <a:t> </a:t>
            </a:r>
            <a:r>
              <a:rPr sz="3000" spc="-30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endParaRPr sz="3000" baseline="1388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321165" y="1994663"/>
            <a:ext cx="906780" cy="530860"/>
            <a:chOff x="9321165" y="1994663"/>
            <a:chExt cx="906780" cy="530860"/>
          </a:xfrm>
        </p:grpSpPr>
        <p:sp>
          <p:nvSpPr>
            <p:cNvPr id="13" name="object 13"/>
            <p:cNvSpPr/>
            <p:nvPr/>
          </p:nvSpPr>
          <p:spPr>
            <a:xfrm>
              <a:off x="9729216" y="200101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1"/>
                  </a:lnTo>
                  <a:lnTo>
                    <a:pt x="0" y="436117"/>
                  </a:lnTo>
                  <a:lnTo>
                    <a:pt x="6446" y="468053"/>
                  </a:lnTo>
                  <a:lnTo>
                    <a:pt x="24028" y="494131"/>
                  </a:lnTo>
                  <a:lnTo>
                    <a:pt x="50106" y="511713"/>
                  </a:lnTo>
                  <a:lnTo>
                    <a:pt x="82042" y="518159"/>
                  </a:lnTo>
                  <a:lnTo>
                    <a:pt x="410209" y="518159"/>
                  </a:lnTo>
                  <a:lnTo>
                    <a:pt x="442145" y="511713"/>
                  </a:lnTo>
                  <a:lnTo>
                    <a:pt x="468223" y="494131"/>
                  </a:lnTo>
                  <a:lnTo>
                    <a:pt x="485805" y="468053"/>
                  </a:lnTo>
                  <a:lnTo>
                    <a:pt x="492252" y="436117"/>
                  </a:lnTo>
                  <a:lnTo>
                    <a:pt x="492252" y="82041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9216" y="200101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0" y="82041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1"/>
                  </a:lnTo>
                  <a:lnTo>
                    <a:pt x="492252" y="436117"/>
                  </a:lnTo>
                  <a:lnTo>
                    <a:pt x="485805" y="468053"/>
                  </a:lnTo>
                  <a:lnTo>
                    <a:pt x="468223" y="494131"/>
                  </a:lnTo>
                  <a:lnTo>
                    <a:pt x="442145" y="511713"/>
                  </a:lnTo>
                  <a:lnTo>
                    <a:pt x="410209" y="518159"/>
                  </a:lnTo>
                  <a:lnTo>
                    <a:pt x="82042" y="518159"/>
                  </a:lnTo>
                  <a:lnTo>
                    <a:pt x="50106" y="511713"/>
                  </a:lnTo>
                  <a:lnTo>
                    <a:pt x="24028" y="494131"/>
                  </a:lnTo>
                  <a:lnTo>
                    <a:pt x="6446" y="468053"/>
                  </a:lnTo>
                  <a:lnTo>
                    <a:pt x="0" y="436117"/>
                  </a:lnTo>
                  <a:lnTo>
                    <a:pt x="0" y="82041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49740" y="2279906"/>
              <a:ext cx="747395" cy="3175"/>
            </a:xfrm>
            <a:custGeom>
              <a:avLst/>
              <a:gdLst/>
              <a:ahLst/>
              <a:cxnLst/>
              <a:rect l="l" t="t" r="r" b="b"/>
              <a:pathLst>
                <a:path w="747395" h="3175">
                  <a:moveTo>
                    <a:pt x="0" y="2730"/>
                  </a:moveTo>
                  <a:lnTo>
                    <a:pt x="747229" y="0"/>
                  </a:lnTo>
                </a:path>
              </a:pathLst>
            </a:custGeom>
            <a:ln w="571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111496" y="3323844"/>
            <a:ext cx="4380865" cy="603250"/>
          </a:xfrm>
          <a:custGeom>
            <a:avLst/>
            <a:gdLst/>
            <a:ahLst/>
            <a:cxnLst/>
            <a:rect l="l" t="t" r="r" b="b"/>
            <a:pathLst>
              <a:path w="4380865" h="603250">
                <a:moveTo>
                  <a:pt x="0" y="0"/>
                </a:moveTo>
                <a:lnTo>
                  <a:pt x="4380738" y="602919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689603" y="2969088"/>
          <a:ext cx="8235950" cy="942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>
                        <a:lnSpc>
                          <a:spcPts val="2620"/>
                        </a:lnSpc>
                      </a:pPr>
                      <a:r>
                        <a:rPr sz="2400" b="1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600" b="1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-1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b="1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spc="-1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3E3E3E"/>
                      </a:solidFill>
                      <a:prstDash val="sysDash"/>
                    </a:lnR>
                    <a:lnB w="57150">
                      <a:solidFill>
                        <a:srgbClr val="00B05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3E3E3E"/>
                      </a:solidFill>
                      <a:prstDash val="sysDash"/>
                    </a:lnL>
                    <a:lnR w="38100">
                      <a:solidFill>
                        <a:srgbClr val="3E3E3E"/>
                      </a:solidFill>
                      <a:prstDash val="sysDash"/>
                    </a:lnR>
                    <a:lnB w="57150">
                      <a:solidFill>
                        <a:srgbClr val="002060"/>
                      </a:solidFill>
                      <a:prstDash val="sysDash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2000" b="1" spc="-1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r>
                        <a:rPr sz="2000" b="1" spc="-15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002060"/>
                          </a:solidFill>
                          <a:latin typeface="Calibri"/>
                          <a:cs typeface="Calibri"/>
                        </a:rPr>
                        <a:t>Sensitivity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3E3E3E"/>
                      </a:solidFill>
                      <a:prstDash val="sysDash"/>
                    </a:lnL>
                    <a:lnB w="57150">
                      <a:solidFill>
                        <a:srgbClr val="00206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3E3E3E"/>
                      </a:solidFill>
                      <a:prstDash val="sysDash"/>
                    </a:lnR>
                    <a:lnT w="57150">
                      <a:solidFill>
                        <a:srgbClr val="00B050"/>
                      </a:solidFill>
                      <a:prstDash val="solid"/>
                    </a:lnT>
                    <a:lnB w="57150">
                      <a:solidFill>
                        <a:srgbClr val="00206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E3E3E"/>
                      </a:solidFill>
                      <a:prstDash val="sysDash"/>
                    </a:lnL>
                    <a:lnR w="38100">
                      <a:solidFill>
                        <a:srgbClr val="3E3E3E"/>
                      </a:solidFill>
                      <a:prstDash val="sysDash"/>
                    </a:lnR>
                    <a:lnB w="57150">
                      <a:solidFill>
                        <a:srgbClr val="002060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E3E3E"/>
                      </a:solidFill>
                      <a:prstDash val="sysDash"/>
                    </a:lnL>
                    <a:lnB w="57150">
                      <a:solidFill>
                        <a:srgbClr val="00206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3736594" y="1601724"/>
            <a:ext cx="1388745" cy="1022985"/>
            <a:chOff x="3736594" y="1601724"/>
            <a:chExt cx="1388745" cy="102298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3900" y="1601724"/>
              <a:ext cx="591300" cy="10226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742944" y="2065021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60" h="518160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1"/>
                  </a:lnTo>
                  <a:lnTo>
                    <a:pt x="0" y="436117"/>
                  </a:lnTo>
                  <a:lnTo>
                    <a:pt x="6446" y="468053"/>
                  </a:lnTo>
                  <a:lnTo>
                    <a:pt x="24028" y="494131"/>
                  </a:lnTo>
                  <a:lnTo>
                    <a:pt x="50106" y="511713"/>
                  </a:lnTo>
                  <a:lnTo>
                    <a:pt x="82042" y="518159"/>
                  </a:lnTo>
                  <a:lnTo>
                    <a:pt x="410209" y="518159"/>
                  </a:lnTo>
                  <a:lnTo>
                    <a:pt x="442145" y="511713"/>
                  </a:lnTo>
                  <a:lnTo>
                    <a:pt x="468223" y="494131"/>
                  </a:lnTo>
                  <a:lnTo>
                    <a:pt x="485805" y="468053"/>
                  </a:lnTo>
                  <a:lnTo>
                    <a:pt x="492252" y="436117"/>
                  </a:lnTo>
                  <a:lnTo>
                    <a:pt x="492252" y="82041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42944" y="2065021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60" h="518160">
                  <a:moveTo>
                    <a:pt x="0" y="82041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1"/>
                  </a:lnTo>
                  <a:lnTo>
                    <a:pt x="492252" y="436117"/>
                  </a:lnTo>
                  <a:lnTo>
                    <a:pt x="485805" y="468053"/>
                  </a:lnTo>
                  <a:lnTo>
                    <a:pt x="468223" y="494131"/>
                  </a:lnTo>
                  <a:lnTo>
                    <a:pt x="442145" y="511713"/>
                  </a:lnTo>
                  <a:lnTo>
                    <a:pt x="410209" y="518159"/>
                  </a:lnTo>
                  <a:lnTo>
                    <a:pt x="82042" y="518159"/>
                  </a:lnTo>
                  <a:lnTo>
                    <a:pt x="50106" y="511713"/>
                  </a:lnTo>
                  <a:lnTo>
                    <a:pt x="24028" y="494131"/>
                  </a:lnTo>
                  <a:lnTo>
                    <a:pt x="6446" y="468053"/>
                  </a:lnTo>
                  <a:lnTo>
                    <a:pt x="0" y="436117"/>
                  </a:lnTo>
                  <a:lnTo>
                    <a:pt x="0" y="82041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75708" y="1184795"/>
            <a:ext cx="1245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DD462F"/>
                </a:solidFill>
                <a:latin typeface="Calibri"/>
                <a:cs typeface="Calibri"/>
              </a:rPr>
              <a:t>Transmitter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6776" y="1944623"/>
            <a:ext cx="382523" cy="55321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678943" y="2589116"/>
            <a:ext cx="1623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1520" algn="l"/>
              </a:tabLst>
            </a:pPr>
            <a:r>
              <a:rPr sz="3000" spc="-15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r>
              <a:rPr sz="3000" baseline="1388" dirty="0">
                <a:solidFill>
                  <a:srgbClr val="DD462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941064" y="2321054"/>
            <a:ext cx="747395" cy="3175"/>
          </a:xfrm>
          <a:custGeom>
            <a:avLst/>
            <a:gdLst/>
            <a:ahLst/>
            <a:cxnLst/>
            <a:rect l="l" t="t" r="r" b="b"/>
            <a:pathLst>
              <a:path w="747395" h="3175">
                <a:moveTo>
                  <a:pt x="0" y="2730"/>
                </a:moveTo>
                <a:lnTo>
                  <a:pt x="747229" y="0"/>
                </a:lnTo>
              </a:path>
            </a:pathLst>
          </a:custGeom>
          <a:ln w="571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31285" y="3353561"/>
            <a:ext cx="178435" cy="622300"/>
          </a:xfrm>
          <a:custGeom>
            <a:avLst/>
            <a:gdLst/>
            <a:ahLst/>
            <a:cxnLst/>
            <a:rect l="l" t="t" r="r" b="b"/>
            <a:pathLst>
              <a:path w="178435" h="622300">
                <a:moveTo>
                  <a:pt x="178308" y="0"/>
                </a:moveTo>
                <a:lnTo>
                  <a:pt x="143605" y="5797"/>
                </a:lnTo>
                <a:lnTo>
                  <a:pt x="115266" y="21609"/>
                </a:lnTo>
                <a:lnTo>
                  <a:pt x="96160" y="45059"/>
                </a:lnTo>
                <a:lnTo>
                  <a:pt x="89154" y="73774"/>
                </a:lnTo>
                <a:lnTo>
                  <a:pt x="89154" y="237121"/>
                </a:lnTo>
                <a:lnTo>
                  <a:pt x="82147" y="265836"/>
                </a:lnTo>
                <a:lnTo>
                  <a:pt x="63041" y="289286"/>
                </a:lnTo>
                <a:lnTo>
                  <a:pt x="34702" y="305098"/>
                </a:lnTo>
                <a:lnTo>
                  <a:pt x="0" y="310896"/>
                </a:lnTo>
                <a:lnTo>
                  <a:pt x="34702" y="316693"/>
                </a:lnTo>
                <a:lnTo>
                  <a:pt x="63041" y="332505"/>
                </a:lnTo>
                <a:lnTo>
                  <a:pt x="82147" y="355955"/>
                </a:lnTo>
                <a:lnTo>
                  <a:pt x="89154" y="384670"/>
                </a:lnTo>
                <a:lnTo>
                  <a:pt x="89154" y="548017"/>
                </a:lnTo>
                <a:lnTo>
                  <a:pt x="96160" y="576732"/>
                </a:lnTo>
                <a:lnTo>
                  <a:pt x="115266" y="600182"/>
                </a:lnTo>
                <a:lnTo>
                  <a:pt x="143605" y="615994"/>
                </a:lnTo>
                <a:lnTo>
                  <a:pt x="178308" y="621792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70748" y="4045332"/>
            <a:ext cx="14458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LINK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BUDGET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2253" y="1779659"/>
            <a:ext cx="428625" cy="429259"/>
            <a:chOff x="262253" y="1779659"/>
            <a:chExt cx="428625" cy="429259"/>
          </a:xfrm>
        </p:grpSpPr>
        <p:sp>
          <p:nvSpPr>
            <p:cNvPr id="29" name="object 29"/>
            <p:cNvSpPr/>
            <p:nvPr/>
          </p:nvSpPr>
          <p:spPr>
            <a:xfrm>
              <a:off x="262253" y="1838557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5" h="370205">
                  <a:moveTo>
                    <a:pt x="0" y="369984"/>
                  </a:moveTo>
                  <a:lnTo>
                    <a:pt x="33703" y="268252"/>
                  </a:lnTo>
                  <a:lnTo>
                    <a:pt x="301188" y="0"/>
                  </a:lnTo>
                  <a:lnTo>
                    <a:pt x="369664" y="68535"/>
                  </a:lnTo>
                  <a:lnTo>
                    <a:pt x="166977" y="271398"/>
                  </a:lnTo>
                  <a:lnTo>
                    <a:pt x="71886" y="271398"/>
                  </a:lnTo>
                  <a:lnTo>
                    <a:pt x="61680" y="273246"/>
                  </a:lnTo>
                  <a:lnTo>
                    <a:pt x="52427" y="278961"/>
                  </a:lnTo>
                  <a:lnTo>
                    <a:pt x="37447" y="324472"/>
                  </a:lnTo>
                  <a:lnTo>
                    <a:pt x="45472" y="332504"/>
                  </a:lnTo>
                  <a:lnTo>
                    <a:pt x="105924" y="332504"/>
                  </a:lnTo>
                  <a:lnTo>
                    <a:pt x="102179" y="336252"/>
                  </a:lnTo>
                  <a:lnTo>
                    <a:pt x="0" y="369984"/>
                  </a:lnTo>
                  <a:close/>
                </a:path>
                <a:path w="370205" h="370205">
                  <a:moveTo>
                    <a:pt x="105924" y="332504"/>
                  </a:moveTo>
                  <a:lnTo>
                    <a:pt x="45472" y="332504"/>
                  </a:lnTo>
                  <a:lnTo>
                    <a:pt x="90944" y="317512"/>
                  </a:lnTo>
                  <a:lnTo>
                    <a:pt x="96963" y="308560"/>
                  </a:lnTo>
                  <a:lnTo>
                    <a:pt x="98969" y="298504"/>
                  </a:lnTo>
                  <a:lnTo>
                    <a:pt x="96963" y="288448"/>
                  </a:lnTo>
                  <a:lnTo>
                    <a:pt x="90944" y="279496"/>
                  </a:lnTo>
                  <a:lnTo>
                    <a:pt x="81992" y="273464"/>
                  </a:lnTo>
                  <a:lnTo>
                    <a:pt x="71886" y="271398"/>
                  </a:lnTo>
                  <a:lnTo>
                    <a:pt x="166977" y="271398"/>
                  </a:lnTo>
                  <a:lnTo>
                    <a:pt x="105924" y="33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21" y="1779659"/>
              <a:ext cx="112276" cy="111905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223320" y="2756152"/>
            <a:ext cx="984885" cy="1487805"/>
            <a:chOff x="223320" y="2756152"/>
            <a:chExt cx="984885" cy="1487805"/>
          </a:xfrm>
        </p:grpSpPr>
        <p:sp>
          <p:nvSpPr>
            <p:cNvPr id="32" name="object 32"/>
            <p:cNvSpPr/>
            <p:nvPr/>
          </p:nvSpPr>
          <p:spPr>
            <a:xfrm>
              <a:off x="265910" y="2829059"/>
              <a:ext cx="927735" cy="1400810"/>
            </a:xfrm>
            <a:custGeom>
              <a:avLst/>
              <a:gdLst/>
              <a:ahLst/>
              <a:cxnLst/>
              <a:rect l="l" t="t" r="r" b="b"/>
              <a:pathLst>
                <a:path w="927735" h="1400810">
                  <a:moveTo>
                    <a:pt x="927595" y="1400416"/>
                  </a:moveTo>
                  <a:lnTo>
                    <a:pt x="858542" y="1395071"/>
                  </a:lnTo>
                  <a:lnTo>
                    <a:pt x="789829" y="1379396"/>
                  </a:lnTo>
                  <a:lnTo>
                    <a:pt x="721795" y="1353929"/>
                  </a:lnTo>
                  <a:lnTo>
                    <a:pt x="654781" y="1319210"/>
                  </a:lnTo>
                  <a:lnTo>
                    <a:pt x="621763" y="1298550"/>
                  </a:lnTo>
                  <a:lnTo>
                    <a:pt x="589127" y="1275778"/>
                  </a:lnTo>
                  <a:lnTo>
                    <a:pt x="556915" y="1250963"/>
                  </a:lnTo>
                  <a:lnTo>
                    <a:pt x="525171" y="1224171"/>
                  </a:lnTo>
                  <a:lnTo>
                    <a:pt x="493937" y="1195471"/>
                  </a:lnTo>
                  <a:lnTo>
                    <a:pt x="463256" y="1164930"/>
                  </a:lnTo>
                  <a:lnTo>
                    <a:pt x="433169" y="1132614"/>
                  </a:lnTo>
                  <a:lnTo>
                    <a:pt x="403719" y="1098591"/>
                  </a:lnTo>
                  <a:lnTo>
                    <a:pt x="374949" y="1062930"/>
                  </a:lnTo>
                  <a:lnTo>
                    <a:pt x="346902" y="1025696"/>
                  </a:lnTo>
                  <a:lnTo>
                    <a:pt x="319619" y="986958"/>
                  </a:lnTo>
                  <a:lnTo>
                    <a:pt x="293143" y="946783"/>
                  </a:lnTo>
                  <a:lnTo>
                    <a:pt x="267517" y="905237"/>
                  </a:lnTo>
                  <a:lnTo>
                    <a:pt x="242784" y="862390"/>
                  </a:lnTo>
                  <a:lnTo>
                    <a:pt x="218985" y="818307"/>
                  </a:lnTo>
                  <a:lnTo>
                    <a:pt x="196164" y="773057"/>
                  </a:lnTo>
                  <a:lnTo>
                    <a:pt x="174362" y="726706"/>
                  </a:lnTo>
                  <a:lnTo>
                    <a:pt x="153622" y="679323"/>
                  </a:lnTo>
                  <a:lnTo>
                    <a:pt x="133987" y="630974"/>
                  </a:lnTo>
                  <a:lnTo>
                    <a:pt x="115499" y="581727"/>
                  </a:lnTo>
                  <a:lnTo>
                    <a:pt x="98201" y="531649"/>
                  </a:lnTo>
                  <a:lnTo>
                    <a:pt x="82135" y="480807"/>
                  </a:lnTo>
                  <a:lnTo>
                    <a:pt x="67344" y="429270"/>
                  </a:lnTo>
                  <a:lnTo>
                    <a:pt x="53870" y="377104"/>
                  </a:lnTo>
                  <a:lnTo>
                    <a:pt x="41755" y="324377"/>
                  </a:lnTo>
                  <a:lnTo>
                    <a:pt x="31043" y="271156"/>
                  </a:lnTo>
                  <a:lnTo>
                    <a:pt x="21775" y="217508"/>
                  </a:lnTo>
                  <a:lnTo>
                    <a:pt x="13994" y="163501"/>
                  </a:lnTo>
                  <a:lnTo>
                    <a:pt x="7743" y="109202"/>
                  </a:lnTo>
                  <a:lnTo>
                    <a:pt x="3064" y="54679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3320" y="2756152"/>
              <a:ext cx="85725" cy="86995"/>
            </a:xfrm>
            <a:custGeom>
              <a:avLst/>
              <a:gdLst/>
              <a:ahLst/>
              <a:cxnLst/>
              <a:rect l="l" t="t" r="r" b="b"/>
              <a:pathLst>
                <a:path w="85725" h="86994">
                  <a:moveTo>
                    <a:pt x="41097" y="0"/>
                  </a:moveTo>
                  <a:lnTo>
                    <a:pt x="0" y="86588"/>
                  </a:lnTo>
                  <a:lnTo>
                    <a:pt x="85712" y="84823"/>
                  </a:lnTo>
                  <a:lnTo>
                    <a:pt x="4109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9108" y="1809893"/>
            <a:ext cx="2851150" cy="15506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800"/>
              </a:spcBef>
            </a:pP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LINK</a:t>
            </a:r>
            <a:r>
              <a:rPr sz="2000" b="1" spc="-3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BUDGET</a:t>
            </a:r>
            <a:endParaRPr sz="2000" dirty="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625"/>
              </a:spcBef>
            </a:pP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lang="fr-FR" sz="1800" spc="95" dirty="0">
                <a:solidFill>
                  <a:srgbClr val="002060"/>
                </a:solidFill>
                <a:latin typeface="Cambria Math"/>
                <a:cs typeface="Cambria Math"/>
              </a:rPr>
              <a:t>0dBm –(-110dBm) </a:t>
            </a:r>
            <a:endParaRPr sz="1800" dirty="0">
              <a:latin typeface="Cambria Math"/>
              <a:cs typeface="Cambria Math"/>
            </a:endParaRPr>
          </a:p>
          <a:p>
            <a:pPr marL="26034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</a:t>
            </a:r>
            <a:r>
              <a:rPr lang="fr-FR" spc="95" dirty="0">
                <a:solidFill>
                  <a:srgbClr val="002060"/>
                </a:solidFill>
                <a:latin typeface="Cambria Math"/>
                <a:cs typeface="Cambria Math"/>
              </a:rPr>
              <a:t> 110dBm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</a:t>
            </a:r>
            <a:r>
              <a:rPr lang="fr-FR" sz="1800" spc="105" dirty="0">
                <a:solidFill>
                  <a:srgbClr val="002060"/>
                </a:solidFill>
                <a:latin typeface="Cambria Math"/>
                <a:cs typeface="Cambria Math"/>
              </a:rPr>
              <a:t>-20dBm – (-120dBm)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58778" y="5936533"/>
            <a:ext cx="2132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BIG</a:t>
            </a:r>
            <a:r>
              <a:rPr sz="3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LINK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BUDGET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664452" y="6079235"/>
            <a:ext cx="394970" cy="379730"/>
          </a:xfrm>
          <a:custGeom>
            <a:avLst/>
            <a:gdLst/>
            <a:ahLst/>
            <a:cxnLst/>
            <a:rect l="l" t="t" r="r" b="b"/>
            <a:pathLst>
              <a:path w="394970" h="379729">
                <a:moveTo>
                  <a:pt x="204977" y="0"/>
                </a:moveTo>
                <a:lnTo>
                  <a:pt x="204977" y="94868"/>
                </a:lnTo>
                <a:lnTo>
                  <a:pt x="0" y="94868"/>
                </a:lnTo>
                <a:lnTo>
                  <a:pt x="0" y="284606"/>
                </a:lnTo>
                <a:lnTo>
                  <a:pt x="204977" y="284606"/>
                </a:lnTo>
                <a:lnTo>
                  <a:pt x="204977" y="379475"/>
                </a:lnTo>
                <a:lnTo>
                  <a:pt x="394715" y="189737"/>
                </a:lnTo>
                <a:lnTo>
                  <a:pt x="2049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38287" y="5952623"/>
            <a:ext cx="21151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LONG</a:t>
            </a:r>
            <a:r>
              <a:rPr sz="3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DISTANCE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154669" y="5237578"/>
            <a:ext cx="3037840" cy="1619885"/>
            <a:chOff x="9154669" y="5237578"/>
            <a:chExt cx="3037840" cy="1619885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17358" y="6532038"/>
              <a:ext cx="252613" cy="15994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0316" y="6320440"/>
              <a:ext cx="252613" cy="1599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753670" y="6422696"/>
              <a:ext cx="478790" cy="389890"/>
            </a:xfrm>
            <a:custGeom>
              <a:avLst/>
              <a:gdLst/>
              <a:ahLst/>
              <a:cxnLst/>
              <a:rect l="l" t="t" r="r" b="b"/>
              <a:pathLst>
                <a:path w="478790" h="389890">
                  <a:moveTo>
                    <a:pt x="373423" y="377252"/>
                  </a:moveTo>
                  <a:lnTo>
                    <a:pt x="372467" y="380561"/>
                  </a:lnTo>
                  <a:lnTo>
                    <a:pt x="371138" y="381477"/>
                  </a:lnTo>
                  <a:lnTo>
                    <a:pt x="370659" y="383134"/>
                  </a:lnTo>
                  <a:lnTo>
                    <a:pt x="366341" y="387549"/>
                  </a:lnTo>
                  <a:lnTo>
                    <a:pt x="366002" y="387838"/>
                  </a:lnTo>
                  <a:lnTo>
                    <a:pt x="362479" y="389196"/>
                  </a:lnTo>
                  <a:lnTo>
                    <a:pt x="361380" y="389578"/>
                  </a:lnTo>
                  <a:lnTo>
                    <a:pt x="360219" y="389720"/>
                  </a:lnTo>
                  <a:lnTo>
                    <a:pt x="359228" y="389727"/>
                  </a:lnTo>
                  <a:lnTo>
                    <a:pt x="359081" y="389710"/>
                  </a:lnTo>
                  <a:lnTo>
                    <a:pt x="352414" y="387451"/>
                  </a:lnTo>
                  <a:lnTo>
                    <a:pt x="352125" y="387253"/>
                  </a:lnTo>
                  <a:lnTo>
                    <a:pt x="351521" y="386688"/>
                  </a:lnTo>
                  <a:lnTo>
                    <a:pt x="351185" y="386415"/>
                  </a:lnTo>
                  <a:lnTo>
                    <a:pt x="350866" y="386323"/>
                  </a:lnTo>
                  <a:lnTo>
                    <a:pt x="48686" y="101763"/>
                  </a:lnTo>
                  <a:lnTo>
                    <a:pt x="48534" y="101620"/>
                  </a:lnTo>
                  <a:lnTo>
                    <a:pt x="47866" y="100798"/>
                  </a:lnTo>
                  <a:lnTo>
                    <a:pt x="47310" y="99898"/>
                  </a:lnTo>
                  <a:lnTo>
                    <a:pt x="42862" y="105554"/>
                  </a:lnTo>
                  <a:lnTo>
                    <a:pt x="36316" y="109166"/>
                  </a:lnTo>
                  <a:lnTo>
                    <a:pt x="29157" y="109901"/>
                  </a:lnTo>
                  <a:lnTo>
                    <a:pt x="18658" y="108886"/>
                  </a:lnTo>
                  <a:lnTo>
                    <a:pt x="10041" y="104291"/>
                  </a:lnTo>
                  <a:lnTo>
                    <a:pt x="9673" y="104094"/>
                  </a:lnTo>
                  <a:lnTo>
                    <a:pt x="3140" y="96287"/>
                  </a:lnTo>
                  <a:lnTo>
                    <a:pt x="0" y="86226"/>
                  </a:lnTo>
                  <a:lnTo>
                    <a:pt x="1008" y="75734"/>
                  </a:lnTo>
                  <a:lnTo>
                    <a:pt x="5799" y="66758"/>
                  </a:lnTo>
                  <a:lnTo>
                    <a:pt x="13544" y="60290"/>
                  </a:lnTo>
                  <a:lnTo>
                    <a:pt x="23679" y="57101"/>
                  </a:lnTo>
                  <a:lnTo>
                    <a:pt x="34178" y="58116"/>
                  </a:lnTo>
                  <a:lnTo>
                    <a:pt x="42795" y="62711"/>
                  </a:lnTo>
                  <a:lnTo>
                    <a:pt x="43163" y="62908"/>
                  </a:lnTo>
                  <a:lnTo>
                    <a:pt x="49696" y="70715"/>
                  </a:lnTo>
                  <a:lnTo>
                    <a:pt x="52837" y="80776"/>
                  </a:lnTo>
                  <a:lnTo>
                    <a:pt x="53812" y="80224"/>
                  </a:lnTo>
                  <a:lnTo>
                    <a:pt x="55051" y="79738"/>
                  </a:lnTo>
                  <a:lnTo>
                    <a:pt x="56251" y="79484"/>
                  </a:lnTo>
                  <a:lnTo>
                    <a:pt x="94637" y="71994"/>
                  </a:lnTo>
                  <a:lnTo>
                    <a:pt x="86309" y="100810"/>
                  </a:lnTo>
                  <a:lnTo>
                    <a:pt x="155993" y="166323"/>
                  </a:lnTo>
                  <a:lnTo>
                    <a:pt x="156618" y="165475"/>
                  </a:lnTo>
                  <a:lnTo>
                    <a:pt x="157350" y="164712"/>
                  </a:lnTo>
                  <a:lnTo>
                    <a:pt x="158170" y="164052"/>
                  </a:lnTo>
                  <a:lnTo>
                    <a:pt x="188066" y="138816"/>
                  </a:lnTo>
                  <a:lnTo>
                    <a:pt x="174923" y="184295"/>
                  </a:lnTo>
                  <a:lnTo>
                    <a:pt x="228649" y="235182"/>
                  </a:lnTo>
                  <a:lnTo>
                    <a:pt x="241715" y="189971"/>
                  </a:lnTo>
                  <a:lnTo>
                    <a:pt x="258416" y="240055"/>
                  </a:lnTo>
                  <a:lnTo>
                    <a:pt x="285380" y="207744"/>
                  </a:lnTo>
                  <a:lnTo>
                    <a:pt x="267076" y="271081"/>
                  </a:lnTo>
                  <a:lnTo>
                    <a:pt x="341799" y="341400"/>
                  </a:lnTo>
                  <a:lnTo>
                    <a:pt x="360216" y="277673"/>
                  </a:lnTo>
                  <a:lnTo>
                    <a:pt x="373434" y="376164"/>
                  </a:lnTo>
                  <a:lnTo>
                    <a:pt x="373423" y="377252"/>
                  </a:lnTo>
                  <a:close/>
                </a:path>
                <a:path w="478790" h="389890">
                  <a:moveTo>
                    <a:pt x="207773" y="88089"/>
                  </a:moveTo>
                  <a:lnTo>
                    <a:pt x="194741" y="133182"/>
                  </a:lnTo>
                  <a:lnTo>
                    <a:pt x="177962" y="82889"/>
                  </a:lnTo>
                  <a:lnTo>
                    <a:pt x="86309" y="100810"/>
                  </a:lnTo>
                  <a:lnTo>
                    <a:pt x="94637" y="71994"/>
                  </a:lnTo>
                  <a:lnTo>
                    <a:pt x="212724" y="48951"/>
                  </a:lnTo>
                  <a:lnTo>
                    <a:pt x="204382" y="77817"/>
                  </a:lnTo>
                  <a:lnTo>
                    <a:pt x="207773" y="88089"/>
                  </a:lnTo>
                  <a:close/>
                </a:path>
                <a:path w="478790" h="389890">
                  <a:moveTo>
                    <a:pt x="287151" y="34427"/>
                  </a:moveTo>
                  <a:lnTo>
                    <a:pt x="278832" y="63212"/>
                  </a:lnTo>
                  <a:lnTo>
                    <a:pt x="204382" y="77817"/>
                  </a:lnTo>
                  <a:lnTo>
                    <a:pt x="212724" y="48951"/>
                  </a:lnTo>
                  <a:lnTo>
                    <a:pt x="287151" y="34427"/>
                  </a:lnTo>
                  <a:close/>
                </a:path>
                <a:path w="478790" h="389890">
                  <a:moveTo>
                    <a:pt x="241715" y="189971"/>
                  </a:moveTo>
                  <a:lnTo>
                    <a:pt x="228649" y="235182"/>
                  </a:lnTo>
                  <a:lnTo>
                    <a:pt x="203786" y="160245"/>
                  </a:lnTo>
                  <a:lnTo>
                    <a:pt x="174923" y="184295"/>
                  </a:lnTo>
                  <a:lnTo>
                    <a:pt x="188066" y="138816"/>
                  </a:lnTo>
                  <a:lnTo>
                    <a:pt x="194741" y="133182"/>
                  </a:lnTo>
                  <a:lnTo>
                    <a:pt x="207773" y="88089"/>
                  </a:lnTo>
                  <a:lnTo>
                    <a:pt x="216655" y="114998"/>
                  </a:lnTo>
                  <a:lnTo>
                    <a:pt x="238867" y="96497"/>
                  </a:lnTo>
                  <a:lnTo>
                    <a:pt x="225718" y="141997"/>
                  </a:lnTo>
                  <a:lnTo>
                    <a:pt x="241715" y="189971"/>
                  </a:lnTo>
                  <a:close/>
                </a:path>
                <a:path w="478790" h="389890">
                  <a:moveTo>
                    <a:pt x="337028" y="104375"/>
                  </a:moveTo>
                  <a:lnTo>
                    <a:pt x="318689" y="167829"/>
                  </a:lnTo>
                  <a:lnTo>
                    <a:pt x="306272" y="74941"/>
                  </a:lnTo>
                  <a:lnTo>
                    <a:pt x="225718" y="141997"/>
                  </a:lnTo>
                  <a:lnTo>
                    <a:pt x="238867" y="96497"/>
                  </a:lnTo>
                  <a:lnTo>
                    <a:pt x="278832" y="63212"/>
                  </a:lnTo>
                  <a:lnTo>
                    <a:pt x="287151" y="34427"/>
                  </a:lnTo>
                  <a:lnTo>
                    <a:pt x="338356" y="24436"/>
                  </a:lnTo>
                  <a:lnTo>
                    <a:pt x="338503" y="24407"/>
                  </a:lnTo>
                  <a:lnTo>
                    <a:pt x="330184" y="53190"/>
                  </a:lnTo>
                  <a:lnTo>
                    <a:pt x="337028" y="104375"/>
                  </a:lnTo>
                  <a:close/>
                </a:path>
                <a:path w="478790" h="389890">
                  <a:moveTo>
                    <a:pt x="360216" y="277673"/>
                  </a:moveTo>
                  <a:lnTo>
                    <a:pt x="341831" y="341288"/>
                  </a:lnTo>
                  <a:lnTo>
                    <a:pt x="323423" y="203591"/>
                  </a:lnTo>
                  <a:lnTo>
                    <a:pt x="267076" y="271081"/>
                  </a:lnTo>
                  <a:lnTo>
                    <a:pt x="285380" y="207744"/>
                  </a:lnTo>
                  <a:lnTo>
                    <a:pt x="318689" y="167829"/>
                  </a:lnTo>
                  <a:lnTo>
                    <a:pt x="337028" y="104375"/>
                  </a:lnTo>
                  <a:lnTo>
                    <a:pt x="341794" y="140024"/>
                  </a:lnTo>
                  <a:lnTo>
                    <a:pt x="341710" y="140315"/>
                  </a:lnTo>
                  <a:lnTo>
                    <a:pt x="364866" y="112573"/>
                  </a:lnTo>
                  <a:lnTo>
                    <a:pt x="346568" y="175886"/>
                  </a:lnTo>
                  <a:lnTo>
                    <a:pt x="360216" y="277673"/>
                  </a:lnTo>
                  <a:close/>
                </a:path>
                <a:path w="478790" h="389890">
                  <a:moveTo>
                    <a:pt x="439082" y="4780"/>
                  </a:moveTo>
                  <a:lnTo>
                    <a:pt x="430762" y="33567"/>
                  </a:lnTo>
                  <a:lnTo>
                    <a:pt x="330184" y="53190"/>
                  </a:lnTo>
                  <a:lnTo>
                    <a:pt x="338503" y="24407"/>
                  </a:lnTo>
                  <a:lnTo>
                    <a:pt x="439082" y="4780"/>
                  </a:lnTo>
                  <a:close/>
                </a:path>
                <a:path w="478790" h="389890">
                  <a:moveTo>
                    <a:pt x="478405" y="12942"/>
                  </a:moveTo>
                  <a:lnTo>
                    <a:pt x="476176" y="20653"/>
                  </a:lnTo>
                  <a:lnTo>
                    <a:pt x="475027" y="21999"/>
                  </a:lnTo>
                  <a:lnTo>
                    <a:pt x="346568" y="175886"/>
                  </a:lnTo>
                  <a:lnTo>
                    <a:pt x="364866" y="112573"/>
                  </a:lnTo>
                  <a:lnTo>
                    <a:pt x="430762" y="33567"/>
                  </a:lnTo>
                  <a:lnTo>
                    <a:pt x="439082" y="4780"/>
                  </a:lnTo>
                  <a:lnTo>
                    <a:pt x="462816" y="149"/>
                  </a:lnTo>
                  <a:lnTo>
                    <a:pt x="463199" y="260"/>
                  </a:lnTo>
                  <a:lnTo>
                    <a:pt x="464377" y="34"/>
                  </a:lnTo>
                  <a:lnTo>
                    <a:pt x="465231" y="0"/>
                  </a:lnTo>
                  <a:lnTo>
                    <a:pt x="469579" y="1145"/>
                  </a:lnTo>
                  <a:lnTo>
                    <a:pt x="470273" y="1615"/>
                  </a:lnTo>
                  <a:lnTo>
                    <a:pt x="471282" y="1997"/>
                  </a:lnTo>
                  <a:lnTo>
                    <a:pt x="475007" y="4846"/>
                  </a:lnTo>
                  <a:lnTo>
                    <a:pt x="475588" y="5442"/>
                  </a:lnTo>
                  <a:lnTo>
                    <a:pt x="478333" y="12044"/>
                  </a:lnTo>
                  <a:lnTo>
                    <a:pt x="478405" y="12942"/>
                  </a:lnTo>
                  <a:close/>
                </a:path>
                <a:path w="478790" h="389890">
                  <a:moveTo>
                    <a:pt x="478133" y="14935"/>
                  </a:moveTo>
                  <a:lnTo>
                    <a:pt x="476774" y="19638"/>
                  </a:lnTo>
                  <a:lnTo>
                    <a:pt x="476112" y="20877"/>
                  </a:lnTo>
                  <a:lnTo>
                    <a:pt x="478147" y="13834"/>
                  </a:lnTo>
                  <a:lnTo>
                    <a:pt x="478133" y="149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88002" y="5304990"/>
              <a:ext cx="99183" cy="18560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835220" y="5272502"/>
              <a:ext cx="87630" cy="260985"/>
            </a:xfrm>
            <a:custGeom>
              <a:avLst/>
              <a:gdLst/>
              <a:ahLst/>
              <a:cxnLst/>
              <a:rect l="l" t="t" r="r" b="b"/>
              <a:pathLst>
                <a:path w="87629" h="260985">
                  <a:moveTo>
                    <a:pt x="71680" y="260622"/>
                  </a:moveTo>
                  <a:lnTo>
                    <a:pt x="36450" y="225344"/>
                  </a:lnTo>
                  <a:lnTo>
                    <a:pt x="12538" y="183489"/>
                  </a:lnTo>
                  <a:lnTo>
                    <a:pt x="277" y="137543"/>
                  </a:lnTo>
                  <a:lnTo>
                    <a:pt x="0" y="89990"/>
                  </a:lnTo>
                  <a:lnTo>
                    <a:pt x="12040" y="43314"/>
                  </a:lnTo>
                  <a:lnTo>
                    <a:pt x="36731" y="0"/>
                  </a:lnTo>
                  <a:lnTo>
                    <a:pt x="57616" y="15958"/>
                  </a:lnTo>
                  <a:lnTo>
                    <a:pt x="33665" y="61022"/>
                  </a:lnTo>
                  <a:lnTo>
                    <a:pt x="25181" y="109576"/>
                  </a:lnTo>
                  <a:lnTo>
                    <a:pt x="31674" y="157975"/>
                  </a:lnTo>
                  <a:lnTo>
                    <a:pt x="52655" y="202576"/>
                  </a:lnTo>
                  <a:lnTo>
                    <a:pt x="87636" y="239735"/>
                  </a:lnTo>
                  <a:lnTo>
                    <a:pt x="71680" y="26062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52090" y="5280111"/>
              <a:ext cx="99185" cy="18560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872584" y="5237581"/>
              <a:ext cx="401320" cy="584200"/>
            </a:xfrm>
            <a:custGeom>
              <a:avLst/>
              <a:gdLst/>
              <a:ahLst/>
              <a:cxnLst/>
              <a:rect l="l" t="t" r="r" b="b"/>
              <a:pathLst>
                <a:path w="401320" h="584200">
                  <a:moveTo>
                    <a:pt x="331470" y="170637"/>
                  </a:moveTo>
                  <a:lnTo>
                    <a:pt x="331190" y="123088"/>
                  </a:lnTo>
                  <a:lnTo>
                    <a:pt x="318935" y="77139"/>
                  </a:lnTo>
                  <a:lnTo>
                    <a:pt x="295021" y="35280"/>
                  </a:lnTo>
                  <a:lnTo>
                    <a:pt x="259791" y="0"/>
                  </a:lnTo>
                  <a:lnTo>
                    <a:pt x="243827" y="20891"/>
                  </a:lnTo>
                  <a:lnTo>
                    <a:pt x="278815" y="58051"/>
                  </a:lnTo>
                  <a:lnTo>
                    <a:pt x="299796" y="102654"/>
                  </a:lnTo>
                  <a:lnTo>
                    <a:pt x="306285" y="151053"/>
                  </a:lnTo>
                  <a:lnTo>
                    <a:pt x="297802" y="199605"/>
                  </a:lnTo>
                  <a:lnTo>
                    <a:pt x="273850" y="244665"/>
                  </a:lnTo>
                  <a:lnTo>
                    <a:pt x="294741" y="260629"/>
                  </a:lnTo>
                  <a:lnTo>
                    <a:pt x="319430" y="217309"/>
                  </a:lnTo>
                  <a:lnTo>
                    <a:pt x="331470" y="170637"/>
                  </a:lnTo>
                  <a:close/>
                </a:path>
                <a:path w="401320" h="584200">
                  <a:moveTo>
                    <a:pt x="392811" y="533095"/>
                  </a:moveTo>
                  <a:lnTo>
                    <a:pt x="385546" y="534073"/>
                  </a:lnTo>
                  <a:lnTo>
                    <a:pt x="386943" y="534174"/>
                  </a:lnTo>
                  <a:lnTo>
                    <a:pt x="391795" y="533527"/>
                  </a:lnTo>
                  <a:lnTo>
                    <a:pt x="392811" y="533095"/>
                  </a:lnTo>
                  <a:close/>
                </a:path>
                <a:path w="401320" h="584200">
                  <a:moveTo>
                    <a:pt x="400977" y="520141"/>
                  </a:moveTo>
                  <a:lnTo>
                    <a:pt x="400265" y="515696"/>
                  </a:lnTo>
                  <a:lnTo>
                    <a:pt x="399897" y="514921"/>
                  </a:lnTo>
                  <a:lnTo>
                    <a:pt x="399211" y="513943"/>
                  </a:lnTo>
                  <a:lnTo>
                    <a:pt x="399161" y="513549"/>
                  </a:lnTo>
                  <a:lnTo>
                    <a:pt x="385356" y="493687"/>
                  </a:lnTo>
                  <a:lnTo>
                    <a:pt x="355663" y="450977"/>
                  </a:lnTo>
                  <a:lnTo>
                    <a:pt x="355663" y="497674"/>
                  </a:lnTo>
                  <a:lnTo>
                    <a:pt x="256806" y="469201"/>
                  </a:lnTo>
                  <a:lnTo>
                    <a:pt x="222084" y="459181"/>
                  </a:lnTo>
                  <a:lnTo>
                    <a:pt x="222377" y="459143"/>
                  </a:lnTo>
                  <a:lnTo>
                    <a:pt x="253085" y="440410"/>
                  </a:lnTo>
                  <a:lnTo>
                    <a:pt x="297180" y="413524"/>
                  </a:lnTo>
                  <a:lnTo>
                    <a:pt x="355663" y="497674"/>
                  </a:lnTo>
                  <a:lnTo>
                    <a:pt x="355663" y="450977"/>
                  </a:lnTo>
                  <a:lnTo>
                    <a:pt x="326872" y="409549"/>
                  </a:lnTo>
                  <a:lnTo>
                    <a:pt x="326783" y="409422"/>
                  </a:lnTo>
                  <a:lnTo>
                    <a:pt x="297014" y="366585"/>
                  </a:lnTo>
                  <a:lnTo>
                    <a:pt x="267639" y="324332"/>
                  </a:lnTo>
                  <a:lnTo>
                    <a:pt x="267639" y="400405"/>
                  </a:lnTo>
                  <a:lnTo>
                    <a:pt x="187629" y="449199"/>
                  </a:lnTo>
                  <a:lnTo>
                    <a:pt x="156806" y="440321"/>
                  </a:lnTo>
                  <a:lnTo>
                    <a:pt x="156806" y="467944"/>
                  </a:lnTo>
                  <a:lnTo>
                    <a:pt x="38188" y="540270"/>
                  </a:lnTo>
                  <a:lnTo>
                    <a:pt x="72326" y="443560"/>
                  </a:lnTo>
                  <a:lnTo>
                    <a:pt x="156806" y="467944"/>
                  </a:lnTo>
                  <a:lnTo>
                    <a:pt x="156806" y="440321"/>
                  </a:lnTo>
                  <a:lnTo>
                    <a:pt x="137668" y="434797"/>
                  </a:lnTo>
                  <a:lnTo>
                    <a:pt x="97231" y="423138"/>
                  </a:lnTo>
                  <a:lnTo>
                    <a:pt x="136347" y="387667"/>
                  </a:lnTo>
                  <a:lnTo>
                    <a:pt x="173812" y="353695"/>
                  </a:lnTo>
                  <a:lnTo>
                    <a:pt x="267639" y="400405"/>
                  </a:lnTo>
                  <a:lnTo>
                    <a:pt x="267639" y="324332"/>
                  </a:lnTo>
                  <a:lnTo>
                    <a:pt x="267309" y="323850"/>
                  </a:lnTo>
                  <a:lnTo>
                    <a:pt x="267309" y="370573"/>
                  </a:lnTo>
                  <a:lnTo>
                    <a:pt x="220751" y="347395"/>
                  </a:lnTo>
                  <a:lnTo>
                    <a:pt x="194868" y="334530"/>
                  </a:lnTo>
                  <a:lnTo>
                    <a:pt x="215912" y="315556"/>
                  </a:lnTo>
                  <a:lnTo>
                    <a:pt x="223951" y="308317"/>
                  </a:lnTo>
                  <a:lnTo>
                    <a:pt x="267309" y="370573"/>
                  </a:lnTo>
                  <a:lnTo>
                    <a:pt x="267309" y="323850"/>
                  </a:lnTo>
                  <a:lnTo>
                    <a:pt x="253733" y="304317"/>
                  </a:lnTo>
                  <a:lnTo>
                    <a:pt x="208661" y="239483"/>
                  </a:lnTo>
                  <a:lnTo>
                    <a:pt x="208661" y="286181"/>
                  </a:lnTo>
                  <a:lnTo>
                    <a:pt x="169392" y="321792"/>
                  </a:lnTo>
                  <a:lnTo>
                    <a:pt x="161544" y="317957"/>
                  </a:lnTo>
                  <a:lnTo>
                    <a:pt x="148272" y="311467"/>
                  </a:lnTo>
                  <a:lnTo>
                    <a:pt x="148272" y="340982"/>
                  </a:lnTo>
                  <a:lnTo>
                    <a:pt x="89700" y="393928"/>
                  </a:lnTo>
                  <a:lnTo>
                    <a:pt x="114630" y="324256"/>
                  </a:lnTo>
                  <a:lnTo>
                    <a:pt x="148272" y="340982"/>
                  </a:lnTo>
                  <a:lnTo>
                    <a:pt x="148272" y="311467"/>
                  </a:lnTo>
                  <a:lnTo>
                    <a:pt x="126403" y="300761"/>
                  </a:lnTo>
                  <a:lnTo>
                    <a:pt x="125476" y="300278"/>
                  </a:lnTo>
                  <a:lnTo>
                    <a:pt x="124485" y="299910"/>
                  </a:lnTo>
                  <a:lnTo>
                    <a:pt x="123456" y="299681"/>
                  </a:lnTo>
                  <a:lnTo>
                    <a:pt x="155333" y="209511"/>
                  </a:lnTo>
                  <a:lnTo>
                    <a:pt x="208661" y="286181"/>
                  </a:lnTo>
                  <a:lnTo>
                    <a:pt x="208661" y="239483"/>
                  </a:lnTo>
                  <a:lnTo>
                    <a:pt x="185064" y="205524"/>
                  </a:lnTo>
                  <a:lnTo>
                    <a:pt x="162737" y="173405"/>
                  </a:lnTo>
                  <a:lnTo>
                    <a:pt x="160185" y="170802"/>
                  </a:lnTo>
                  <a:lnTo>
                    <a:pt x="168122" y="163880"/>
                  </a:lnTo>
                  <a:lnTo>
                    <a:pt x="172643" y="154749"/>
                  </a:lnTo>
                  <a:lnTo>
                    <a:pt x="172669" y="154330"/>
                  </a:lnTo>
                  <a:lnTo>
                    <a:pt x="173405" y="144602"/>
                  </a:lnTo>
                  <a:lnTo>
                    <a:pt x="170103" y="134581"/>
                  </a:lnTo>
                  <a:lnTo>
                    <a:pt x="163106" y="126593"/>
                  </a:lnTo>
                  <a:lnTo>
                    <a:pt x="154063" y="122110"/>
                  </a:lnTo>
                  <a:lnTo>
                    <a:pt x="143916" y="121335"/>
                  </a:lnTo>
                  <a:lnTo>
                    <a:pt x="133908" y="124637"/>
                  </a:lnTo>
                  <a:lnTo>
                    <a:pt x="125971" y="131572"/>
                  </a:lnTo>
                  <a:lnTo>
                    <a:pt x="121450" y="140690"/>
                  </a:lnTo>
                  <a:lnTo>
                    <a:pt x="121424" y="141109"/>
                  </a:lnTo>
                  <a:lnTo>
                    <a:pt x="120688" y="150850"/>
                  </a:lnTo>
                  <a:lnTo>
                    <a:pt x="123990" y="160870"/>
                  </a:lnTo>
                  <a:lnTo>
                    <a:pt x="127546" y="167119"/>
                  </a:lnTo>
                  <a:lnTo>
                    <a:pt x="133489" y="171653"/>
                  </a:lnTo>
                  <a:lnTo>
                    <a:pt x="140462" y="173456"/>
                  </a:lnTo>
                  <a:lnTo>
                    <a:pt x="139852" y="174320"/>
                  </a:lnTo>
                  <a:lnTo>
                    <a:pt x="139369" y="175260"/>
                  </a:lnTo>
                  <a:lnTo>
                    <a:pt x="139306" y="175463"/>
                  </a:lnTo>
                  <a:lnTo>
                    <a:pt x="609" y="566686"/>
                  </a:lnTo>
                  <a:lnTo>
                    <a:pt x="660" y="567004"/>
                  </a:lnTo>
                  <a:lnTo>
                    <a:pt x="546" y="567423"/>
                  </a:lnTo>
                  <a:lnTo>
                    <a:pt x="266" y="568198"/>
                  </a:lnTo>
                  <a:lnTo>
                    <a:pt x="203" y="568540"/>
                  </a:lnTo>
                  <a:lnTo>
                    <a:pt x="50" y="569379"/>
                  </a:lnTo>
                  <a:lnTo>
                    <a:pt x="38" y="569722"/>
                  </a:lnTo>
                  <a:lnTo>
                    <a:pt x="0" y="570585"/>
                  </a:lnTo>
                  <a:lnTo>
                    <a:pt x="609" y="574852"/>
                  </a:lnTo>
                  <a:lnTo>
                    <a:pt x="825" y="575564"/>
                  </a:lnTo>
                  <a:lnTo>
                    <a:pt x="863" y="575703"/>
                  </a:lnTo>
                  <a:lnTo>
                    <a:pt x="1282" y="576618"/>
                  </a:lnTo>
                  <a:lnTo>
                    <a:pt x="1866" y="577608"/>
                  </a:lnTo>
                  <a:lnTo>
                    <a:pt x="2667" y="578472"/>
                  </a:lnTo>
                  <a:lnTo>
                    <a:pt x="2997" y="578954"/>
                  </a:lnTo>
                  <a:lnTo>
                    <a:pt x="5727" y="581342"/>
                  </a:lnTo>
                  <a:lnTo>
                    <a:pt x="6362" y="581799"/>
                  </a:lnTo>
                  <a:lnTo>
                    <a:pt x="11506" y="583514"/>
                  </a:lnTo>
                  <a:lnTo>
                    <a:pt x="13220" y="583285"/>
                  </a:lnTo>
                  <a:lnTo>
                    <a:pt x="14592" y="584123"/>
                  </a:lnTo>
                  <a:lnTo>
                    <a:pt x="17995" y="583666"/>
                  </a:lnTo>
                  <a:lnTo>
                    <a:pt x="18986" y="583247"/>
                  </a:lnTo>
                  <a:lnTo>
                    <a:pt x="103835" y="531456"/>
                  </a:lnTo>
                  <a:lnTo>
                    <a:pt x="191477" y="477964"/>
                  </a:lnTo>
                  <a:lnTo>
                    <a:pt x="384086" y="533527"/>
                  </a:lnTo>
                  <a:lnTo>
                    <a:pt x="385775" y="534035"/>
                  </a:lnTo>
                  <a:lnTo>
                    <a:pt x="392811" y="533095"/>
                  </a:lnTo>
                  <a:lnTo>
                    <a:pt x="399770" y="526605"/>
                  </a:lnTo>
                  <a:lnTo>
                    <a:pt x="400011" y="526135"/>
                  </a:lnTo>
                  <a:lnTo>
                    <a:pt x="400875" y="522046"/>
                  </a:lnTo>
                  <a:lnTo>
                    <a:pt x="400824" y="520966"/>
                  </a:lnTo>
                  <a:lnTo>
                    <a:pt x="400977" y="5201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66950" y="5373791"/>
              <a:ext cx="888848" cy="87286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54669" y="5393436"/>
              <a:ext cx="896110" cy="58825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103928" y="5734730"/>
              <a:ext cx="2088514" cy="1122680"/>
            </a:xfrm>
            <a:custGeom>
              <a:avLst/>
              <a:gdLst/>
              <a:ahLst/>
              <a:cxnLst/>
              <a:rect l="l" t="t" r="r" b="b"/>
              <a:pathLst>
                <a:path w="2088515" h="1122679">
                  <a:moveTo>
                    <a:pt x="127675" y="1122679"/>
                  </a:moveTo>
                  <a:lnTo>
                    <a:pt x="0" y="1122679"/>
                  </a:lnTo>
                  <a:lnTo>
                    <a:pt x="524" y="1113789"/>
                  </a:lnTo>
                  <a:lnTo>
                    <a:pt x="5311" y="1064259"/>
                  </a:lnTo>
                  <a:lnTo>
                    <a:pt x="11846" y="1017269"/>
                  </a:lnTo>
                  <a:lnTo>
                    <a:pt x="20167" y="971549"/>
                  </a:lnTo>
                  <a:lnTo>
                    <a:pt x="30239" y="925829"/>
                  </a:lnTo>
                  <a:lnTo>
                    <a:pt x="42025" y="880109"/>
                  </a:lnTo>
                  <a:lnTo>
                    <a:pt x="55490" y="835659"/>
                  </a:lnTo>
                  <a:lnTo>
                    <a:pt x="70597" y="791209"/>
                  </a:lnTo>
                  <a:lnTo>
                    <a:pt x="87311" y="749299"/>
                  </a:lnTo>
                  <a:lnTo>
                    <a:pt x="105595" y="706119"/>
                  </a:lnTo>
                  <a:lnTo>
                    <a:pt x="125414" y="665479"/>
                  </a:lnTo>
                  <a:lnTo>
                    <a:pt x="146731" y="624839"/>
                  </a:lnTo>
                  <a:lnTo>
                    <a:pt x="169510" y="585469"/>
                  </a:lnTo>
                  <a:lnTo>
                    <a:pt x="193716" y="547369"/>
                  </a:lnTo>
                  <a:lnTo>
                    <a:pt x="219312" y="509269"/>
                  </a:lnTo>
                  <a:lnTo>
                    <a:pt x="246263" y="472439"/>
                  </a:lnTo>
                  <a:lnTo>
                    <a:pt x="274532" y="436879"/>
                  </a:lnTo>
                  <a:lnTo>
                    <a:pt x="304084" y="402589"/>
                  </a:lnTo>
                  <a:lnTo>
                    <a:pt x="334882" y="369569"/>
                  </a:lnTo>
                  <a:lnTo>
                    <a:pt x="366890" y="337819"/>
                  </a:lnTo>
                  <a:lnTo>
                    <a:pt x="400073" y="307339"/>
                  </a:lnTo>
                  <a:lnTo>
                    <a:pt x="434394" y="276859"/>
                  </a:lnTo>
                  <a:lnTo>
                    <a:pt x="469817" y="248919"/>
                  </a:lnTo>
                  <a:lnTo>
                    <a:pt x="506307" y="222249"/>
                  </a:lnTo>
                  <a:lnTo>
                    <a:pt x="543827" y="196849"/>
                  </a:lnTo>
                  <a:lnTo>
                    <a:pt x="582342" y="172719"/>
                  </a:lnTo>
                  <a:lnTo>
                    <a:pt x="621815" y="149859"/>
                  </a:lnTo>
                  <a:lnTo>
                    <a:pt x="662210" y="128269"/>
                  </a:lnTo>
                  <a:lnTo>
                    <a:pt x="703491" y="107949"/>
                  </a:lnTo>
                  <a:lnTo>
                    <a:pt x="745623" y="90169"/>
                  </a:lnTo>
                  <a:lnTo>
                    <a:pt x="788569" y="73659"/>
                  </a:lnTo>
                  <a:lnTo>
                    <a:pt x="832294" y="58419"/>
                  </a:lnTo>
                  <a:lnTo>
                    <a:pt x="876761" y="44449"/>
                  </a:lnTo>
                  <a:lnTo>
                    <a:pt x="921934" y="33019"/>
                  </a:lnTo>
                  <a:lnTo>
                    <a:pt x="967777" y="22859"/>
                  </a:lnTo>
                  <a:lnTo>
                    <a:pt x="1014254" y="13969"/>
                  </a:lnTo>
                  <a:lnTo>
                    <a:pt x="1061330" y="7619"/>
                  </a:lnTo>
                  <a:lnTo>
                    <a:pt x="1157133" y="0"/>
                  </a:lnTo>
                  <a:lnTo>
                    <a:pt x="1254442" y="0"/>
                  </a:lnTo>
                  <a:lnTo>
                    <a:pt x="1350245" y="7619"/>
                  </a:lnTo>
                  <a:lnTo>
                    <a:pt x="1397320" y="13969"/>
                  </a:lnTo>
                  <a:lnTo>
                    <a:pt x="1443798" y="22859"/>
                  </a:lnTo>
                  <a:lnTo>
                    <a:pt x="1489641" y="33019"/>
                  </a:lnTo>
                  <a:lnTo>
                    <a:pt x="1534814" y="44449"/>
                  </a:lnTo>
                  <a:lnTo>
                    <a:pt x="1579281" y="58419"/>
                  </a:lnTo>
                  <a:lnTo>
                    <a:pt x="1623006" y="73659"/>
                  </a:lnTo>
                  <a:lnTo>
                    <a:pt x="1665952" y="90169"/>
                  </a:lnTo>
                  <a:lnTo>
                    <a:pt x="1708083" y="107949"/>
                  </a:lnTo>
                  <a:lnTo>
                    <a:pt x="1746785" y="126999"/>
                  </a:lnTo>
                  <a:lnTo>
                    <a:pt x="1205787" y="126999"/>
                  </a:lnTo>
                  <a:lnTo>
                    <a:pt x="1157792" y="128269"/>
                  </a:lnTo>
                  <a:lnTo>
                    <a:pt x="1110316" y="130809"/>
                  </a:lnTo>
                  <a:lnTo>
                    <a:pt x="1063404" y="135889"/>
                  </a:lnTo>
                  <a:lnTo>
                    <a:pt x="1017100" y="143509"/>
                  </a:lnTo>
                  <a:lnTo>
                    <a:pt x="971450" y="152399"/>
                  </a:lnTo>
                  <a:lnTo>
                    <a:pt x="926498" y="163829"/>
                  </a:lnTo>
                  <a:lnTo>
                    <a:pt x="882289" y="176529"/>
                  </a:lnTo>
                  <a:lnTo>
                    <a:pt x="838868" y="191769"/>
                  </a:lnTo>
                  <a:lnTo>
                    <a:pt x="796280" y="208279"/>
                  </a:lnTo>
                  <a:lnTo>
                    <a:pt x="754570" y="226059"/>
                  </a:lnTo>
                  <a:lnTo>
                    <a:pt x="713783" y="246379"/>
                  </a:lnTo>
                  <a:lnTo>
                    <a:pt x="673962" y="267969"/>
                  </a:lnTo>
                  <a:lnTo>
                    <a:pt x="635155" y="290829"/>
                  </a:lnTo>
                  <a:lnTo>
                    <a:pt x="597404" y="314959"/>
                  </a:lnTo>
                  <a:lnTo>
                    <a:pt x="560755" y="341629"/>
                  </a:lnTo>
                  <a:lnTo>
                    <a:pt x="525253" y="369569"/>
                  </a:lnTo>
                  <a:lnTo>
                    <a:pt x="490943" y="398779"/>
                  </a:lnTo>
                  <a:lnTo>
                    <a:pt x="457869" y="429259"/>
                  </a:lnTo>
                  <a:lnTo>
                    <a:pt x="426076" y="461009"/>
                  </a:lnTo>
                  <a:lnTo>
                    <a:pt x="395610" y="494029"/>
                  </a:lnTo>
                  <a:lnTo>
                    <a:pt x="366515" y="528319"/>
                  </a:lnTo>
                  <a:lnTo>
                    <a:pt x="338836" y="563879"/>
                  </a:lnTo>
                  <a:lnTo>
                    <a:pt x="312617" y="600709"/>
                  </a:lnTo>
                  <a:lnTo>
                    <a:pt x="287904" y="638809"/>
                  </a:lnTo>
                  <a:lnTo>
                    <a:pt x="264741" y="676909"/>
                  </a:lnTo>
                  <a:lnTo>
                    <a:pt x="243174" y="717549"/>
                  </a:lnTo>
                  <a:lnTo>
                    <a:pt x="223247" y="758189"/>
                  </a:lnTo>
                  <a:lnTo>
                    <a:pt x="205005" y="800099"/>
                  </a:lnTo>
                  <a:lnTo>
                    <a:pt x="188493" y="842009"/>
                  </a:lnTo>
                  <a:lnTo>
                    <a:pt x="173755" y="885189"/>
                  </a:lnTo>
                  <a:lnTo>
                    <a:pt x="160837" y="929639"/>
                  </a:lnTo>
                  <a:lnTo>
                    <a:pt x="149783" y="975359"/>
                  </a:lnTo>
                  <a:lnTo>
                    <a:pt x="140638" y="1021079"/>
                  </a:lnTo>
                  <a:lnTo>
                    <a:pt x="133448" y="1066799"/>
                  </a:lnTo>
                  <a:lnTo>
                    <a:pt x="128256" y="1113789"/>
                  </a:lnTo>
                  <a:lnTo>
                    <a:pt x="127758" y="1121409"/>
                  </a:lnTo>
                  <a:lnTo>
                    <a:pt x="127675" y="1122679"/>
                  </a:lnTo>
                  <a:close/>
                </a:path>
                <a:path w="2088515" h="1122679">
                  <a:moveTo>
                    <a:pt x="1138974" y="731519"/>
                  </a:moveTo>
                  <a:lnTo>
                    <a:pt x="1100795" y="731519"/>
                  </a:lnTo>
                  <a:lnTo>
                    <a:pt x="1091400" y="730249"/>
                  </a:lnTo>
                  <a:lnTo>
                    <a:pt x="1082899" y="725169"/>
                  </a:lnTo>
                  <a:lnTo>
                    <a:pt x="1076188" y="718819"/>
                  </a:lnTo>
                  <a:lnTo>
                    <a:pt x="1072161" y="709929"/>
                  </a:lnTo>
                  <a:lnTo>
                    <a:pt x="1046708" y="636269"/>
                  </a:lnTo>
                  <a:lnTo>
                    <a:pt x="696734" y="636269"/>
                  </a:lnTo>
                  <a:lnTo>
                    <a:pt x="709759" y="633729"/>
                  </a:lnTo>
                  <a:lnTo>
                    <a:pt x="719801" y="627379"/>
                  </a:lnTo>
                  <a:lnTo>
                    <a:pt x="726263" y="617219"/>
                  </a:lnTo>
                  <a:lnTo>
                    <a:pt x="728550" y="604519"/>
                  </a:lnTo>
                  <a:lnTo>
                    <a:pt x="728550" y="572769"/>
                  </a:lnTo>
                  <a:lnTo>
                    <a:pt x="730837" y="560069"/>
                  </a:lnTo>
                  <a:lnTo>
                    <a:pt x="737299" y="549909"/>
                  </a:lnTo>
                  <a:lnTo>
                    <a:pt x="747341" y="543559"/>
                  </a:lnTo>
                  <a:lnTo>
                    <a:pt x="760366" y="541019"/>
                  </a:lnTo>
                  <a:lnTo>
                    <a:pt x="823997" y="541019"/>
                  </a:lnTo>
                  <a:lnTo>
                    <a:pt x="903537" y="486409"/>
                  </a:lnTo>
                  <a:lnTo>
                    <a:pt x="911242" y="482599"/>
                  </a:lnTo>
                  <a:lnTo>
                    <a:pt x="919843" y="478789"/>
                  </a:lnTo>
                  <a:lnTo>
                    <a:pt x="929039" y="477519"/>
                  </a:lnTo>
                  <a:lnTo>
                    <a:pt x="1024437" y="477519"/>
                  </a:lnTo>
                  <a:lnTo>
                    <a:pt x="1049890" y="473709"/>
                  </a:lnTo>
                  <a:lnTo>
                    <a:pt x="1072956" y="463549"/>
                  </a:lnTo>
                  <a:lnTo>
                    <a:pt x="1092444" y="448309"/>
                  </a:lnTo>
                  <a:lnTo>
                    <a:pt x="1107158" y="429259"/>
                  </a:lnTo>
                  <a:lnTo>
                    <a:pt x="1173972" y="317499"/>
                  </a:lnTo>
                  <a:lnTo>
                    <a:pt x="1498493" y="317499"/>
                  </a:lnTo>
                  <a:lnTo>
                    <a:pt x="1539854" y="302259"/>
                  </a:lnTo>
                  <a:lnTo>
                    <a:pt x="1641664" y="219709"/>
                  </a:lnTo>
                  <a:lnTo>
                    <a:pt x="1596655" y="199389"/>
                  </a:lnTo>
                  <a:lnTo>
                    <a:pt x="1550730" y="182879"/>
                  </a:lnTo>
                  <a:lnTo>
                    <a:pt x="1503914" y="167639"/>
                  </a:lnTo>
                  <a:lnTo>
                    <a:pt x="1407715" y="144779"/>
                  </a:lnTo>
                  <a:lnTo>
                    <a:pt x="1358386" y="137159"/>
                  </a:lnTo>
                  <a:lnTo>
                    <a:pt x="1308270" y="130809"/>
                  </a:lnTo>
                  <a:lnTo>
                    <a:pt x="1257395" y="128269"/>
                  </a:lnTo>
                  <a:lnTo>
                    <a:pt x="1205787" y="126999"/>
                  </a:lnTo>
                  <a:lnTo>
                    <a:pt x="1746785" y="126999"/>
                  </a:lnTo>
                  <a:lnTo>
                    <a:pt x="1789760" y="149859"/>
                  </a:lnTo>
                  <a:lnTo>
                    <a:pt x="1829233" y="172719"/>
                  </a:lnTo>
                  <a:lnTo>
                    <a:pt x="1867748" y="196849"/>
                  </a:lnTo>
                  <a:lnTo>
                    <a:pt x="1905268" y="222249"/>
                  </a:lnTo>
                  <a:lnTo>
                    <a:pt x="1941758" y="248919"/>
                  </a:lnTo>
                  <a:lnTo>
                    <a:pt x="1977181" y="276859"/>
                  </a:lnTo>
                  <a:lnTo>
                    <a:pt x="2011502" y="307339"/>
                  </a:lnTo>
                  <a:lnTo>
                    <a:pt x="2044685" y="337819"/>
                  </a:lnTo>
                  <a:lnTo>
                    <a:pt x="2076693" y="369569"/>
                  </a:lnTo>
                  <a:lnTo>
                    <a:pt x="2088072" y="382269"/>
                  </a:lnTo>
                  <a:lnTo>
                    <a:pt x="2088072" y="699769"/>
                  </a:lnTo>
                  <a:lnTo>
                    <a:pt x="1177153" y="699769"/>
                  </a:lnTo>
                  <a:lnTo>
                    <a:pt x="1170790" y="703579"/>
                  </a:lnTo>
                  <a:lnTo>
                    <a:pt x="1145337" y="728979"/>
                  </a:lnTo>
                  <a:lnTo>
                    <a:pt x="1138974" y="731519"/>
                  </a:lnTo>
                  <a:close/>
                </a:path>
                <a:path w="2088515" h="1122679">
                  <a:moveTo>
                    <a:pt x="1008529" y="412749"/>
                  </a:moveTo>
                  <a:lnTo>
                    <a:pt x="913082" y="412749"/>
                  </a:lnTo>
                  <a:lnTo>
                    <a:pt x="892694" y="406399"/>
                  </a:lnTo>
                  <a:lnTo>
                    <a:pt x="866809" y="394969"/>
                  </a:lnTo>
                  <a:lnTo>
                    <a:pt x="848254" y="375919"/>
                  </a:lnTo>
                  <a:lnTo>
                    <a:pt x="849857" y="350519"/>
                  </a:lnTo>
                  <a:lnTo>
                    <a:pt x="884448" y="317499"/>
                  </a:lnTo>
                  <a:lnTo>
                    <a:pt x="920682" y="295909"/>
                  </a:lnTo>
                  <a:lnTo>
                    <a:pt x="966462" y="274319"/>
                  </a:lnTo>
                  <a:lnTo>
                    <a:pt x="1018074" y="253999"/>
                  </a:lnTo>
                  <a:lnTo>
                    <a:pt x="1071807" y="237489"/>
                  </a:lnTo>
                  <a:lnTo>
                    <a:pt x="1123950" y="226059"/>
                  </a:lnTo>
                  <a:lnTo>
                    <a:pt x="1170790" y="222249"/>
                  </a:lnTo>
                  <a:lnTo>
                    <a:pt x="1224728" y="223519"/>
                  </a:lnTo>
                  <a:lnTo>
                    <a:pt x="1268226" y="233679"/>
                  </a:lnTo>
                  <a:lnTo>
                    <a:pt x="1324252" y="261619"/>
                  </a:lnTo>
                  <a:lnTo>
                    <a:pt x="1415772" y="314959"/>
                  </a:lnTo>
                  <a:lnTo>
                    <a:pt x="1422135" y="317499"/>
                  </a:lnTo>
                  <a:lnTo>
                    <a:pt x="1123066" y="317499"/>
                  </a:lnTo>
                  <a:lnTo>
                    <a:pt x="1109147" y="320039"/>
                  </a:lnTo>
                  <a:lnTo>
                    <a:pt x="1102933" y="325119"/>
                  </a:lnTo>
                  <a:lnTo>
                    <a:pt x="1097614" y="330199"/>
                  </a:lnTo>
                  <a:lnTo>
                    <a:pt x="1062616" y="384809"/>
                  </a:lnTo>
                  <a:lnTo>
                    <a:pt x="1051928" y="397509"/>
                  </a:lnTo>
                  <a:lnTo>
                    <a:pt x="1039152" y="406399"/>
                  </a:lnTo>
                  <a:lnTo>
                    <a:pt x="1024586" y="411479"/>
                  </a:lnTo>
                  <a:lnTo>
                    <a:pt x="1008529" y="412749"/>
                  </a:lnTo>
                  <a:close/>
                </a:path>
                <a:path w="2088515" h="1122679">
                  <a:moveTo>
                    <a:pt x="725368" y="795019"/>
                  </a:moveTo>
                  <a:lnTo>
                    <a:pt x="601287" y="795019"/>
                  </a:lnTo>
                  <a:lnTo>
                    <a:pt x="588262" y="793749"/>
                  </a:lnTo>
                  <a:lnTo>
                    <a:pt x="578220" y="786129"/>
                  </a:lnTo>
                  <a:lnTo>
                    <a:pt x="571758" y="777239"/>
                  </a:lnTo>
                  <a:lnTo>
                    <a:pt x="569471" y="763269"/>
                  </a:lnTo>
                  <a:lnTo>
                    <a:pt x="569471" y="737869"/>
                  </a:lnTo>
                  <a:lnTo>
                    <a:pt x="614013" y="665479"/>
                  </a:lnTo>
                  <a:lnTo>
                    <a:pt x="652043" y="637539"/>
                  </a:lnTo>
                  <a:lnTo>
                    <a:pt x="668100" y="636269"/>
                  </a:lnTo>
                  <a:lnTo>
                    <a:pt x="1046708" y="636269"/>
                  </a:lnTo>
                  <a:lnTo>
                    <a:pt x="1024437" y="661669"/>
                  </a:lnTo>
                  <a:lnTo>
                    <a:pt x="1018074" y="668019"/>
                  </a:lnTo>
                  <a:lnTo>
                    <a:pt x="881266" y="668019"/>
                  </a:lnTo>
                  <a:lnTo>
                    <a:pt x="869385" y="669289"/>
                  </a:lnTo>
                  <a:lnTo>
                    <a:pt x="857802" y="673099"/>
                  </a:lnTo>
                  <a:lnTo>
                    <a:pt x="846815" y="679449"/>
                  </a:lnTo>
                  <a:lnTo>
                    <a:pt x="836724" y="687069"/>
                  </a:lnTo>
                  <a:lnTo>
                    <a:pt x="731732" y="792479"/>
                  </a:lnTo>
                  <a:lnTo>
                    <a:pt x="725368" y="795019"/>
                  </a:lnTo>
                  <a:close/>
                </a:path>
                <a:path w="2088515" h="1122679">
                  <a:moveTo>
                    <a:pt x="983077" y="798829"/>
                  </a:moveTo>
                  <a:lnTo>
                    <a:pt x="976713" y="798829"/>
                  </a:lnTo>
                  <a:lnTo>
                    <a:pt x="965478" y="796289"/>
                  </a:lnTo>
                  <a:lnTo>
                    <a:pt x="956033" y="791209"/>
                  </a:lnTo>
                  <a:lnTo>
                    <a:pt x="948974" y="782319"/>
                  </a:lnTo>
                  <a:lnTo>
                    <a:pt x="944898" y="773429"/>
                  </a:lnTo>
                  <a:lnTo>
                    <a:pt x="925808" y="693419"/>
                  </a:lnTo>
                  <a:lnTo>
                    <a:pt x="921732" y="683259"/>
                  </a:lnTo>
                  <a:lnTo>
                    <a:pt x="914673" y="674369"/>
                  </a:lnTo>
                  <a:lnTo>
                    <a:pt x="905227" y="669289"/>
                  </a:lnTo>
                  <a:lnTo>
                    <a:pt x="893992" y="668019"/>
                  </a:lnTo>
                  <a:lnTo>
                    <a:pt x="1018074" y="668019"/>
                  </a:lnTo>
                  <a:lnTo>
                    <a:pt x="1014892" y="674369"/>
                  </a:lnTo>
                  <a:lnTo>
                    <a:pt x="1014892" y="767079"/>
                  </a:lnTo>
                  <a:lnTo>
                    <a:pt x="1012606" y="779779"/>
                  </a:lnTo>
                  <a:lnTo>
                    <a:pt x="1006143" y="789939"/>
                  </a:lnTo>
                  <a:lnTo>
                    <a:pt x="996101" y="796289"/>
                  </a:lnTo>
                  <a:lnTo>
                    <a:pt x="983077" y="798829"/>
                  </a:lnTo>
                  <a:close/>
                </a:path>
                <a:path w="2088515" h="1122679">
                  <a:moveTo>
                    <a:pt x="2088072" y="887729"/>
                  </a:moveTo>
                  <a:lnTo>
                    <a:pt x="1379333" y="887729"/>
                  </a:lnTo>
                  <a:lnTo>
                    <a:pt x="1389126" y="883919"/>
                  </a:lnTo>
                  <a:lnTo>
                    <a:pt x="1397130" y="876299"/>
                  </a:lnTo>
                  <a:lnTo>
                    <a:pt x="1403046" y="866139"/>
                  </a:lnTo>
                  <a:lnTo>
                    <a:pt x="1412590" y="836929"/>
                  </a:lnTo>
                  <a:lnTo>
                    <a:pt x="1415275" y="821689"/>
                  </a:lnTo>
                  <a:lnTo>
                    <a:pt x="1410204" y="808989"/>
                  </a:lnTo>
                  <a:lnTo>
                    <a:pt x="1399168" y="798829"/>
                  </a:lnTo>
                  <a:lnTo>
                    <a:pt x="1383956" y="795019"/>
                  </a:lnTo>
                  <a:lnTo>
                    <a:pt x="1269419" y="795019"/>
                  </a:lnTo>
                  <a:lnTo>
                    <a:pt x="1256395" y="793749"/>
                  </a:lnTo>
                  <a:lnTo>
                    <a:pt x="1246353" y="786129"/>
                  </a:lnTo>
                  <a:lnTo>
                    <a:pt x="1239890" y="777239"/>
                  </a:lnTo>
                  <a:lnTo>
                    <a:pt x="1237603" y="763269"/>
                  </a:lnTo>
                  <a:lnTo>
                    <a:pt x="1237603" y="731519"/>
                  </a:lnTo>
                  <a:lnTo>
                    <a:pt x="1235317" y="718819"/>
                  </a:lnTo>
                  <a:lnTo>
                    <a:pt x="1228854" y="708659"/>
                  </a:lnTo>
                  <a:lnTo>
                    <a:pt x="1218812" y="702309"/>
                  </a:lnTo>
                  <a:lnTo>
                    <a:pt x="1205787" y="699769"/>
                  </a:lnTo>
                  <a:lnTo>
                    <a:pt x="2088072" y="699769"/>
                  </a:lnTo>
                  <a:lnTo>
                    <a:pt x="2088072" y="887729"/>
                  </a:lnTo>
                  <a:close/>
                </a:path>
                <a:path w="2088515" h="1122679">
                  <a:moveTo>
                    <a:pt x="1451316" y="1122679"/>
                  </a:moveTo>
                  <a:lnTo>
                    <a:pt x="444004" y="1122679"/>
                  </a:lnTo>
                  <a:lnTo>
                    <a:pt x="446308" y="1098549"/>
                  </a:lnTo>
                  <a:lnTo>
                    <a:pt x="460382" y="1033779"/>
                  </a:lnTo>
                  <a:lnTo>
                    <a:pt x="491124" y="966469"/>
                  </a:lnTo>
                  <a:lnTo>
                    <a:pt x="514781" y="934719"/>
                  </a:lnTo>
                  <a:lnTo>
                    <a:pt x="545047" y="905509"/>
                  </a:lnTo>
                  <a:lnTo>
                    <a:pt x="582735" y="880109"/>
                  </a:lnTo>
                  <a:lnTo>
                    <a:pt x="628661" y="858519"/>
                  </a:lnTo>
                  <a:lnTo>
                    <a:pt x="683637" y="842009"/>
                  </a:lnTo>
                  <a:lnTo>
                    <a:pt x="748478" y="830579"/>
                  </a:lnTo>
                  <a:lnTo>
                    <a:pt x="823997" y="826769"/>
                  </a:lnTo>
                  <a:lnTo>
                    <a:pt x="870130" y="834389"/>
                  </a:lnTo>
                  <a:lnTo>
                    <a:pt x="928194" y="849629"/>
                  </a:lnTo>
                  <a:lnTo>
                    <a:pt x="985065" y="868679"/>
                  </a:lnTo>
                  <a:lnTo>
                    <a:pt x="1027619" y="885189"/>
                  </a:lnTo>
                  <a:lnTo>
                    <a:pt x="1036666" y="886459"/>
                  </a:lnTo>
                  <a:lnTo>
                    <a:pt x="1045117" y="888999"/>
                  </a:lnTo>
                  <a:lnTo>
                    <a:pt x="2088072" y="888999"/>
                  </a:lnTo>
                  <a:lnTo>
                    <a:pt x="2088072" y="937259"/>
                  </a:lnTo>
                  <a:lnTo>
                    <a:pt x="1731146" y="937259"/>
                  </a:lnTo>
                  <a:lnTo>
                    <a:pt x="1718818" y="938529"/>
                  </a:lnTo>
                  <a:lnTo>
                    <a:pt x="1707682" y="944879"/>
                  </a:lnTo>
                  <a:lnTo>
                    <a:pt x="1698933" y="955039"/>
                  </a:lnTo>
                  <a:lnTo>
                    <a:pt x="1415772" y="955039"/>
                  </a:lnTo>
                  <a:lnTo>
                    <a:pt x="1399218" y="958849"/>
                  </a:lnTo>
                  <a:lnTo>
                    <a:pt x="1388331" y="970279"/>
                  </a:lnTo>
                  <a:lnTo>
                    <a:pt x="1384006" y="985519"/>
                  </a:lnTo>
                  <a:lnTo>
                    <a:pt x="1387138" y="1002029"/>
                  </a:lnTo>
                  <a:lnTo>
                    <a:pt x="1450819" y="1121409"/>
                  </a:lnTo>
                  <a:lnTo>
                    <a:pt x="1451316" y="1122679"/>
                  </a:lnTo>
                  <a:close/>
                </a:path>
                <a:path w="2088515" h="1122679">
                  <a:moveTo>
                    <a:pt x="2088072" y="888999"/>
                  </a:moveTo>
                  <a:lnTo>
                    <a:pt x="1053569" y="888999"/>
                  </a:lnTo>
                  <a:lnTo>
                    <a:pt x="1062616" y="887729"/>
                  </a:lnTo>
                  <a:lnTo>
                    <a:pt x="1193061" y="862329"/>
                  </a:lnTo>
                  <a:lnTo>
                    <a:pt x="1215332" y="862329"/>
                  </a:lnTo>
                  <a:lnTo>
                    <a:pt x="1368048" y="887729"/>
                  </a:lnTo>
                  <a:lnTo>
                    <a:pt x="2088072" y="887729"/>
                  </a:lnTo>
                  <a:lnTo>
                    <a:pt x="2088072" y="888999"/>
                  </a:lnTo>
                  <a:close/>
                </a:path>
                <a:path w="2088515" h="1122679">
                  <a:moveTo>
                    <a:pt x="2088072" y="1122679"/>
                  </a:moveTo>
                  <a:lnTo>
                    <a:pt x="2009701" y="1122679"/>
                  </a:lnTo>
                  <a:lnTo>
                    <a:pt x="1982094" y="1059179"/>
                  </a:lnTo>
                  <a:lnTo>
                    <a:pt x="1972698" y="1043939"/>
                  </a:lnTo>
                  <a:lnTo>
                    <a:pt x="1959425" y="1032509"/>
                  </a:lnTo>
                  <a:lnTo>
                    <a:pt x="1943169" y="1024889"/>
                  </a:lnTo>
                  <a:lnTo>
                    <a:pt x="1924825" y="1021079"/>
                  </a:lnTo>
                  <a:lnTo>
                    <a:pt x="1882172" y="1021079"/>
                  </a:lnTo>
                  <a:lnTo>
                    <a:pt x="1865668" y="1015999"/>
                  </a:lnTo>
                  <a:lnTo>
                    <a:pt x="1858012" y="1012189"/>
                  </a:lnTo>
                  <a:lnTo>
                    <a:pt x="1743475" y="942339"/>
                  </a:lnTo>
                  <a:lnTo>
                    <a:pt x="1731146" y="937259"/>
                  </a:lnTo>
                  <a:lnTo>
                    <a:pt x="2088072" y="937259"/>
                  </a:lnTo>
                  <a:lnTo>
                    <a:pt x="2088072" y="1122679"/>
                  </a:lnTo>
                  <a:close/>
                </a:path>
                <a:path w="2088515" h="1122679">
                  <a:moveTo>
                    <a:pt x="1793053" y="1122679"/>
                  </a:moveTo>
                  <a:lnTo>
                    <a:pt x="1557767" y="1122679"/>
                  </a:lnTo>
                  <a:lnTo>
                    <a:pt x="1428498" y="955039"/>
                  </a:lnTo>
                  <a:lnTo>
                    <a:pt x="1698933" y="955039"/>
                  </a:lnTo>
                  <a:lnTo>
                    <a:pt x="1695751" y="961389"/>
                  </a:lnTo>
                  <a:lnTo>
                    <a:pt x="1693266" y="972819"/>
                  </a:lnTo>
                  <a:lnTo>
                    <a:pt x="1694956" y="984249"/>
                  </a:lnTo>
                  <a:lnTo>
                    <a:pt x="1700225" y="994409"/>
                  </a:lnTo>
                  <a:lnTo>
                    <a:pt x="1708478" y="1002029"/>
                  </a:lnTo>
                  <a:lnTo>
                    <a:pt x="1803925" y="1059179"/>
                  </a:lnTo>
                  <a:lnTo>
                    <a:pt x="1814713" y="1069339"/>
                  </a:lnTo>
                  <a:lnTo>
                    <a:pt x="1818640" y="1084579"/>
                  </a:lnTo>
                  <a:lnTo>
                    <a:pt x="1816005" y="1098549"/>
                  </a:lnTo>
                  <a:lnTo>
                    <a:pt x="1807107" y="1111249"/>
                  </a:lnTo>
                  <a:lnTo>
                    <a:pt x="1793053" y="112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86125" y="6129588"/>
              <a:ext cx="146352" cy="178323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3645789" y="4138358"/>
            <a:ext cx="1504315" cy="895350"/>
            <a:chOff x="3645789" y="4138358"/>
            <a:chExt cx="1504315" cy="895350"/>
          </a:xfrm>
        </p:grpSpPr>
        <p:sp>
          <p:nvSpPr>
            <p:cNvPr id="51" name="object 51"/>
            <p:cNvSpPr/>
            <p:nvPr/>
          </p:nvSpPr>
          <p:spPr>
            <a:xfrm>
              <a:off x="5114394" y="4153281"/>
              <a:ext cx="0" cy="865505"/>
            </a:xfrm>
            <a:custGeom>
              <a:avLst/>
              <a:gdLst/>
              <a:ahLst/>
              <a:cxnLst/>
              <a:rect l="l" t="t" r="r" b="b"/>
              <a:pathLst>
                <a:path h="865504">
                  <a:moveTo>
                    <a:pt x="0" y="0"/>
                  </a:moveTo>
                  <a:lnTo>
                    <a:pt x="0" y="865253"/>
                  </a:lnTo>
                </a:path>
              </a:pathLst>
            </a:custGeom>
            <a:ln w="29425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74364" y="4457700"/>
              <a:ext cx="1447165" cy="0"/>
            </a:xfrm>
            <a:custGeom>
              <a:avLst/>
              <a:gdLst/>
              <a:ahLst/>
              <a:cxnLst/>
              <a:rect l="l" t="t" r="r" b="b"/>
              <a:pathLst>
                <a:path w="1447164">
                  <a:moveTo>
                    <a:pt x="0" y="0"/>
                  </a:moveTo>
                  <a:lnTo>
                    <a:pt x="1446949" y="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630996" y="3952887"/>
            <a:ext cx="145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P</a:t>
            </a:r>
            <a:r>
              <a:rPr sz="1600" b="1" dirty="0">
                <a:solidFill>
                  <a:srgbClr val="00B050"/>
                </a:solidFill>
                <a:latin typeface="Calibri"/>
                <a:cs typeface="Calibri"/>
              </a:rPr>
              <a:t>T</a:t>
            </a:r>
            <a:r>
              <a:rPr sz="16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=</a:t>
            </a:r>
            <a:r>
              <a:rPr sz="2000" b="1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sz="20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20</a:t>
            </a: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alibri"/>
                <a:cs typeface="Calibri"/>
              </a:rPr>
              <a:t>dBm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72840" y="4112133"/>
            <a:ext cx="8253730" cy="971550"/>
            <a:chOff x="3672840" y="4112133"/>
            <a:chExt cx="8253730" cy="971550"/>
          </a:xfrm>
        </p:grpSpPr>
        <p:sp>
          <p:nvSpPr>
            <p:cNvPr id="55" name="object 55"/>
            <p:cNvSpPr/>
            <p:nvPr/>
          </p:nvSpPr>
          <p:spPr>
            <a:xfrm>
              <a:off x="9497949" y="507762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67" y="0"/>
                  </a:lnTo>
                </a:path>
              </a:pathLst>
            </a:custGeom>
            <a:ln w="11198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513982" y="4112133"/>
              <a:ext cx="0" cy="906780"/>
            </a:xfrm>
            <a:custGeom>
              <a:avLst/>
              <a:gdLst/>
              <a:ahLst/>
              <a:cxnLst/>
              <a:rect l="l" t="t" r="r" b="b"/>
              <a:pathLst>
                <a:path h="906779">
                  <a:moveTo>
                    <a:pt x="0" y="0"/>
                  </a:moveTo>
                  <a:lnTo>
                    <a:pt x="0" y="906401"/>
                  </a:lnTo>
                </a:path>
              </a:pathLst>
            </a:custGeom>
            <a:ln w="32067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094732" y="4445508"/>
              <a:ext cx="4380865" cy="603250"/>
            </a:xfrm>
            <a:custGeom>
              <a:avLst/>
              <a:gdLst/>
              <a:ahLst/>
              <a:cxnLst/>
              <a:rect l="l" t="t" r="r" b="b"/>
              <a:pathLst>
                <a:path w="4380865" h="603250">
                  <a:moveTo>
                    <a:pt x="0" y="0"/>
                  </a:moveTo>
                  <a:lnTo>
                    <a:pt x="4380738" y="602919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91890" y="5037584"/>
              <a:ext cx="8215630" cy="15875"/>
            </a:xfrm>
            <a:custGeom>
              <a:avLst/>
              <a:gdLst/>
              <a:ahLst/>
              <a:cxnLst/>
              <a:rect l="l" t="t" r="r" b="b"/>
              <a:pathLst>
                <a:path w="8215630" h="15875">
                  <a:moveTo>
                    <a:pt x="0" y="15392"/>
                  </a:moveTo>
                  <a:lnTo>
                    <a:pt x="8215337" y="0"/>
                  </a:lnTo>
                </a:path>
              </a:pathLst>
            </a:custGeom>
            <a:ln w="38099">
              <a:solidFill>
                <a:srgbClr val="0020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/>
          <p:nvPr/>
        </p:nvSpPr>
        <p:spPr>
          <a:xfrm>
            <a:off x="3414521" y="4475226"/>
            <a:ext cx="177165" cy="622300"/>
          </a:xfrm>
          <a:custGeom>
            <a:avLst/>
            <a:gdLst/>
            <a:ahLst/>
            <a:cxnLst/>
            <a:rect l="l" t="t" r="r" b="b"/>
            <a:pathLst>
              <a:path w="177164" h="622300">
                <a:moveTo>
                  <a:pt x="176784" y="0"/>
                </a:moveTo>
                <a:lnTo>
                  <a:pt x="142377" y="5746"/>
                </a:lnTo>
                <a:lnTo>
                  <a:pt x="114280" y="21420"/>
                </a:lnTo>
                <a:lnTo>
                  <a:pt x="95338" y="44668"/>
                </a:lnTo>
                <a:lnTo>
                  <a:pt x="88392" y="73139"/>
                </a:lnTo>
                <a:lnTo>
                  <a:pt x="88392" y="237756"/>
                </a:lnTo>
                <a:lnTo>
                  <a:pt x="81445" y="266227"/>
                </a:lnTo>
                <a:lnTo>
                  <a:pt x="62503" y="289475"/>
                </a:lnTo>
                <a:lnTo>
                  <a:pt x="34406" y="305149"/>
                </a:lnTo>
                <a:lnTo>
                  <a:pt x="0" y="310896"/>
                </a:lnTo>
                <a:lnTo>
                  <a:pt x="34406" y="316642"/>
                </a:lnTo>
                <a:lnTo>
                  <a:pt x="62503" y="332316"/>
                </a:lnTo>
                <a:lnTo>
                  <a:pt x="81445" y="355564"/>
                </a:lnTo>
                <a:lnTo>
                  <a:pt x="88392" y="384035"/>
                </a:lnTo>
                <a:lnTo>
                  <a:pt x="88392" y="548652"/>
                </a:lnTo>
                <a:lnTo>
                  <a:pt x="95338" y="577123"/>
                </a:lnTo>
                <a:lnTo>
                  <a:pt x="114280" y="600371"/>
                </a:lnTo>
                <a:lnTo>
                  <a:pt x="142377" y="616045"/>
                </a:lnTo>
                <a:lnTo>
                  <a:pt x="176784" y="621792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662981" y="4605691"/>
            <a:ext cx="2182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120</a:t>
            </a:r>
            <a:r>
              <a:rPr sz="20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dBm</a:t>
            </a:r>
            <a:r>
              <a:rPr sz="20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Sensitivity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6603" y="5663184"/>
            <a:ext cx="1291590" cy="14604"/>
          </a:xfrm>
          <a:custGeom>
            <a:avLst/>
            <a:gdLst/>
            <a:ahLst/>
            <a:cxnLst/>
            <a:rect l="l" t="t" r="r" b="b"/>
            <a:pathLst>
              <a:path w="1291590" h="14604">
                <a:moveTo>
                  <a:pt x="0" y="0"/>
                </a:moveTo>
                <a:lnTo>
                  <a:pt x="1291475" y="14465"/>
                </a:lnTo>
              </a:path>
            </a:pathLst>
          </a:custGeom>
          <a:ln w="57150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88057" y="5406771"/>
            <a:ext cx="0" cy="958215"/>
          </a:xfrm>
          <a:custGeom>
            <a:avLst/>
            <a:gdLst/>
            <a:ahLst/>
            <a:cxnLst/>
            <a:rect l="l" t="t" r="r" b="b"/>
            <a:pathLst>
              <a:path h="958214">
                <a:moveTo>
                  <a:pt x="0" y="0"/>
                </a:moveTo>
                <a:lnTo>
                  <a:pt x="0" y="957922"/>
                </a:lnTo>
              </a:path>
            </a:pathLst>
          </a:custGeom>
          <a:ln w="19050">
            <a:solidFill>
              <a:srgbClr val="3E3E3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2256" y="4583048"/>
            <a:ext cx="1504315" cy="824230"/>
            <a:chOff x="532256" y="4583048"/>
            <a:chExt cx="1504315" cy="824230"/>
          </a:xfrm>
        </p:grpSpPr>
        <p:sp>
          <p:nvSpPr>
            <p:cNvPr id="5" name="object 5"/>
            <p:cNvSpPr/>
            <p:nvPr/>
          </p:nvSpPr>
          <p:spPr>
            <a:xfrm>
              <a:off x="1988057" y="4592573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ln w="19050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0831" y="5378195"/>
              <a:ext cx="1447165" cy="0"/>
            </a:xfrm>
            <a:custGeom>
              <a:avLst/>
              <a:gdLst/>
              <a:ahLst/>
              <a:cxnLst/>
              <a:rect l="l" t="t" r="r" b="b"/>
              <a:pathLst>
                <a:path w="1447164">
                  <a:moveTo>
                    <a:pt x="0" y="0"/>
                  </a:moveTo>
                  <a:lnTo>
                    <a:pt x="1446949" y="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1558" y="1314786"/>
            <a:ext cx="11292840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transmitter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uses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13dBm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2dBi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gain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antenna.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air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loss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60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dB.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Then a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2dBi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gain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antenna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is </a:t>
            </a:r>
            <a:r>
              <a:rPr sz="2000" dirty="0">
                <a:latin typeface="Segoe UI"/>
                <a:cs typeface="Segoe UI"/>
              </a:rPr>
              <a:t>connected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receiver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-80dBm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sensitivity.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Segoe UI"/>
                <a:cs typeface="Segoe UI"/>
              </a:rPr>
              <a:t>3)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What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link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budget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?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6283" y="3400734"/>
            <a:ext cx="3321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DD462F"/>
                </a:solidFill>
                <a:latin typeface="Calibri"/>
                <a:cs typeface="Calibri"/>
              </a:rPr>
              <a:t>Air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25748" y="3703406"/>
            <a:ext cx="2306320" cy="76200"/>
            <a:chOff x="3325748" y="3703406"/>
            <a:chExt cx="2306320" cy="76200"/>
          </a:xfrm>
        </p:grpSpPr>
        <p:sp>
          <p:nvSpPr>
            <p:cNvPr id="11" name="object 11"/>
            <p:cNvSpPr/>
            <p:nvPr/>
          </p:nvSpPr>
          <p:spPr>
            <a:xfrm>
              <a:off x="3335273" y="3734562"/>
              <a:ext cx="2233295" cy="6985"/>
            </a:xfrm>
            <a:custGeom>
              <a:avLst/>
              <a:gdLst/>
              <a:ahLst/>
              <a:cxnLst/>
              <a:rect l="l" t="t" r="r" b="b"/>
              <a:pathLst>
                <a:path w="2233295" h="6985">
                  <a:moveTo>
                    <a:pt x="0" y="0"/>
                  </a:moveTo>
                  <a:lnTo>
                    <a:pt x="2232799" y="6985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5251" y="370340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241" y="0"/>
                  </a:moveTo>
                  <a:lnTo>
                    <a:pt x="0" y="76199"/>
                  </a:lnTo>
                  <a:lnTo>
                    <a:pt x="76314" y="383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1854" y="5356377"/>
            <a:ext cx="772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13dBm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57094" y="1290066"/>
            <a:ext cx="836930" cy="394970"/>
          </a:xfrm>
          <a:custGeom>
            <a:avLst/>
            <a:gdLst/>
            <a:ahLst/>
            <a:cxnLst/>
            <a:rect l="l" t="t" r="r" b="b"/>
            <a:pathLst>
              <a:path w="836929" h="394969">
                <a:moveTo>
                  <a:pt x="0" y="197358"/>
                </a:moveTo>
                <a:lnTo>
                  <a:pt x="17712" y="140356"/>
                </a:lnTo>
                <a:lnTo>
                  <a:pt x="67397" y="89891"/>
                </a:lnTo>
                <a:lnTo>
                  <a:pt x="102612" y="67874"/>
                </a:lnTo>
                <a:lnTo>
                  <a:pt x="143878" y="48406"/>
                </a:lnTo>
                <a:lnTo>
                  <a:pt x="190550" y="31794"/>
                </a:lnTo>
                <a:lnTo>
                  <a:pt x="241978" y="18341"/>
                </a:lnTo>
                <a:lnTo>
                  <a:pt x="297517" y="8355"/>
                </a:lnTo>
                <a:lnTo>
                  <a:pt x="356519" y="2139"/>
                </a:lnTo>
                <a:lnTo>
                  <a:pt x="418338" y="0"/>
                </a:lnTo>
                <a:lnTo>
                  <a:pt x="480156" y="2139"/>
                </a:lnTo>
                <a:lnTo>
                  <a:pt x="539158" y="8355"/>
                </a:lnTo>
                <a:lnTo>
                  <a:pt x="594697" y="18341"/>
                </a:lnTo>
                <a:lnTo>
                  <a:pt x="646125" y="31794"/>
                </a:lnTo>
                <a:lnTo>
                  <a:pt x="692797" y="48406"/>
                </a:lnTo>
                <a:lnTo>
                  <a:pt x="734063" y="67874"/>
                </a:lnTo>
                <a:lnTo>
                  <a:pt x="769278" y="89891"/>
                </a:lnTo>
                <a:lnTo>
                  <a:pt x="818963" y="140356"/>
                </a:lnTo>
                <a:lnTo>
                  <a:pt x="836676" y="197358"/>
                </a:lnTo>
                <a:lnTo>
                  <a:pt x="832140" y="226520"/>
                </a:lnTo>
                <a:lnTo>
                  <a:pt x="797794" y="280556"/>
                </a:lnTo>
                <a:lnTo>
                  <a:pt x="734063" y="326836"/>
                </a:lnTo>
                <a:lnTo>
                  <a:pt x="692797" y="346305"/>
                </a:lnTo>
                <a:lnTo>
                  <a:pt x="646125" y="362918"/>
                </a:lnTo>
                <a:lnTo>
                  <a:pt x="594697" y="376372"/>
                </a:lnTo>
                <a:lnTo>
                  <a:pt x="539158" y="386359"/>
                </a:lnTo>
                <a:lnTo>
                  <a:pt x="480156" y="392575"/>
                </a:lnTo>
                <a:lnTo>
                  <a:pt x="418338" y="394716"/>
                </a:lnTo>
                <a:lnTo>
                  <a:pt x="356519" y="392575"/>
                </a:lnTo>
                <a:lnTo>
                  <a:pt x="297517" y="386359"/>
                </a:lnTo>
                <a:lnTo>
                  <a:pt x="241978" y="376372"/>
                </a:lnTo>
                <a:lnTo>
                  <a:pt x="190550" y="362918"/>
                </a:lnTo>
                <a:lnTo>
                  <a:pt x="143878" y="346305"/>
                </a:lnTo>
                <a:lnTo>
                  <a:pt x="102612" y="326836"/>
                </a:lnTo>
                <a:lnTo>
                  <a:pt x="67397" y="304818"/>
                </a:lnTo>
                <a:lnTo>
                  <a:pt x="17712" y="254355"/>
                </a:lnTo>
                <a:lnTo>
                  <a:pt x="0" y="197358"/>
                </a:lnTo>
                <a:close/>
              </a:path>
            </a:pathLst>
          </a:custGeom>
          <a:ln w="28574">
            <a:solidFill>
              <a:srgbClr val="00B0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096" y="3163823"/>
            <a:ext cx="591300" cy="10226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76442" y="2828368"/>
            <a:ext cx="92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DD462F"/>
                </a:solidFill>
                <a:latin typeface="Calibri"/>
                <a:cs typeface="Calibri"/>
              </a:rPr>
              <a:t>Receiver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57798" y="4130940"/>
            <a:ext cx="1587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r>
              <a:rPr sz="2000" spc="215" dirty="0">
                <a:solidFill>
                  <a:srgbClr val="DD462F"/>
                </a:solidFill>
                <a:latin typeface="Calibri"/>
                <a:cs typeface="Calibri"/>
              </a:rPr>
              <a:t> </a:t>
            </a:r>
            <a:r>
              <a:rPr sz="3000" spc="-30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endParaRPr sz="3000" baseline="1388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09384" y="3555239"/>
            <a:ext cx="906780" cy="529590"/>
            <a:chOff x="6509384" y="3555239"/>
            <a:chExt cx="906780" cy="529590"/>
          </a:xfrm>
        </p:grpSpPr>
        <p:sp>
          <p:nvSpPr>
            <p:cNvPr id="19" name="object 19"/>
            <p:cNvSpPr/>
            <p:nvPr/>
          </p:nvSpPr>
          <p:spPr>
            <a:xfrm>
              <a:off x="6917435" y="3561589"/>
              <a:ext cx="492759" cy="516890"/>
            </a:xfrm>
            <a:custGeom>
              <a:avLst/>
              <a:gdLst/>
              <a:ahLst/>
              <a:cxnLst/>
              <a:rect l="l" t="t" r="r" b="b"/>
              <a:pathLst>
                <a:path w="492759" h="516889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1"/>
                  </a:lnTo>
                  <a:lnTo>
                    <a:pt x="0" y="434593"/>
                  </a:lnTo>
                  <a:lnTo>
                    <a:pt x="6446" y="466529"/>
                  </a:lnTo>
                  <a:lnTo>
                    <a:pt x="24028" y="492607"/>
                  </a:lnTo>
                  <a:lnTo>
                    <a:pt x="50106" y="510189"/>
                  </a:lnTo>
                  <a:lnTo>
                    <a:pt x="82042" y="516635"/>
                  </a:lnTo>
                  <a:lnTo>
                    <a:pt x="410209" y="516635"/>
                  </a:lnTo>
                  <a:lnTo>
                    <a:pt x="442145" y="510189"/>
                  </a:lnTo>
                  <a:lnTo>
                    <a:pt x="468223" y="492607"/>
                  </a:lnTo>
                  <a:lnTo>
                    <a:pt x="485805" y="466529"/>
                  </a:lnTo>
                  <a:lnTo>
                    <a:pt x="492252" y="434593"/>
                  </a:lnTo>
                  <a:lnTo>
                    <a:pt x="492252" y="82041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17435" y="3561589"/>
              <a:ext cx="492759" cy="516890"/>
            </a:xfrm>
            <a:custGeom>
              <a:avLst/>
              <a:gdLst/>
              <a:ahLst/>
              <a:cxnLst/>
              <a:rect l="l" t="t" r="r" b="b"/>
              <a:pathLst>
                <a:path w="492759" h="516889">
                  <a:moveTo>
                    <a:pt x="0" y="82041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1"/>
                  </a:lnTo>
                  <a:lnTo>
                    <a:pt x="492252" y="434593"/>
                  </a:lnTo>
                  <a:lnTo>
                    <a:pt x="485805" y="466529"/>
                  </a:lnTo>
                  <a:lnTo>
                    <a:pt x="468223" y="492607"/>
                  </a:lnTo>
                  <a:lnTo>
                    <a:pt x="442145" y="510189"/>
                  </a:lnTo>
                  <a:lnTo>
                    <a:pt x="410209" y="516635"/>
                  </a:lnTo>
                  <a:lnTo>
                    <a:pt x="82042" y="516635"/>
                  </a:lnTo>
                  <a:lnTo>
                    <a:pt x="50106" y="510189"/>
                  </a:lnTo>
                  <a:lnTo>
                    <a:pt x="24028" y="492607"/>
                  </a:lnTo>
                  <a:lnTo>
                    <a:pt x="6446" y="466529"/>
                  </a:lnTo>
                  <a:lnTo>
                    <a:pt x="0" y="434593"/>
                  </a:lnTo>
                  <a:lnTo>
                    <a:pt x="0" y="82041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37959" y="3838958"/>
              <a:ext cx="747395" cy="3175"/>
            </a:xfrm>
            <a:custGeom>
              <a:avLst/>
              <a:gdLst/>
              <a:ahLst/>
              <a:cxnLst/>
              <a:rect l="l" t="t" r="r" b="b"/>
              <a:pathLst>
                <a:path w="747395" h="3175">
                  <a:moveTo>
                    <a:pt x="0" y="2730"/>
                  </a:moveTo>
                  <a:lnTo>
                    <a:pt x="747229" y="0"/>
                  </a:lnTo>
                </a:path>
              </a:pathLst>
            </a:custGeom>
            <a:ln w="571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934336" y="4541901"/>
            <a:ext cx="4484370" cy="1791335"/>
            <a:chOff x="1934336" y="4541901"/>
            <a:chExt cx="4484370" cy="1791335"/>
          </a:xfrm>
        </p:grpSpPr>
        <p:sp>
          <p:nvSpPr>
            <p:cNvPr id="23" name="object 23"/>
            <p:cNvSpPr/>
            <p:nvPr/>
          </p:nvSpPr>
          <p:spPr>
            <a:xfrm>
              <a:off x="6375653" y="4551426"/>
              <a:ext cx="0" cy="1772285"/>
            </a:xfrm>
            <a:custGeom>
              <a:avLst/>
              <a:gdLst/>
              <a:ahLst/>
              <a:cxnLst/>
              <a:rect l="l" t="t" r="r" b="b"/>
              <a:pathLst>
                <a:path h="1772285">
                  <a:moveTo>
                    <a:pt x="0" y="1654238"/>
                  </a:moveTo>
                  <a:lnTo>
                    <a:pt x="0" y="1772119"/>
                  </a:lnTo>
                </a:path>
                <a:path h="1772285">
                  <a:moveTo>
                    <a:pt x="0" y="0"/>
                  </a:moveTo>
                  <a:lnTo>
                    <a:pt x="0" y="1084326"/>
                  </a:lnTo>
                </a:path>
              </a:pathLst>
            </a:custGeom>
            <a:ln w="19050">
              <a:solidFill>
                <a:srgbClr val="3E3E3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62911" y="4875276"/>
              <a:ext cx="4411345" cy="1313180"/>
            </a:xfrm>
            <a:custGeom>
              <a:avLst/>
              <a:gdLst/>
              <a:ahLst/>
              <a:cxnLst/>
              <a:rect l="l" t="t" r="r" b="b"/>
              <a:pathLst>
                <a:path w="4411345" h="1313179">
                  <a:moveTo>
                    <a:pt x="0" y="0"/>
                  </a:moveTo>
                  <a:lnTo>
                    <a:pt x="4411052" y="1312659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84247" y="4840224"/>
              <a:ext cx="3810" cy="538480"/>
            </a:xfrm>
            <a:custGeom>
              <a:avLst/>
              <a:gdLst/>
              <a:ahLst/>
              <a:cxnLst/>
              <a:rect l="l" t="t" r="r" b="b"/>
              <a:pathLst>
                <a:path w="3810" h="538479">
                  <a:moveTo>
                    <a:pt x="0" y="0"/>
                  </a:moveTo>
                  <a:lnTo>
                    <a:pt x="3289" y="538111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90132" y="5635752"/>
              <a:ext cx="0" cy="570230"/>
            </a:xfrm>
            <a:custGeom>
              <a:avLst/>
              <a:gdLst/>
              <a:ahLst/>
              <a:cxnLst/>
              <a:rect l="l" t="t" r="r" b="b"/>
              <a:pathLst>
                <a:path h="570229">
                  <a:moveTo>
                    <a:pt x="0" y="0"/>
                  </a:moveTo>
                  <a:lnTo>
                    <a:pt x="0" y="569912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924813" y="3160776"/>
            <a:ext cx="1390650" cy="1022985"/>
            <a:chOff x="924813" y="3160776"/>
            <a:chExt cx="1390650" cy="102298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3644" y="3160776"/>
              <a:ext cx="591311" cy="102260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31163" y="362407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410209" y="0"/>
                  </a:moveTo>
                  <a:lnTo>
                    <a:pt x="82042" y="0"/>
                  </a:lnTo>
                  <a:lnTo>
                    <a:pt x="50106" y="6446"/>
                  </a:lnTo>
                  <a:lnTo>
                    <a:pt x="24028" y="24028"/>
                  </a:lnTo>
                  <a:lnTo>
                    <a:pt x="6446" y="50106"/>
                  </a:lnTo>
                  <a:lnTo>
                    <a:pt x="0" y="82042"/>
                  </a:lnTo>
                  <a:lnTo>
                    <a:pt x="0" y="436118"/>
                  </a:lnTo>
                  <a:lnTo>
                    <a:pt x="6446" y="468053"/>
                  </a:lnTo>
                  <a:lnTo>
                    <a:pt x="24028" y="494131"/>
                  </a:lnTo>
                  <a:lnTo>
                    <a:pt x="50106" y="511713"/>
                  </a:lnTo>
                  <a:lnTo>
                    <a:pt x="82042" y="518160"/>
                  </a:lnTo>
                  <a:lnTo>
                    <a:pt x="410209" y="518160"/>
                  </a:lnTo>
                  <a:lnTo>
                    <a:pt x="442145" y="511713"/>
                  </a:lnTo>
                  <a:lnTo>
                    <a:pt x="468223" y="494131"/>
                  </a:lnTo>
                  <a:lnTo>
                    <a:pt x="485805" y="468053"/>
                  </a:lnTo>
                  <a:lnTo>
                    <a:pt x="492252" y="436118"/>
                  </a:lnTo>
                  <a:lnTo>
                    <a:pt x="492252" y="82042"/>
                  </a:lnTo>
                  <a:lnTo>
                    <a:pt x="485805" y="50106"/>
                  </a:lnTo>
                  <a:lnTo>
                    <a:pt x="468223" y="24028"/>
                  </a:lnTo>
                  <a:lnTo>
                    <a:pt x="442145" y="6446"/>
                  </a:lnTo>
                  <a:lnTo>
                    <a:pt x="41020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1163" y="3624073"/>
              <a:ext cx="492759" cy="518159"/>
            </a:xfrm>
            <a:custGeom>
              <a:avLst/>
              <a:gdLst/>
              <a:ahLst/>
              <a:cxnLst/>
              <a:rect l="l" t="t" r="r" b="b"/>
              <a:pathLst>
                <a:path w="492759" h="518160">
                  <a:moveTo>
                    <a:pt x="0" y="82042"/>
                  </a:moveTo>
                  <a:lnTo>
                    <a:pt x="6446" y="50106"/>
                  </a:lnTo>
                  <a:lnTo>
                    <a:pt x="24028" y="24028"/>
                  </a:lnTo>
                  <a:lnTo>
                    <a:pt x="50106" y="6446"/>
                  </a:lnTo>
                  <a:lnTo>
                    <a:pt x="82042" y="0"/>
                  </a:lnTo>
                  <a:lnTo>
                    <a:pt x="410209" y="0"/>
                  </a:lnTo>
                  <a:lnTo>
                    <a:pt x="442145" y="6446"/>
                  </a:lnTo>
                  <a:lnTo>
                    <a:pt x="468223" y="24028"/>
                  </a:lnTo>
                  <a:lnTo>
                    <a:pt x="485805" y="50106"/>
                  </a:lnTo>
                  <a:lnTo>
                    <a:pt x="492252" y="82042"/>
                  </a:lnTo>
                  <a:lnTo>
                    <a:pt x="492252" y="436118"/>
                  </a:lnTo>
                  <a:lnTo>
                    <a:pt x="485805" y="468053"/>
                  </a:lnTo>
                  <a:lnTo>
                    <a:pt x="468223" y="494131"/>
                  </a:lnTo>
                  <a:lnTo>
                    <a:pt x="442145" y="511713"/>
                  </a:lnTo>
                  <a:lnTo>
                    <a:pt x="410209" y="518160"/>
                  </a:lnTo>
                  <a:lnTo>
                    <a:pt x="82042" y="518160"/>
                  </a:lnTo>
                  <a:lnTo>
                    <a:pt x="50106" y="511713"/>
                  </a:lnTo>
                  <a:lnTo>
                    <a:pt x="24028" y="494131"/>
                  </a:lnTo>
                  <a:lnTo>
                    <a:pt x="6446" y="468053"/>
                  </a:lnTo>
                  <a:lnTo>
                    <a:pt x="0" y="436118"/>
                  </a:lnTo>
                  <a:lnTo>
                    <a:pt x="0" y="8204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64725" y="2809685"/>
            <a:ext cx="1245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DD462F"/>
                </a:solidFill>
                <a:latin typeface="Calibri"/>
                <a:cs typeface="Calibri"/>
              </a:rPr>
              <a:t>Transmitter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4995" y="3505200"/>
            <a:ext cx="382523" cy="55167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867962" y="4148377"/>
            <a:ext cx="1623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1520" algn="l"/>
              </a:tabLst>
            </a:pPr>
            <a:r>
              <a:rPr sz="3000" spc="-15" baseline="1388" dirty="0">
                <a:solidFill>
                  <a:srgbClr val="DD462F"/>
                </a:solidFill>
                <a:latin typeface="Calibri"/>
                <a:cs typeface="Calibri"/>
              </a:rPr>
              <a:t>Radio</a:t>
            </a:r>
            <a:r>
              <a:rPr sz="3000" baseline="1388" dirty="0">
                <a:solidFill>
                  <a:srgbClr val="DD462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DD462F"/>
                </a:solidFill>
                <a:latin typeface="Calibri"/>
                <a:cs typeface="Calibri"/>
              </a:rPr>
              <a:t>Antenna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29283" y="3880106"/>
            <a:ext cx="747395" cy="3175"/>
          </a:xfrm>
          <a:custGeom>
            <a:avLst/>
            <a:gdLst/>
            <a:ahLst/>
            <a:cxnLst/>
            <a:rect l="l" t="t" r="r" b="b"/>
            <a:pathLst>
              <a:path w="747394" h="3175">
                <a:moveTo>
                  <a:pt x="0" y="2730"/>
                </a:moveTo>
                <a:lnTo>
                  <a:pt x="747229" y="0"/>
                </a:lnTo>
              </a:path>
            </a:pathLst>
          </a:custGeom>
          <a:ln w="5715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468538" y="6279622"/>
            <a:ext cx="1997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000" b="1" dirty="0">
                <a:solidFill>
                  <a:srgbClr val="002060"/>
                </a:solidFill>
                <a:latin typeface="Calibri"/>
                <a:cs typeface="Calibri"/>
              </a:rPr>
              <a:t>80dBm</a:t>
            </a:r>
            <a:r>
              <a:rPr sz="2000" b="1" spc="-2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Calibri"/>
                <a:cs typeface="Calibri"/>
              </a:rPr>
              <a:t>Sensitivity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3946" y="5273230"/>
            <a:ext cx="7389495" cy="1388110"/>
            <a:chOff x="333946" y="5273230"/>
            <a:chExt cx="7389495" cy="1388110"/>
          </a:xfrm>
        </p:grpSpPr>
        <p:sp>
          <p:nvSpPr>
            <p:cNvPr id="37" name="object 37"/>
            <p:cNvSpPr/>
            <p:nvPr/>
          </p:nvSpPr>
          <p:spPr>
            <a:xfrm>
              <a:off x="6465569" y="6288785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>
                  <a:moveTo>
                    <a:pt x="0" y="0"/>
                  </a:moveTo>
                  <a:lnTo>
                    <a:pt x="1257249" y="0"/>
                  </a:lnTo>
                </a:path>
              </a:pathLst>
            </a:custGeom>
            <a:ln w="38100">
              <a:solidFill>
                <a:srgbClr val="0020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8234" y="5287517"/>
              <a:ext cx="1167765" cy="504825"/>
            </a:xfrm>
            <a:custGeom>
              <a:avLst/>
              <a:gdLst/>
              <a:ahLst/>
              <a:cxnLst/>
              <a:rect l="l" t="t" r="r" b="b"/>
              <a:pathLst>
                <a:path w="1167765" h="504825">
                  <a:moveTo>
                    <a:pt x="0" y="252221"/>
                  </a:moveTo>
                  <a:lnTo>
                    <a:pt x="13462" y="198115"/>
                  </a:lnTo>
                  <a:lnTo>
                    <a:pt x="51951" y="148053"/>
                  </a:lnTo>
                  <a:lnTo>
                    <a:pt x="112618" y="103265"/>
                  </a:lnTo>
                  <a:lnTo>
                    <a:pt x="150378" y="83233"/>
                  </a:lnTo>
                  <a:lnTo>
                    <a:pt x="192614" y="64982"/>
                  </a:lnTo>
                  <a:lnTo>
                    <a:pt x="238971" y="48665"/>
                  </a:lnTo>
                  <a:lnTo>
                    <a:pt x="289091" y="34436"/>
                  </a:lnTo>
                  <a:lnTo>
                    <a:pt x="342619" y="22449"/>
                  </a:lnTo>
                  <a:lnTo>
                    <a:pt x="399200" y="12858"/>
                  </a:lnTo>
                  <a:lnTo>
                    <a:pt x="458476" y="5817"/>
                  </a:lnTo>
                  <a:lnTo>
                    <a:pt x="520092" y="1480"/>
                  </a:lnTo>
                  <a:lnTo>
                    <a:pt x="583692" y="0"/>
                  </a:lnTo>
                  <a:lnTo>
                    <a:pt x="647291" y="1480"/>
                  </a:lnTo>
                  <a:lnTo>
                    <a:pt x="708907" y="5817"/>
                  </a:lnTo>
                  <a:lnTo>
                    <a:pt x="768183" y="12858"/>
                  </a:lnTo>
                  <a:lnTo>
                    <a:pt x="824764" y="22449"/>
                  </a:lnTo>
                  <a:lnTo>
                    <a:pt x="878292" y="34436"/>
                  </a:lnTo>
                  <a:lnTo>
                    <a:pt x="928412" y="48665"/>
                  </a:lnTo>
                  <a:lnTo>
                    <a:pt x="974769" y="64982"/>
                  </a:lnTo>
                  <a:lnTo>
                    <a:pt x="1017005" y="83233"/>
                  </a:lnTo>
                  <a:lnTo>
                    <a:pt x="1054765" y="103265"/>
                  </a:lnTo>
                  <a:lnTo>
                    <a:pt x="1087692" y="124922"/>
                  </a:lnTo>
                  <a:lnTo>
                    <a:pt x="1137626" y="172502"/>
                  </a:lnTo>
                  <a:lnTo>
                    <a:pt x="1163958" y="224740"/>
                  </a:lnTo>
                  <a:lnTo>
                    <a:pt x="1167384" y="252221"/>
                  </a:lnTo>
                  <a:lnTo>
                    <a:pt x="1163958" y="279703"/>
                  </a:lnTo>
                  <a:lnTo>
                    <a:pt x="1137626" y="331941"/>
                  </a:lnTo>
                  <a:lnTo>
                    <a:pt x="1087692" y="379521"/>
                  </a:lnTo>
                  <a:lnTo>
                    <a:pt x="1054765" y="401178"/>
                  </a:lnTo>
                  <a:lnTo>
                    <a:pt x="1017005" y="421210"/>
                  </a:lnTo>
                  <a:lnTo>
                    <a:pt x="974769" y="439461"/>
                  </a:lnTo>
                  <a:lnTo>
                    <a:pt x="928412" y="455778"/>
                  </a:lnTo>
                  <a:lnTo>
                    <a:pt x="878292" y="470007"/>
                  </a:lnTo>
                  <a:lnTo>
                    <a:pt x="824764" y="481994"/>
                  </a:lnTo>
                  <a:lnTo>
                    <a:pt x="768183" y="491585"/>
                  </a:lnTo>
                  <a:lnTo>
                    <a:pt x="708907" y="498626"/>
                  </a:lnTo>
                  <a:lnTo>
                    <a:pt x="647291" y="502963"/>
                  </a:lnTo>
                  <a:lnTo>
                    <a:pt x="583692" y="504443"/>
                  </a:lnTo>
                  <a:lnTo>
                    <a:pt x="520092" y="502963"/>
                  </a:lnTo>
                  <a:lnTo>
                    <a:pt x="458476" y="498626"/>
                  </a:lnTo>
                  <a:lnTo>
                    <a:pt x="399200" y="491585"/>
                  </a:lnTo>
                  <a:lnTo>
                    <a:pt x="342619" y="481994"/>
                  </a:lnTo>
                  <a:lnTo>
                    <a:pt x="289091" y="470007"/>
                  </a:lnTo>
                  <a:lnTo>
                    <a:pt x="238971" y="455778"/>
                  </a:lnTo>
                  <a:lnTo>
                    <a:pt x="192614" y="439461"/>
                  </a:lnTo>
                  <a:lnTo>
                    <a:pt x="150378" y="421210"/>
                  </a:lnTo>
                  <a:lnTo>
                    <a:pt x="112618" y="401178"/>
                  </a:lnTo>
                  <a:lnTo>
                    <a:pt x="79691" y="379521"/>
                  </a:lnTo>
                  <a:lnTo>
                    <a:pt x="29757" y="331941"/>
                  </a:lnTo>
                  <a:lnTo>
                    <a:pt x="3425" y="279703"/>
                  </a:lnTo>
                  <a:lnTo>
                    <a:pt x="0" y="252221"/>
                  </a:lnTo>
                  <a:close/>
                </a:path>
              </a:pathLst>
            </a:custGeom>
            <a:ln w="28574">
              <a:solidFill>
                <a:srgbClr val="00B0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95822" y="6192773"/>
              <a:ext cx="1202690" cy="454659"/>
            </a:xfrm>
            <a:custGeom>
              <a:avLst/>
              <a:gdLst/>
              <a:ahLst/>
              <a:cxnLst/>
              <a:rect l="l" t="t" r="r" b="b"/>
              <a:pathLst>
                <a:path w="1202690" h="454659">
                  <a:moveTo>
                    <a:pt x="0" y="227075"/>
                  </a:moveTo>
                  <a:lnTo>
                    <a:pt x="13867" y="178362"/>
                  </a:lnTo>
                  <a:lnTo>
                    <a:pt x="53512" y="133289"/>
                  </a:lnTo>
                  <a:lnTo>
                    <a:pt x="116000" y="92967"/>
                  </a:lnTo>
                  <a:lnTo>
                    <a:pt x="154894" y="74932"/>
                  </a:lnTo>
                  <a:lnTo>
                    <a:pt x="198399" y="58501"/>
                  </a:lnTo>
                  <a:lnTo>
                    <a:pt x="246147" y="43811"/>
                  </a:lnTo>
                  <a:lnTo>
                    <a:pt x="297772" y="31002"/>
                  </a:lnTo>
                  <a:lnTo>
                    <a:pt x="352908" y="20210"/>
                  </a:lnTo>
                  <a:lnTo>
                    <a:pt x="411187" y="11576"/>
                  </a:lnTo>
                  <a:lnTo>
                    <a:pt x="472243" y="5237"/>
                  </a:lnTo>
                  <a:lnTo>
                    <a:pt x="535709" y="1332"/>
                  </a:lnTo>
                  <a:lnTo>
                    <a:pt x="601218" y="0"/>
                  </a:lnTo>
                  <a:lnTo>
                    <a:pt x="666726" y="1332"/>
                  </a:lnTo>
                  <a:lnTo>
                    <a:pt x="730192" y="5237"/>
                  </a:lnTo>
                  <a:lnTo>
                    <a:pt x="791248" y="11576"/>
                  </a:lnTo>
                  <a:lnTo>
                    <a:pt x="849527" y="20210"/>
                  </a:lnTo>
                  <a:lnTo>
                    <a:pt x="904663" y="31002"/>
                  </a:lnTo>
                  <a:lnTo>
                    <a:pt x="956288" y="43811"/>
                  </a:lnTo>
                  <a:lnTo>
                    <a:pt x="1004036" y="58501"/>
                  </a:lnTo>
                  <a:lnTo>
                    <a:pt x="1047541" y="74932"/>
                  </a:lnTo>
                  <a:lnTo>
                    <a:pt x="1086435" y="92967"/>
                  </a:lnTo>
                  <a:lnTo>
                    <a:pt x="1120351" y="112465"/>
                  </a:lnTo>
                  <a:lnTo>
                    <a:pt x="1171785" y="155301"/>
                  </a:lnTo>
                  <a:lnTo>
                    <a:pt x="1198908" y="202333"/>
                  </a:lnTo>
                  <a:lnTo>
                    <a:pt x="1202436" y="227075"/>
                  </a:lnTo>
                  <a:lnTo>
                    <a:pt x="1198908" y="251818"/>
                  </a:lnTo>
                  <a:lnTo>
                    <a:pt x="1171785" y="298850"/>
                  </a:lnTo>
                  <a:lnTo>
                    <a:pt x="1120351" y="341686"/>
                  </a:lnTo>
                  <a:lnTo>
                    <a:pt x="1086435" y="361184"/>
                  </a:lnTo>
                  <a:lnTo>
                    <a:pt x="1047541" y="379219"/>
                  </a:lnTo>
                  <a:lnTo>
                    <a:pt x="1004036" y="395650"/>
                  </a:lnTo>
                  <a:lnTo>
                    <a:pt x="956288" y="410340"/>
                  </a:lnTo>
                  <a:lnTo>
                    <a:pt x="904663" y="423149"/>
                  </a:lnTo>
                  <a:lnTo>
                    <a:pt x="849527" y="433941"/>
                  </a:lnTo>
                  <a:lnTo>
                    <a:pt x="791248" y="442575"/>
                  </a:lnTo>
                  <a:lnTo>
                    <a:pt x="730192" y="448914"/>
                  </a:lnTo>
                  <a:lnTo>
                    <a:pt x="666726" y="452819"/>
                  </a:lnTo>
                  <a:lnTo>
                    <a:pt x="601218" y="454151"/>
                  </a:lnTo>
                  <a:lnTo>
                    <a:pt x="535709" y="452819"/>
                  </a:lnTo>
                  <a:lnTo>
                    <a:pt x="472243" y="448914"/>
                  </a:lnTo>
                  <a:lnTo>
                    <a:pt x="411187" y="442575"/>
                  </a:lnTo>
                  <a:lnTo>
                    <a:pt x="352908" y="433941"/>
                  </a:lnTo>
                  <a:lnTo>
                    <a:pt x="297772" y="423149"/>
                  </a:lnTo>
                  <a:lnTo>
                    <a:pt x="246147" y="410340"/>
                  </a:lnTo>
                  <a:lnTo>
                    <a:pt x="198399" y="395650"/>
                  </a:lnTo>
                  <a:lnTo>
                    <a:pt x="154894" y="379219"/>
                  </a:lnTo>
                  <a:lnTo>
                    <a:pt x="116000" y="361184"/>
                  </a:lnTo>
                  <a:lnTo>
                    <a:pt x="82084" y="341686"/>
                  </a:lnTo>
                  <a:lnTo>
                    <a:pt x="30650" y="298850"/>
                  </a:lnTo>
                  <a:lnTo>
                    <a:pt x="3527" y="251818"/>
                  </a:lnTo>
                  <a:lnTo>
                    <a:pt x="0" y="227075"/>
                  </a:lnTo>
                  <a:close/>
                </a:path>
              </a:pathLst>
            </a:custGeom>
            <a:ln w="28575">
              <a:solidFill>
                <a:srgbClr val="0020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959670" y="3026040"/>
            <a:ext cx="2831465" cy="81724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𝐿𝑖𝑛𝑘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𝐵𝑢𝑑𝑔𝑒𝑡</a:t>
            </a:r>
            <a:r>
              <a:rPr sz="1800" spc="8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35" dirty="0">
                <a:solidFill>
                  <a:srgbClr val="FF0000"/>
                </a:solidFill>
                <a:latin typeface="Cambria Math"/>
                <a:cs typeface="Cambria Math"/>
              </a:rPr>
              <a:t>1𝟑𝟑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120" dirty="0">
                <a:solidFill>
                  <a:srgbClr val="FF0000"/>
                </a:solidFill>
                <a:latin typeface="Cambria Math"/>
                <a:cs typeface="Cambria Math"/>
              </a:rPr>
              <a:t>𝑑𝐵𝑚</a:t>
            </a:r>
            <a:r>
              <a:rPr sz="1800" spc="4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  <a:p>
            <a:pPr marL="1463040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40" dirty="0">
                <a:solidFill>
                  <a:srgbClr val="FF0000"/>
                </a:solidFill>
                <a:latin typeface="Cambria Math"/>
                <a:cs typeface="Cambria Math"/>
              </a:rPr>
              <a:t>𝟗𝟗𝟑𝟑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𝑑𝐵𝑚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86111" y="3086308"/>
            <a:ext cx="2400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Segoe UI"/>
                <a:cs typeface="Segoe UI"/>
              </a:rPr>
              <a:t>3)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75353" y="1590294"/>
            <a:ext cx="1016635" cy="393700"/>
          </a:xfrm>
          <a:custGeom>
            <a:avLst/>
            <a:gdLst/>
            <a:ahLst/>
            <a:cxnLst/>
            <a:rect l="l" t="t" r="r" b="b"/>
            <a:pathLst>
              <a:path w="1016635" h="393700">
                <a:moveTo>
                  <a:pt x="0" y="196596"/>
                </a:moveTo>
                <a:lnTo>
                  <a:pt x="18155" y="144334"/>
                </a:lnTo>
                <a:lnTo>
                  <a:pt x="69392" y="97372"/>
                </a:lnTo>
                <a:lnTo>
                  <a:pt x="105902" y="76464"/>
                </a:lnTo>
                <a:lnTo>
                  <a:pt x="148866" y="57583"/>
                </a:lnTo>
                <a:lnTo>
                  <a:pt x="197677" y="40964"/>
                </a:lnTo>
                <a:lnTo>
                  <a:pt x="251730" y="26842"/>
                </a:lnTo>
                <a:lnTo>
                  <a:pt x="310420" y="15450"/>
                </a:lnTo>
                <a:lnTo>
                  <a:pt x="373141" y="7022"/>
                </a:lnTo>
                <a:lnTo>
                  <a:pt x="439288" y="1794"/>
                </a:lnTo>
                <a:lnTo>
                  <a:pt x="508254" y="0"/>
                </a:lnTo>
                <a:lnTo>
                  <a:pt x="577219" y="1794"/>
                </a:lnTo>
                <a:lnTo>
                  <a:pt x="643366" y="7022"/>
                </a:lnTo>
                <a:lnTo>
                  <a:pt x="706087" y="15450"/>
                </a:lnTo>
                <a:lnTo>
                  <a:pt x="764777" y="26842"/>
                </a:lnTo>
                <a:lnTo>
                  <a:pt x="818830" y="40964"/>
                </a:lnTo>
                <a:lnTo>
                  <a:pt x="867641" y="57583"/>
                </a:lnTo>
                <a:lnTo>
                  <a:pt x="910605" y="76464"/>
                </a:lnTo>
                <a:lnTo>
                  <a:pt x="947115" y="97372"/>
                </a:lnTo>
                <a:lnTo>
                  <a:pt x="998352" y="144334"/>
                </a:lnTo>
                <a:lnTo>
                  <a:pt x="1016508" y="196596"/>
                </a:lnTo>
                <a:lnTo>
                  <a:pt x="1011868" y="223271"/>
                </a:lnTo>
                <a:lnTo>
                  <a:pt x="976566" y="273118"/>
                </a:lnTo>
                <a:lnTo>
                  <a:pt x="910605" y="316727"/>
                </a:lnTo>
                <a:lnTo>
                  <a:pt x="867641" y="335608"/>
                </a:lnTo>
                <a:lnTo>
                  <a:pt x="818830" y="352227"/>
                </a:lnTo>
                <a:lnTo>
                  <a:pt x="764777" y="366349"/>
                </a:lnTo>
                <a:lnTo>
                  <a:pt x="706087" y="377741"/>
                </a:lnTo>
                <a:lnTo>
                  <a:pt x="643366" y="386169"/>
                </a:lnTo>
                <a:lnTo>
                  <a:pt x="577219" y="391397"/>
                </a:lnTo>
                <a:lnTo>
                  <a:pt x="508254" y="393192"/>
                </a:lnTo>
                <a:lnTo>
                  <a:pt x="439288" y="391397"/>
                </a:lnTo>
                <a:lnTo>
                  <a:pt x="373141" y="386169"/>
                </a:lnTo>
                <a:lnTo>
                  <a:pt x="310420" y="377741"/>
                </a:lnTo>
                <a:lnTo>
                  <a:pt x="251730" y="366349"/>
                </a:lnTo>
                <a:lnTo>
                  <a:pt x="197677" y="352227"/>
                </a:lnTo>
                <a:lnTo>
                  <a:pt x="148866" y="335608"/>
                </a:lnTo>
                <a:lnTo>
                  <a:pt x="105902" y="316727"/>
                </a:lnTo>
                <a:lnTo>
                  <a:pt x="69392" y="295819"/>
                </a:lnTo>
                <a:lnTo>
                  <a:pt x="18155" y="248857"/>
                </a:lnTo>
                <a:lnTo>
                  <a:pt x="0" y="196596"/>
                </a:lnTo>
                <a:close/>
              </a:path>
            </a:pathLst>
          </a:custGeom>
          <a:ln w="28575">
            <a:solidFill>
              <a:srgbClr val="00206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846152" y="3218569"/>
            <a:ext cx="1169035" cy="212090"/>
          </a:xfrm>
          <a:custGeom>
            <a:avLst/>
            <a:gdLst/>
            <a:ahLst/>
            <a:cxnLst/>
            <a:rect l="l" t="t" r="r" b="b"/>
            <a:pathLst>
              <a:path w="1169034" h="212089">
                <a:moveTo>
                  <a:pt x="1101204" y="0"/>
                </a:moveTo>
                <a:lnTo>
                  <a:pt x="1098194" y="8597"/>
                </a:lnTo>
                <a:lnTo>
                  <a:pt x="1110451" y="13915"/>
                </a:lnTo>
                <a:lnTo>
                  <a:pt x="1120990" y="21277"/>
                </a:lnTo>
                <a:lnTo>
                  <a:pt x="1142396" y="55406"/>
                </a:lnTo>
                <a:lnTo>
                  <a:pt x="1148613" y="86519"/>
                </a:lnTo>
                <a:lnTo>
                  <a:pt x="1148645" y="86744"/>
                </a:lnTo>
                <a:lnTo>
                  <a:pt x="1146284" y="140447"/>
                </a:lnTo>
                <a:lnTo>
                  <a:pt x="1129762" y="180837"/>
                </a:lnTo>
                <a:lnTo>
                  <a:pt x="1098524" y="203149"/>
                </a:lnTo>
                <a:lnTo>
                  <a:pt x="1101204" y="211747"/>
                </a:lnTo>
                <a:lnTo>
                  <a:pt x="1141657" y="187704"/>
                </a:lnTo>
                <a:lnTo>
                  <a:pt x="1164377" y="143335"/>
                </a:lnTo>
                <a:lnTo>
                  <a:pt x="1168730" y="105930"/>
                </a:lnTo>
                <a:lnTo>
                  <a:pt x="1167652" y="86744"/>
                </a:lnTo>
                <a:lnTo>
                  <a:pt x="1167639" y="86519"/>
                </a:lnTo>
                <a:lnTo>
                  <a:pt x="1151267" y="37109"/>
                </a:lnTo>
                <a:lnTo>
                  <a:pt x="1116556" y="5541"/>
                </a:lnTo>
                <a:lnTo>
                  <a:pt x="1101204" y="0"/>
                </a:lnTo>
                <a:close/>
              </a:path>
              <a:path w="1169034" h="212089">
                <a:moveTo>
                  <a:pt x="67525" y="0"/>
                </a:moveTo>
                <a:lnTo>
                  <a:pt x="27142" y="24095"/>
                </a:lnTo>
                <a:lnTo>
                  <a:pt x="4364" y="68576"/>
                </a:lnTo>
                <a:lnTo>
                  <a:pt x="0" y="105930"/>
                </a:lnTo>
                <a:lnTo>
                  <a:pt x="982" y="123489"/>
                </a:lnTo>
                <a:lnTo>
                  <a:pt x="1088" y="125383"/>
                </a:lnTo>
                <a:lnTo>
                  <a:pt x="17411" y="174739"/>
                </a:lnTo>
                <a:lnTo>
                  <a:pt x="52128" y="206211"/>
                </a:lnTo>
                <a:lnTo>
                  <a:pt x="67525" y="211747"/>
                </a:lnTo>
                <a:lnTo>
                  <a:pt x="70205" y="203149"/>
                </a:lnTo>
                <a:lnTo>
                  <a:pt x="58142" y="197805"/>
                </a:lnTo>
                <a:lnTo>
                  <a:pt x="47729" y="190368"/>
                </a:lnTo>
                <a:lnTo>
                  <a:pt x="26370" y="155689"/>
                </a:lnTo>
                <a:lnTo>
                  <a:pt x="19351" y="105930"/>
                </a:lnTo>
                <a:lnTo>
                  <a:pt x="19303" y="104813"/>
                </a:lnTo>
                <a:lnTo>
                  <a:pt x="20089" y="86744"/>
                </a:lnTo>
                <a:lnTo>
                  <a:pt x="31864" y="42138"/>
                </a:lnTo>
                <a:lnTo>
                  <a:pt x="58324" y="13915"/>
                </a:lnTo>
                <a:lnTo>
                  <a:pt x="70535" y="8597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0907847" y="3147706"/>
            <a:ext cx="1045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34" dirty="0">
                <a:solidFill>
                  <a:srgbClr val="FF0000"/>
                </a:solidFill>
                <a:latin typeface="Cambria Math"/>
                <a:cs typeface="Cambria Math"/>
              </a:rPr>
              <a:t>−𝟖𝟖𝟏𝟏</a:t>
            </a:r>
            <a:r>
              <a:rPr sz="18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𝑑𝐵𝑚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123698" y="495708"/>
            <a:ext cx="528955" cy="529590"/>
            <a:chOff x="3123698" y="495708"/>
            <a:chExt cx="528955" cy="529590"/>
          </a:xfrm>
        </p:grpSpPr>
        <p:sp>
          <p:nvSpPr>
            <p:cNvPr id="46" name="object 46"/>
            <p:cNvSpPr/>
            <p:nvPr/>
          </p:nvSpPr>
          <p:spPr>
            <a:xfrm>
              <a:off x="3123698" y="568422"/>
              <a:ext cx="456565" cy="457200"/>
            </a:xfrm>
            <a:custGeom>
              <a:avLst/>
              <a:gdLst/>
              <a:ahLst/>
              <a:cxnLst/>
              <a:rect l="l" t="t" r="r" b="b"/>
              <a:pathLst>
                <a:path w="456564" h="457200">
                  <a:moveTo>
                    <a:pt x="0" y="456784"/>
                  </a:moveTo>
                  <a:lnTo>
                    <a:pt x="41610" y="331185"/>
                  </a:lnTo>
                  <a:lnTo>
                    <a:pt x="371848" y="0"/>
                  </a:lnTo>
                  <a:lnTo>
                    <a:pt x="456389" y="84614"/>
                  </a:lnTo>
                  <a:lnTo>
                    <a:pt x="206151" y="335069"/>
                  </a:lnTo>
                  <a:lnTo>
                    <a:pt x="88751" y="335069"/>
                  </a:lnTo>
                  <a:lnTo>
                    <a:pt x="76150" y="337351"/>
                  </a:lnTo>
                  <a:lnTo>
                    <a:pt x="64726" y="344406"/>
                  </a:lnTo>
                  <a:lnTo>
                    <a:pt x="46233" y="400595"/>
                  </a:lnTo>
                  <a:lnTo>
                    <a:pt x="56140" y="410511"/>
                  </a:lnTo>
                  <a:lnTo>
                    <a:pt x="130774" y="410511"/>
                  </a:lnTo>
                  <a:lnTo>
                    <a:pt x="126151" y="415138"/>
                  </a:lnTo>
                  <a:lnTo>
                    <a:pt x="0" y="456784"/>
                  </a:lnTo>
                  <a:close/>
                </a:path>
                <a:path w="456564" h="457200">
                  <a:moveTo>
                    <a:pt x="130774" y="410511"/>
                  </a:moveTo>
                  <a:lnTo>
                    <a:pt x="56140" y="410511"/>
                  </a:lnTo>
                  <a:lnTo>
                    <a:pt x="112281" y="392002"/>
                  </a:lnTo>
                  <a:lnTo>
                    <a:pt x="119711" y="380950"/>
                  </a:lnTo>
                  <a:lnTo>
                    <a:pt x="122188" y="368534"/>
                  </a:lnTo>
                  <a:lnTo>
                    <a:pt x="119711" y="356119"/>
                  </a:lnTo>
                  <a:lnTo>
                    <a:pt x="112281" y="345067"/>
                  </a:lnTo>
                  <a:lnTo>
                    <a:pt x="101228" y="337620"/>
                  </a:lnTo>
                  <a:lnTo>
                    <a:pt x="88751" y="335069"/>
                  </a:lnTo>
                  <a:lnTo>
                    <a:pt x="206151" y="335069"/>
                  </a:lnTo>
                  <a:lnTo>
                    <a:pt x="130774" y="410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14040" y="495708"/>
              <a:ext cx="138617" cy="13815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/>
      <p:bldP spid="13" grpId="0"/>
      <p:bldP spid="16" grpId="0"/>
      <p:bldP spid="17" grpId="0"/>
      <p:bldP spid="31" grpId="0"/>
      <p:bldP spid="33" grpId="0"/>
      <p:bldP spid="34" grpId="0" animBg="1"/>
      <p:bldP spid="35" grpId="0"/>
      <p:bldP spid="40" grpId="0"/>
      <p:bldP spid="41" grpId="0"/>
      <p:bldP spid="43" grpId="0" animBg="1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Reception</a:t>
            </a:r>
            <a:r>
              <a:rPr spc="-6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spc="-10" dirty="0"/>
              <a:t>Gateway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3375" y="1632204"/>
            <a:ext cx="9862185" cy="2677795"/>
          </a:xfrm>
          <a:prstGeom prst="rect">
            <a:avLst/>
          </a:prstGeom>
          <a:ln w="9525">
            <a:solidFill>
              <a:srgbClr val="5B9BD5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08305">
              <a:lnSpc>
                <a:spcPct val="100000"/>
              </a:lnSpc>
              <a:spcBef>
                <a:spcPts val="75"/>
              </a:spcBef>
            </a:pPr>
            <a:r>
              <a:rPr sz="2400" spc="-10" dirty="0">
                <a:latin typeface="Courier New"/>
                <a:cs typeface="Courier New"/>
              </a:rPr>
              <a:t>"gateways":</a:t>
            </a:r>
            <a:endParaRPr sz="2400" dirty="0">
              <a:latin typeface="Courier New"/>
              <a:cs typeface="Courier New"/>
            </a:endParaRPr>
          </a:p>
          <a:p>
            <a:pPr marL="1139825">
              <a:lnSpc>
                <a:spcPct val="100000"/>
              </a:lnSpc>
            </a:pPr>
            <a:r>
              <a:rPr sz="2400" spc="-50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1505585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"time":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"2020-04-29T12:09:45.563621044Z",</a:t>
            </a:r>
            <a:endParaRPr sz="2400" dirty="0">
              <a:latin typeface="Courier New"/>
              <a:cs typeface="Courier New"/>
            </a:endParaRPr>
          </a:p>
          <a:p>
            <a:pPr marL="1505585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"channel":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0,</a:t>
            </a:r>
            <a:endParaRPr sz="2400" dirty="0">
              <a:latin typeface="Courier New"/>
              <a:cs typeface="Courier New"/>
            </a:endParaRPr>
          </a:p>
          <a:p>
            <a:pPr marL="1505585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"rssi":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-</a:t>
            </a:r>
            <a:r>
              <a:rPr sz="2400" spc="-25" dirty="0">
                <a:latin typeface="Courier New"/>
                <a:cs typeface="Courier New"/>
              </a:rPr>
              <a:t>13,</a:t>
            </a:r>
            <a:endParaRPr sz="2400" dirty="0">
              <a:latin typeface="Courier New"/>
              <a:cs typeface="Courier New"/>
            </a:endParaRPr>
          </a:p>
          <a:p>
            <a:pPr marL="1505585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"snr":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9.8</a:t>
            </a:r>
            <a:endParaRPr sz="2400" dirty="0">
              <a:latin typeface="Courier New"/>
              <a:cs typeface="Courier New"/>
            </a:endParaRPr>
          </a:p>
          <a:p>
            <a:pPr marL="1139825">
              <a:lnSpc>
                <a:spcPct val="100000"/>
              </a:lnSpc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LoRa</a:t>
            </a:r>
            <a:r>
              <a:rPr spc="-65" dirty="0"/>
              <a:t> </a:t>
            </a:r>
            <a:r>
              <a:rPr dirty="0"/>
              <a:t>transceiver</a:t>
            </a:r>
            <a:r>
              <a:rPr spc="-75" dirty="0"/>
              <a:t> </a:t>
            </a:r>
            <a:r>
              <a:rPr spc="-10" dirty="0"/>
              <a:t>documentation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397092"/>
            <a:ext cx="5926455" cy="157988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Study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characteristics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SX1272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Study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characteristics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SX1276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Spreading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Factor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SNR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(page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25)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948" y="1767786"/>
            <a:ext cx="10515600" cy="43110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decibel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helps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represent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ratio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(dB)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or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(dBm).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RSSI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received.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If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RSSI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above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receiver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sensitivity,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transmission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successful.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Link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budget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evaluate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potential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transmission.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SNR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ratio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between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signal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noise.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Segoe UI"/>
                <a:cs typeface="Segoe UI"/>
              </a:rPr>
              <a:t>With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high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SF,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reception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capabilities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are</a:t>
            </a:r>
            <a:r>
              <a:rPr sz="2400" spc="-9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improved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(sensitivity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SNR)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2400">
              <a:latin typeface="Segoe UI"/>
              <a:cs typeface="Segoe UI"/>
            </a:endParaRPr>
          </a:p>
          <a:p>
            <a:pPr marL="125730" algn="ctr">
              <a:lnSpc>
                <a:spcPct val="100000"/>
              </a:lnSpc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about</a:t>
            </a: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bitrate</a:t>
            </a:r>
            <a:r>
              <a:rPr sz="3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50" dirty="0"/>
              <a:t> </a:t>
            </a:r>
            <a:r>
              <a:rPr spc="-10" dirty="0"/>
              <a:t>RECAP</a:t>
            </a:r>
          </a:p>
        </p:txBody>
      </p:sp>
      <p:sp>
        <p:nvSpPr>
          <p:cNvPr id="4" name="object 4"/>
          <p:cNvSpPr/>
          <p:nvPr/>
        </p:nvSpPr>
        <p:spPr>
          <a:xfrm>
            <a:off x="3492739" y="331261"/>
            <a:ext cx="518159" cy="659765"/>
          </a:xfrm>
          <a:custGeom>
            <a:avLst/>
            <a:gdLst/>
            <a:ahLst/>
            <a:cxnLst/>
            <a:rect l="l" t="t" r="r" b="b"/>
            <a:pathLst>
              <a:path w="518160" h="659765">
                <a:moveTo>
                  <a:pt x="367105" y="659478"/>
                </a:moveTo>
                <a:lnTo>
                  <a:pt x="197672" y="659478"/>
                </a:lnTo>
                <a:lnTo>
                  <a:pt x="135094" y="651640"/>
                </a:lnTo>
                <a:lnTo>
                  <a:pt x="92849" y="632948"/>
                </a:lnTo>
                <a:lnTo>
                  <a:pt x="62125" y="610639"/>
                </a:lnTo>
                <a:lnTo>
                  <a:pt x="34112" y="591948"/>
                </a:lnTo>
                <a:lnTo>
                  <a:pt x="0" y="584109"/>
                </a:lnTo>
                <a:lnTo>
                  <a:pt x="0" y="282633"/>
                </a:lnTo>
                <a:lnTo>
                  <a:pt x="10274" y="277030"/>
                </a:lnTo>
                <a:lnTo>
                  <a:pt x="34825" y="262033"/>
                </a:lnTo>
                <a:lnTo>
                  <a:pt x="67872" y="237939"/>
                </a:lnTo>
                <a:lnTo>
                  <a:pt x="103635" y="205045"/>
                </a:lnTo>
                <a:lnTo>
                  <a:pt x="136337" y="163647"/>
                </a:lnTo>
                <a:lnTo>
                  <a:pt x="160196" y="114042"/>
                </a:lnTo>
                <a:lnTo>
                  <a:pt x="169433" y="56526"/>
                </a:lnTo>
                <a:lnTo>
                  <a:pt x="173889" y="34578"/>
                </a:lnTo>
                <a:lnTo>
                  <a:pt x="186023" y="16604"/>
                </a:lnTo>
                <a:lnTo>
                  <a:pt x="203981" y="4460"/>
                </a:lnTo>
                <a:lnTo>
                  <a:pt x="225911" y="0"/>
                </a:lnTo>
                <a:lnTo>
                  <a:pt x="247840" y="4460"/>
                </a:lnTo>
                <a:lnTo>
                  <a:pt x="265798" y="16604"/>
                </a:lnTo>
                <a:lnTo>
                  <a:pt x="277932" y="34578"/>
                </a:lnTo>
                <a:lnTo>
                  <a:pt x="282389" y="56526"/>
                </a:lnTo>
                <a:lnTo>
                  <a:pt x="278109" y="136709"/>
                </a:lnTo>
                <a:lnTo>
                  <a:pt x="268622" y="188540"/>
                </a:lnTo>
                <a:lnTo>
                  <a:pt x="258959" y="219350"/>
                </a:lnTo>
                <a:lnTo>
                  <a:pt x="254150" y="236470"/>
                </a:lnTo>
                <a:lnTo>
                  <a:pt x="256841" y="247098"/>
                </a:lnTo>
                <a:lnTo>
                  <a:pt x="262974" y="255783"/>
                </a:lnTo>
                <a:lnTo>
                  <a:pt x="271755" y="261642"/>
                </a:lnTo>
                <a:lnTo>
                  <a:pt x="282389" y="263791"/>
                </a:lnTo>
                <a:lnTo>
                  <a:pt x="461235" y="263791"/>
                </a:lnTo>
                <a:lnTo>
                  <a:pt x="483164" y="268251"/>
                </a:lnTo>
                <a:lnTo>
                  <a:pt x="501122" y="280396"/>
                </a:lnTo>
                <a:lnTo>
                  <a:pt x="513256" y="298369"/>
                </a:lnTo>
                <a:lnTo>
                  <a:pt x="517713" y="320318"/>
                </a:lnTo>
                <a:lnTo>
                  <a:pt x="515021" y="337835"/>
                </a:lnTo>
                <a:lnTo>
                  <a:pt x="507476" y="353056"/>
                </a:lnTo>
                <a:lnTo>
                  <a:pt x="495872" y="365098"/>
                </a:lnTo>
                <a:lnTo>
                  <a:pt x="481002" y="373076"/>
                </a:lnTo>
                <a:lnTo>
                  <a:pt x="488562" y="381673"/>
                </a:lnTo>
                <a:lnTo>
                  <a:pt x="494180" y="391683"/>
                </a:lnTo>
                <a:lnTo>
                  <a:pt x="497681" y="402753"/>
                </a:lnTo>
                <a:lnTo>
                  <a:pt x="498887" y="414529"/>
                </a:lnTo>
                <a:lnTo>
                  <a:pt x="495548" y="433401"/>
                </a:lnTo>
                <a:lnTo>
                  <a:pt x="486297" y="449623"/>
                </a:lnTo>
                <a:lnTo>
                  <a:pt x="472280" y="461958"/>
                </a:lnTo>
                <a:lnTo>
                  <a:pt x="454646" y="469172"/>
                </a:lnTo>
                <a:lnTo>
                  <a:pt x="461514" y="477606"/>
                </a:lnTo>
                <a:lnTo>
                  <a:pt x="466530" y="487189"/>
                </a:lnTo>
                <a:lnTo>
                  <a:pt x="469604" y="497656"/>
                </a:lnTo>
                <a:lnTo>
                  <a:pt x="470648" y="508740"/>
                </a:lnTo>
                <a:lnTo>
                  <a:pt x="466191" y="530689"/>
                </a:lnTo>
                <a:lnTo>
                  <a:pt x="454058" y="548662"/>
                </a:lnTo>
                <a:lnTo>
                  <a:pt x="436099" y="560807"/>
                </a:lnTo>
                <a:lnTo>
                  <a:pt x="414170" y="565267"/>
                </a:lnTo>
                <a:lnTo>
                  <a:pt x="408522" y="565267"/>
                </a:lnTo>
                <a:lnTo>
                  <a:pt x="414847" y="573010"/>
                </a:lnTo>
                <a:lnTo>
                  <a:pt x="419583" y="581990"/>
                </a:lnTo>
                <a:lnTo>
                  <a:pt x="422554" y="592029"/>
                </a:lnTo>
                <a:lnTo>
                  <a:pt x="423583" y="602952"/>
                </a:lnTo>
                <a:lnTo>
                  <a:pt x="419127" y="624900"/>
                </a:lnTo>
                <a:lnTo>
                  <a:pt x="406993" y="642874"/>
                </a:lnTo>
                <a:lnTo>
                  <a:pt x="389035" y="655018"/>
                </a:lnTo>
                <a:lnTo>
                  <a:pt x="367105" y="659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57415" y="566790"/>
            <a:ext cx="179070" cy="396240"/>
          </a:xfrm>
          <a:custGeom>
            <a:avLst/>
            <a:gdLst/>
            <a:ahLst/>
            <a:cxnLst/>
            <a:rect l="l" t="t" r="r" b="b"/>
            <a:pathLst>
              <a:path w="179070" h="396240">
                <a:moveTo>
                  <a:pt x="141194" y="395687"/>
                </a:moveTo>
                <a:lnTo>
                  <a:pt x="0" y="395687"/>
                </a:lnTo>
                <a:lnTo>
                  <a:pt x="0" y="0"/>
                </a:lnTo>
                <a:lnTo>
                  <a:pt x="141194" y="0"/>
                </a:lnTo>
                <a:lnTo>
                  <a:pt x="155814" y="2973"/>
                </a:lnTo>
                <a:lnTo>
                  <a:pt x="167786" y="11069"/>
                </a:lnTo>
                <a:lnTo>
                  <a:pt x="175875" y="23052"/>
                </a:lnTo>
                <a:lnTo>
                  <a:pt x="178846" y="37684"/>
                </a:lnTo>
                <a:lnTo>
                  <a:pt x="178846" y="358002"/>
                </a:lnTo>
                <a:lnTo>
                  <a:pt x="175875" y="372634"/>
                </a:lnTo>
                <a:lnTo>
                  <a:pt x="167786" y="384617"/>
                </a:lnTo>
                <a:lnTo>
                  <a:pt x="155814" y="392713"/>
                </a:lnTo>
                <a:lnTo>
                  <a:pt x="141194" y="39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593" y="1369250"/>
            <a:ext cx="546290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3240" marR="5080" indent="-51054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LoRa</a:t>
            </a:r>
            <a:r>
              <a:rPr sz="6000" spc="-15" dirty="0"/>
              <a:t> </a:t>
            </a:r>
            <a:r>
              <a:rPr sz="6000" spc="-10" dirty="0"/>
              <a:t>modulation </a:t>
            </a:r>
            <a:r>
              <a:rPr sz="6000" dirty="0"/>
              <a:t>Physical</a:t>
            </a:r>
            <a:r>
              <a:rPr sz="6000" spc="-50" dirty="0"/>
              <a:t> </a:t>
            </a:r>
            <a:r>
              <a:rPr sz="6000" spc="-10" dirty="0"/>
              <a:t>Layer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2117089" y="3382962"/>
            <a:ext cx="7845425" cy="2463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LoRa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4472C4"/>
                </a:solidFill>
                <a:latin typeface="Segoe UI"/>
                <a:cs typeface="Segoe UI"/>
              </a:rPr>
              <a:t>frame</a:t>
            </a:r>
            <a:endParaRPr sz="24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LoRa</a:t>
            </a:r>
            <a:r>
              <a:rPr sz="2400" spc="-7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bitrate:</a:t>
            </a:r>
            <a:r>
              <a:rPr sz="2400" spc="-9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Spreading</a:t>
            </a:r>
            <a:r>
              <a:rPr sz="2400" spc="-7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35" dirty="0">
                <a:solidFill>
                  <a:srgbClr val="4472C4"/>
                </a:solidFill>
                <a:latin typeface="Segoe UI"/>
                <a:cs typeface="Segoe UI"/>
              </a:rPr>
              <a:t>Factor,</a:t>
            </a:r>
            <a:r>
              <a:rPr sz="2400" spc="-8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Coding</a:t>
            </a:r>
            <a:r>
              <a:rPr sz="24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Rate,</a:t>
            </a:r>
            <a:r>
              <a:rPr sz="2400" spc="-9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Bandwidth, </a:t>
            </a:r>
            <a:r>
              <a:rPr sz="2400" spc="-20" dirty="0">
                <a:solidFill>
                  <a:srgbClr val="4472C4"/>
                </a:solidFill>
                <a:latin typeface="Segoe UI"/>
                <a:cs typeface="Segoe UI"/>
              </a:rPr>
              <a:t>Time-</a:t>
            </a:r>
            <a:r>
              <a:rPr sz="2400" spc="-25" dirty="0">
                <a:solidFill>
                  <a:srgbClr val="4472C4"/>
                </a:solidFill>
                <a:latin typeface="Segoe UI"/>
                <a:cs typeface="Segoe UI"/>
              </a:rPr>
              <a:t>On-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Air</a:t>
            </a:r>
            <a:r>
              <a:rPr sz="2400" spc="3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and</a:t>
            </a:r>
            <a:r>
              <a:rPr sz="2400" spc="2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20" dirty="0">
                <a:solidFill>
                  <a:srgbClr val="4472C4"/>
                </a:solidFill>
                <a:latin typeface="Segoe UI"/>
                <a:cs typeface="Segoe UI"/>
              </a:rPr>
              <a:t>Duty-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Cycle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simulation</a:t>
            </a:r>
            <a:r>
              <a:rPr sz="2400" spc="-2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</a:t>
            </a:r>
            <a:r>
              <a:rPr sz="24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LoRa</a:t>
            </a:r>
            <a:r>
              <a:rPr sz="24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transmission</a:t>
            </a:r>
            <a:endParaRPr sz="2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consumption</a:t>
            </a:r>
            <a:r>
              <a:rPr sz="2400" spc="-2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and</a:t>
            </a:r>
            <a:r>
              <a:rPr sz="24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4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autonomy</a:t>
            </a:r>
            <a:r>
              <a:rPr sz="2400" spc="-3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4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a</a:t>
            </a:r>
            <a:r>
              <a:rPr sz="24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dirty="0">
                <a:solidFill>
                  <a:srgbClr val="4472C4"/>
                </a:solidFill>
                <a:latin typeface="Segoe UI"/>
                <a:cs typeface="Segoe UI"/>
              </a:rPr>
              <a:t>LoRa</a:t>
            </a:r>
            <a:r>
              <a:rPr sz="24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400" spc="-10" dirty="0">
                <a:solidFill>
                  <a:srgbClr val="4472C4"/>
                </a:solidFill>
                <a:latin typeface="Segoe UI"/>
                <a:cs typeface="Segoe UI"/>
              </a:rPr>
              <a:t>device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Chirp</a:t>
            </a:r>
            <a:r>
              <a:rPr spc="-50" dirty="0"/>
              <a:t> </a:t>
            </a:r>
            <a:r>
              <a:rPr dirty="0"/>
              <a:t>(symbol)</a:t>
            </a:r>
            <a:r>
              <a:rPr spc="-5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9" y="1549492"/>
            <a:ext cx="4821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Segoe UI"/>
                <a:cs typeface="Segoe UI"/>
              </a:rPr>
              <a:t>C</a:t>
            </a:r>
            <a:r>
              <a:rPr sz="2400" dirty="0">
                <a:latin typeface="Segoe UI"/>
                <a:cs typeface="Segoe UI"/>
              </a:rPr>
              <a:t>hirp</a:t>
            </a:r>
            <a:r>
              <a:rPr sz="2400" spc="-6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pread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pectrum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b="1" spc="-10" dirty="0">
                <a:latin typeface="Segoe UI"/>
                <a:cs typeface="Segoe UI"/>
              </a:rPr>
              <a:t>M</a:t>
            </a:r>
            <a:r>
              <a:rPr sz="2400" spc="-10" dirty="0">
                <a:latin typeface="Segoe UI"/>
                <a:cs typeface="Segoe UI"/>
              </a:rPr>
              <a:t>odulation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135" y="2307035"/>
            <a:ext cx="4694035" cy="35265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90233" y="2844273"/>
            <a:ext cx="1311275" cy="142176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125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kHz</a:t>
            </a:r>
            <a:endParaRPr sz="2000">
              <a:latin typeface="Calibri"/>
              <a:cs typeface="Calibri"/>
            </a:endParaRPr>
          </a:p>
          <a:p>
            <a:pPr marR="105410" algn="ctr">
              <a:lnSpc>
                <a:spcPct val="100000"/>
              </a:lnSpc>
              <a:spcBef>
                <a:spcPts val="1265"/>
              </a:spcBef>
            </a:pP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500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kHz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40823" y="4815840"/>
            <a:ext cx="195580" cy="312420"/>
          </a:xfrm>
          <a:custGeom>
            <a:avLst/>
            <a:gdLst/>
            <a:ahLst/>
            <a:cxnLst/>
            <a:rect l="l" t="t" r="r" b="b"/>
            <a:pathLst>
              <a:path w="195579" h="312420">
                <a:moveTo>
                  <a:pt x="146304" y="0"/>
                </a:moveTo>
                <a:lnTo>
                  <a:pt x="48768" y="0"/>
                </a:lnTo>
                <a:lnTo>
                  <a:pt x="48768" y="214884"/>
                </a:lnTo>
                <a:lnTo>
                  <a:pt x="0" y="214884"/>
                </a:lnTo>
                <a:lnTo>
                  <a:pt x="97536" y="312420"/>
                </a:lnTo>
                <a:lnTo>
                  <a:pt x="195072" y="214884"/>
                </a:lnTo>
                <a:lnTo>
                  <a:pt x="146304" y="214884"/>
                </a:lnTo>
                <a:lnTo>
                  <a:pt x="1463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11461" y="2280666"/>
            <a:ext cx="655320" cy="287020"/>
          </a:xfrm>
          <a:custGeom>
            <a:avLst/>
            <a:gdLst/>
            <a:ahLst/>
            <a:cxnLst/>
            <a:rect l="l" t="t" r="r" b="b"/>
            <a:pathLst>
              <a:path w="655320" h="287019">
                <a:moveTo>
                  <a:pt x="0" y="286512"/>
                </a:moveTo>
                <a:lnTo>
                  <a:pt x="22972" y="233366"/>
                </a:lnTo>
                <a:lnTo>
                  <a:pt x="46107" y="181870"/>
                </a:lnTo>
                <a:lnTo>
                  <a:pt x="69565" y="133677"/>
                </a:lnTo>
                <a:lnTo>
                  <a:pt x="93510" y="90435"/>
                </a:lnTo>
                <a:lnTo>
                  <a:pt x="118102" y="53795"/>
                </a:lnTo>
                <a:lnTo>
                  <a:pt x="169876" y="6927"/>
                </a:lnTo>
                <a:lnTo>
                  <a:pt x="197383" y="0"/>
                </a:lnTo>
                <a:lnTo>
                  <a:pt x="223290" y="9079"/>
                </a:lnTo>
                <a:lnTo>
                  <a:pt x="250724" y="34312"/>
                </a:lnTo>
                <a:lnTo>
                  <a:pt x="279263" y="71099"/>
                </a:lnTo>
                <a:lnTo>
                  <a:pt x="308485" y="114842"/>
                </a:lnTo>
                <a:lnTo>
                  <a:pt x="337966" y="160943"/>
                </a:lnTo>
                <a:lnTo>
                  <a:pt x="367284" y="204803"/>
                </a:lnTo>
                <a:lnTo>
                  <a:pt x="396017" y="241826"/>
                </a:lnTo>
                <a:lnTo>
                  <a:pt x="423742" y="267411"/>
                </a:lnTo>
                <a:lnTo>
                  <a:pt x="450037" y="276961"/>
                </a:lnTo>
                <a:lnTo>
                  <a:pt x="478127" y="270740"/>
                </a:lnTo>
                <a:lnTo>
                  <a:pt x="531531" y="225842"/>
                </a:lnTo>
                <a:lnTo>
                  <a:pt x="557122" y="190411"/>
                </a:lnTo>
                <a:lnTo>
                  <a:pt x="582157" y="148488"/>
                </a:lnTo>
                <a:lnTo>
                  <a:pt x="606776" y="101696"/>
                </a:lnTo>
                <a:lnTo>
                  <a:pt x="631117" y="51659"/>
                </a:lnTo>
                <a:lnTo>
                  <a:pt x="655320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05850" y="2763779"/>
            <a:ext cx="2066925" cy="1818639"/>
          </a:xfrm>
          <a:custGeom>
            <a:avLst/>
            <a:gdLst/>
            <a:ahLst/>
            <a:cxnLst/>
            <a:rect l="l" t="t" r="r" b="b"/>
            <a:pathLst>
              <a:path w="2066925" h="1818639">
                <a:moveTo>
                  <a:pt x="0" y="303022"/>
                </a:moveTo>
                <a:lnTo>
                  <a:pt x="3966" y="253868"/>
                </a:lnTo>
                <a:lnTo>
                  <a:pt x="15448" y="207241"/>
                </a:lnTo>
                <a:lnTo>
                  <a:pt x="33823" y="163763"/>
                </a:lnTo>
                <a:lnTo>
                  <a:pt x="58467" y="124058"/>
                </a:lnTo>
                <a:lnTo>
                  <a:pt x="88755" y="88750"/>
                </a:lnTo>
                <a:lnTo>
                  <a:pt x="124063" y="58463"/>
                </a:lnTo>
                <a:lnTo>
                  <a:pt x="163768" y="33821"/>
                </a:lnTo>
                <a:lnTo>
                  <a:pt x="207246" y="15447"/>
                </a:lnTo>
                <a:lnTo>
                  <a:pt x="253871" y="3965"/>
                </a:lnTo>
                <a:lnTo>
                  <a:pt x="303022" y="0"/>
                </a:lnTo>
                <a:lnTo>
                  <a:pt x="1763522" y="0"/>
                </a:lnTo>
                <a:lnTo>
                  <a:pt x="1812672" y="3965"/>
                </a:lnTo>
                <a:lnTo>
                  <a:pt x="1859297" y="15447"/>
                </a:lnTo>
                <a:lnTo>
                  <a:pt x="1902775" y="33821"/>
                </a:lnTo>
                <a:lnTo>
                  <a:pt x="1942480" y="58463"/>
                </a:lnTo>
                <a:lnTo>
                  <a:pt x="1977788" y="88750"/>
                </a:lnTo>
                <a:lnTo>
                  <a:pt x="2008076" y="124058"/>
                </a:lnTo>
                <a:lnTo>
                  <a:pt x="2032720" y="163763"/>
                </a:lnTo>
                <a:lnTo>
                  <a:pt x="2051095" y="207241"/>
                </a:lnTo>
                <a:lnTo>
                  <a:pt x="2062577" y="253868"/>
                </a:lnTo>
                <a:lnTo>
                  <a:pt x="2066544" y="303022"/>
                </a:lnTo>
                <a:lnTo>
                  <a:pt x="2066544" y="1515097"/>
                </a:lnTo>
                <a:lnTo>
                  <a:pt x="2062577" y="1564250"/>
                </a:lnTo>
                <a:lnTo>
                  <a:pt x="2051095" y="1610879"/>
                </a:lnTo>
                <a:lnTo>
                  <a:pt x="2032720" y="1654358"/>
                </a:lnTo>
                <a:lnTo>
                  <a:pt x="2008076" y="1694065"/>
                </a:lnTo>
                <a:lnTo>
                  <a:pt x="1977788" y="1729374"/>
                </a:lnTo>
                <a:lnTo>
                  <a:pt x="1942480" y="1759663"/>
                </a:lnTo>
                <a:lnTo>
                  <a:pt x="1902775" y="1784307"/>
                </a:lnTo>
                <a:lnTo>
                  <a:pt x="1859297" y="1802683"/>
                </a:lnTo>
                <a:lnTo>
                  <a:pt x="1812672" y="1814165"/>
                </a:lnTo>
                <a:lnTo>
                  <a:pt x="1763522" y="1818132"/>
                </a:lnTo>
                <a:lnTo>
                  <a:pt x="303022" y="1818132"/>
                </a:lnTo>
                <a:lnTo>
                  <a:pt x="253871" y="1814165"/>
                </a:lnTo>
                <a:lnTo>
                  <a:pt x="207246" y="1802683"/>
                </a:lnTo>
                <a:lnTo>
                  <a:pt x="163768" y="1784307"/>
                </a:lnTo>
                <a:lnTo>
                  <a:pt x="124063" y="1759663"/>
                </a:lnTo>
                <a:lnTo>
                  <a:pt x="88755" y="1729374"/>
                </a:lnTo>
                <a:lnTo>
                  <a:pt x="58467" y="1694065"/>
                </a:lnTo>
                <a:lnTo>
                  <a:pt x="33823" y="1654358"/>
                </a:lnTo>
                <a:lnTo>
                  <a:pt x="15448" y="1610879"/>
                </a:lnTo>
                <a:lnTo>
                  <a:pt x="3966" y="1564250"/>
                </a:lnTo>
                <a:lnTo>
                  <a:pt x="0" y="1515097"/>
                </a:lnTo>
                <a:lnTo>
                  <a:pt x="0" y="303022"/>
                </a:lnTo>
                <a:close/>
              </a:path>
            </a:pathLst>
          </a:custGeom>
          <a:ln w="2857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52133" y="5145161"/>
            <a:ext cx="1387475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8625" marR="5080" indent="-416559">
              <a:lnSpc>
                <a:spcPct val="100499"/>
              </a:lnSpc>
              <a:spcBef>
                <a:spcPts val="9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BANDWIDTH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(BW)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Chirp</a:t>
            </a:r>
            <a:r>
              <a:rPr spc="-50" dirty="0"/>
              <a:t> </a:t>
            </a:r>
            <a:r>
              <a:rPr dirty="0"/>
              <a:t>(symbol)</a:t>
            </a:r>
            <a:r>
              <a:rPr spc="-5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44992" y="1841750"/>
            <a:ext cx="6035675" cy="3928110"/>
            <a:chOff x="3844992" y="1841750"/>
            <a:chExt cx="6035675" cy="3928110"/>
          </a:xfrm>
        </p:grpSpPr>
        <p:sp>
          <p:nvSpPr>
            <p:cNvPr id="4" name="object 4"/>
            <p:cNvSpPr/>
            <p:nvPr/>
          </p:nvSpPr>
          <p:spPr>
            <a:xfrm>
              <a:off x="3877818" y="1913185"/>
              <a:ext cx="10160" cy="3814445"/>
            </a:xfrm>
            <a:custGeom>
              <a:avLst/>
              <a:gdLst/>
              <a:ahLst/>
              <a:cxnLst/>
              <a:rect l="l" t="t" r="r" b="b"/>
              <a:pathLst>
                <a:path w="10160" h="3814445">
                  <a:moveTo>
                    <a:pt x="0" y="3813873"/>
                  </a:moveTo>
                  <a:lnTo>
                    <a:pt x="10071" y="0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4992" y="1841750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43091" y="0"/>
                  </a:moveTo>
                  <a:lnTo>
                    <a:pt x="0" y="85610"/>
                  </a:lnTo>
                  <a:lnTo>
                    <a:pt x="85725" y="85839"/>
                  </a:lnTo>
                  <a:lnTo>
                    <a:pt x="4309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77818" y="5726444"/>
              <a:ext cx="5931535" cy="1270"/>
            </a:xfrm>
            <a:custGeom>
              <a:avLst/>
              <a:gdLst/>
              <a:ahLst/>
              <a:cxnLst/>
              <a:rect l="l" t="t" r="r" b="b"/>
              <a:pathLst>
                <a:path w="5931534" h="1270">
                  <a:moveTo>
                    <a:pt x="0" y="698"/>
                  </a:moveTo>
                  <a:lnTo>
                    <a:pt x="5931344" y="0"/>
                  </a:lnTo>
                </a:path>
              </a:pathLst>
            </a:custGeom>
            <a:ln w="28574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94863" y="5683581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0" y="0"/>
                  </a:moveTo>
                  <a:lnTo>
                    <a:pt x="12" y="85725"/>
                  </a:lnTo>
                  <a:lnTo>
                    <a:pt x="85737" y="428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7056" y="4247388"/>
              <a:ext cx="5089525" cy="0"/>
            </a:xfrm>
            <a:custGeom>
              <a:avLst/>
              <a:gdLst/>
              <a:ahLst/>
              <a:cxnLst/>
              <a:rect l="l" t="t" r="r" b="b"/>
              <a:pathLst>
                <a:path w="5089525">
                  <a:moveTo>
                    <a:pt x="0" y="0"/>
                  </a:moveTo>
                  <a:lnTo>
                    <a:pt x="5089512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74892" y="2871209"/>
              <a:ext cx="0" cy="2854960"/>
            </a:xfrm>
            <a:custGeom>
              <a:avLst/>
              <a:gdLst/>
              <a:ahLst/>
              <a:cxnLst/>
              <a:rect l="l" t="t" r="r" b="b"/>
              <a:pathLst>
                <a:path h="2854960">
                  <a:moveTo>
                    <a:pt x="0" y="285457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7724" y="2871218"/>
              <a:ext cx="2487295" cy="2854960"/>
            </a:xfrm>
            <a:custGeom>
              <a:avLst/>
              <a:gdLst/>
              <a:ahLst/>
              <a:cxnLst/>
              <a:rect l="l" t="t" r="r" b="b"/>
              <a:pathLst>
                <a:path w="2487295" h="2854960">
                  <a:moveTo>
                    <a:pt x="0" y="2854566"/>
                  </a:moveTo>
                  <a:lnTo>
                    <a:pt x="248699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9276" y="2871218"/>
              <a:ext cx="2487295" cy="2854960"/>
            </a:xfrm>
            <a:custGeom>
              <a:avLst/>
              <a:gdLst/>
              <a:ahLst/>
              <a:cxnLst/>
              <a:rect l="l" t="t" r="r" b="b"/>
              <a:pathLst>
                <a:path w="2487295" h="2854960">
                  <a:moveTo>
                    <a:pt x="0" y="2854566"/>
                  </a:moveTo>
                  <a:lnTo>
                    <a:pt x="248699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87724" y="2871216"/>
              <a:ext cx="5089525" cy="0"/>
            </a:xfrm>
            <a:custGeom>
              <a:avLst/>
              <a:gdLst/>
              <a:ahLst/>
              <a:cxnLst/>
              <a:rect l="l" t="t" r="r" b="b"/>
              <a:pathLst>
                <a:path w="5089525">
                  <a:moveTo>
                    <a:pt x="0" y="0"/>
                  </a:moveTo>
                  <a:lnTo>
                    <a:pt x="5089512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86444" y="2871209"/>
              <a:ext cx="0" cy="2854960"/>
            </a:xfrm>
            <a:custGeom>
              <a:avLst/>
              <a:gdLst/>
              <a:ahLst/>
              <a:cxnLst/>
              <a:rect l="l" t="t" r="r" b="b"/>
              <a:pathLst>
                <a:path h="2854960">
                  <a:moveTo>
                    <a:pt x="0" y="285457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1224" y="2580131"/>
              <a:ext cx="2360295" cy="0"/>
            </a:xfrm>
            <a:custGeom>
              <a:avLst/>
              <a:gdLst/>
              <a:ahLst/>
              <a:cxnLst/>
              <a:rect l="l" t="t" r="r" b="b"/>
              <a:pathLst>
                <a:path w="2360295">
                  <a:moveTo>
                    <a:pt x="0" y="0"/>
                  </a:moveTo>
                  <a:lnTo>
                    <a:pt x="2359990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87724" y="2542031"/>
              <a:ext cx="2487295" cy="76200"/>
            </a:xfrm>
            <a:custGeom>
              <a:avLst/>
              <a:gdLst/>
              <a:ahLst/>
              <a:cxnLst/>
              <a:rect l="l" t="t" r="r" b="b"/>
              <a:pathLst>
                <a:path w="248729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487295" h="76200">
                  <a:moveTo>
                    <a:pt x="2486990" y="38100"/>
                  </a:moveTo>
                  <a:lnTo>
                    <a:pt x="2410790" y="0"/>
                  </a:lnTo>
                  <a:lnTo>
                    <a:pt x="2410790" y="76200"/>
                  </a:lnTo>
                  <a:lnTo>
                    <a:pt x="2486990" y="381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03087" y="1690829"/>
            <a:ext cx="1638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5B9BD5"/>
                </a:solidFill>
                <a:latin typeface="Segoe UI"/>
                <a:cs typeface="Segoe UI"/>
              </a:rPr>
              <a:t>Frequency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80425" y="5775452"/>
            <a:ext cx="788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5B9BD5"/>
                </a:solidFill>
                <a:latin typeface="Segoe UI"/>
                <a:cs typeface="Segoe UI"/>
              </a:rPr>
              <a:t>Time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4703" y="4130230"/>
            <a:ext cx="141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868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100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000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Hz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4703" y="2718886"/>
            <a:ext cx="141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868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162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500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Hz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95127" y="2363501"/>
            <a:ext cx="759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"/>
                <a:cs typeface="Segoe UI"/>
              </a:rPr>
              <a:t>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symbol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68797" y="2542029"/>
            <a:ext cx="2487295" cy="76200"/>
            <a:chOff x="6368797" y="2542029"/>
            <a:chExt cx="2487295" cy="76200"/>
          </a:xfrm>
        </p:grpSpPr>
        <p:sp>
          <p:nvSpPr>
            <p:cNvPr id="22" name="object 22"/>
            <p:cNvSpPr/>
            <p:nvPr/>
          </p:nvSpPr>
          <p:spPr>
            <a:xfrm>
              <a:off x="6432296" y="2580132"/>
              <a:ext cx="2360295" cy="0"/>
            </a:xfrm>
            <a:custGeom>
              <a:avLst/>
              <a:gdLst/>
              <a:ahLst/>
              <a:cxnLst/>
              <a:rect l="l" t="t" r="r" b="b"/>
              <a:pathLst>
                <a:path w="2360295">
                  <a:moveTo>
                    <a:pt x="0" y="0"/>
                  </a:moveTo>
                  <a:lnTo>
                    <a:pt x="2359990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68796" y="2542031"/>
              <a:ext cx="2487295" cy="76200"/>
            </a:xfrm>
            <a:custGeom>
              <a:avLst/>
              <a:gdLst/>
              <a:ahLst/>
              <a:cxnLst/>
              <a:rect l="l" t="t" r="r" b="b"/>
              <a:pathLst>
                <a:path w="248729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487295" h="76200">
                  <a:moveTo>
                    <a:pt x="2486990" y="38100"/>
                  </a:moveTo>
                  <a:lnTo>
                    <a:pt x="2410790" y="0"/>
                  </a:lnTo>
                  <a:lnTo>
                    <a:pt x="2410790" y="76200"/>
                  </a:lnTo>
                  <a:lnTo>
                    <a:pt x="2486990" y="381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69336" y="2363501"/>
            <a:ext cx="759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"/>
                <a:cs typeface="Segoe UI"/>
              </a:rPr>
              <a:t>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symbol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4703" y="5544716"/>
            <a:ext cx="141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868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037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500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Hz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82901" y="2871977"/>
            <a:ext cx="304800" cy="2758440"/>
          </a:xfrm>
          <a:custGeom>
            <a:avLst/>
            <a:gdLst/>
            <a:ahLst/>
            <a:cxnLst/>
            <a:rect l="l" t="t" r="r" b="b"/>
            <a:pathLst>
              <a:path w="304800" h="2758440">
                <a:moveTo>
                  <a:pt x="304800" y="0"/>
                </a:moveTo>
                <a:lnTo>
                  <a:pt x="256631" y="6429"/>
                </a:lnTo>
                <a:lnTo>
                  <a:pt x="214796" y="24331"/>
                </a:lnTo>
                <a:lnTo>
                  <a:pt x="181805" y="51629"/>
                </a:lnTo>
                <a:lnTo>
                  <a:pt x="160169" y="86244"/>
                </a:lnTo>
                <a:lnTo>
                  <a:pt x="152400" y="126098"/>
                </a:lnTo>
                <a:lnTo>
                  <a:pt x="152400" y="1253121"/>
                </a:lnTo>
                <a:lnTo>
                  <a:pt x="144630" y="1292975"/>
                </a:lnTo>
                <a:lnTo>
                  <a:pt x="122994" y="1327590"/>
                </a:lnTo>
                <a:lnTo>
                  <a:pt x="90003" y="1354888"/>
                </a:lnTo>
                <a:lnTo>
                  <a:pt x="48168" y="1372790"/>
                </a:lnTo>
                <a:lnTo>
                  <a:pt x="0" y="1379220"/>
                </a:lnTo>
                <a:lnTo>
                  <a:pt x="48168" y="1385649"/>
                </a:lnTo>
                <a:lnTo>
                  <a:pt x="90003" y="1403551"/>
                </a:lnTo>
                <a:lnTo>
                  <a:pt x="122994" y="1430849"/>
                </a:lnTo>
                <a:lnTo>
                  <a:pt x="144630" y="1465464"/>
                </a:lnTo>
                <a:lnTo>
                  <a:pt x="152400" y="1505318"/>
                </a:lnTo>
                <a:lnTo>
                  <a:pt x="152400" y="2632341"/>
                </a:lnTo>
                <a:lnTo>
                  <a:pt x="160169" y="2672195"/>
                </a:lnTo>
                <a:lnTo>
                  <a:pt x="181805" y="2706810"/>
                </a:lnTo>
                <a:lnTo>
                  <a:pt x="214796" y="2734108"/>
                </a:lnTo>
                <a:lnTo>
                  <a:pt x="256631" y="2752010"/>
                </a:lnTo>
                <a:lnTo>
                  <a:pt x="304800" y="275844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65860" y="4029518"/>
            <a:ext cx="797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125kHz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6115" y="5480977"/>
            <a:ext cx="9988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-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62,5kHz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1003" y="2645249"/>
            <a:ext cx="1047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62,5kHz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54528" y="3030479"/>
            <a:ext cx="76200" cy="993775"/>
            <a:chOff x="1354528" y="3030479"/>
            <a:chExt cx="76200" cy="993775"/>
          </a:xfrm>
        </p:grpSpPr>
        <p:sp>
          <p:nvSpPr>
            <p:cNvPr id="31" name="object 31"/>
            <p:cNvSpPr/>
            <p:nvPr/>
          </p:nvSpPr>
          <p:spPr>
            <a:xfrm>
              <a:off x="1387601" y="3093975"/>
              <a:ext cx="5715" cy="920750"/>
            </a:xfrm>
            <a:custGeom>
              <a:avLst/>
              <a:gdLst/>
              <a:ahLst/>
              <a:cxnLst/>
              <a:rect l="l" t="t" r="r" b="b"/>
              <a:pathLst>
                <a:path w="5715" h="920750">
                  <a:moveTo>
                    <a:pt x="0" y="920521"/>
                  </a:moveTo>
                  <a:lnTo>
                    <a:pt x="5092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54528" y="303047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519" y="0"/>
                  </a:moveTo>
                  <a:lnTo>
                    <a:pt x="0" y="75984"/>
                  </a:lnTo>
                  <a:lnTo>
                    <a:pt x="76200" y="76403"/>
                  </a:lnTo>
                  <a:lnTo>
                    <a:pt x="385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349783" y="4404740"/>
            <a:ext cx="76200" cy="1061085"/>
            <a:chOff x="1349783" y="4404740"/>
            <a:chExt cx="76200" cy="1061085"/>
          </a:xfrm>
        </p:grpSpPr>
        <p:sp>
          <p:nvSpPr>
            <p:cNvPr id="34" name="object 34"/>
            <p:cNvSpPr/>
            <p:nvPr/>
          </p:nvSpPr>
          <p:spPr>
            <a:xfrm>
              <a:off x="1387602" y="4414265"/>
              <a:ext cx="635" cy="988060"/>
            </a:xfrm>
            <a:custGeom>
              <a:avLst/>
              <a:gdLst/>
              <a:ahLst/>
              <a:cxnLst/>
              <a:rect l="l" t="t" r="r" b="b"/>
              <a:pathLst>
                <a:path w="634" h="988060">
                  <a:moveTo>
                    <a:pt x="0" y="0"/>
                  </a:moveTo>
                  <a:lnTo>
                    <a:pt x="279" y="987958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49783" y="5389520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12"/>
                  </a:lnTo>
                  <a:lnTo>
                    <a:pt x="38112" y="76212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3859148" y="2871214"/>
            <a:ext cx="2510155" cy="2882900"/>
            <a:chOff x="3859148" y="2871214"/>
            <a:chExt cx="2510155" cy="2882900"/>
          </a:xfrm>
        </p:grpSpPr>
        <p:sp>
          <p:nvSpPr>
            <p:cNvPr id="37" name="object 37"/>
            <p:cNvSpPr/>
            <p:nvPr/>
          </p:nvSpPr>
          <p:spPr>
            <a:xfrm>
              <a:off x="3887723" y="2979035"/>
              <a:ext cx="2387600" cy="2746375"/>
            </a:xfrm>
            <a:custGeom>
              <a:avLst/>
              <a:gdLst/>
              <a:ahLst/>
              <a:cxnLst/>
              <a:rect l="l" t="t" r="r" b="b"/>
              <a:pathLst>
                <a:path w="2387600" h="2746375">
                  <a:moveTo>
                    <a:pt x="0" y="2746044"/>
                  </a:moveTo>
                  <a:lnTo>
                    <a:pt x="2387447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91740" y="2871214"/>
              <a:ext cx="177800" cy="186055"/>
            </a:xfrm>
            <a:custGeom>
              <a:avLst/>
              <a:gdLst/>
              <a:ahLst/>
              <a:cxnLst/>
              <a:rect l="l" t="t" r="r" b="b"/>
              <a:pathLst>
                <a:path w="177800" h="186055">
                  <a:moveTo>
                    <a:pt x="177177" y="0"/>
                  </a:moveTo>
                  <a:lnTo>
                    <a:pt x="0" y="73152"/>
                  </a:lnTo>
                  <a:lnTo>
                    <a:pt x="129387" y="185635"/>
                  </a:lnTo>
                  <a:lnTo>
                    <a:pt x="17717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3877817" y="5910834"/>
            <a:ext cx="2522220" cy="303530"/>
          </a:xfrm>
          <a:custGeom>
            <a:avLst/>
            <a:gdLst/>
            <a:ahLst/>
            <a:cxnLst/>
            <a:rect l="l" t="t" r="r" b="b"/>
            <a:pathLst>
              <a:path w="2522220" h="303529">
                <a:moveTo>
                  <a:pt x="0" y="0"/>
                </a:moveTo>
                <a:lnTo>
                  <a:pt x="6396" y="47927"/>
                </a:lnTo>
                <a:lnTo>
                  <a:pt x="24208" y="89553"/>
                </a:lnTo>
                <a:lnTo>
                  <a:pt x="51369" y="122379"/>
                </a:lnTo>
                <a:lnTo>
                  <a:pt x="85813" y="143907"/>
                </a:lnTo>
                <a:lnTo>
                  <a:pt x="125476" y="151637"/>
                </a:lnTo>
                <a:lnTo>
                  <a:pt x="1135634" y="151637"/>
                </a:lnTo>
                <a:lnTo>
                  <a:pt x="1175296" y="159368"/>
                </a:lnTo>
                <a:lnTo>
                  <a:pt x="1209740" y="180896"/>
                </a:lnTo>
                <a:lnTo>
                  <a:pt x="1236901" y="213722"/>
                </a:lnTo>
                <a:lnTo>
                  <a:pt x="1254713" y="255348"/>
                </a:lnTo>
                <a:lnTo>
                  <a:pt x="1261110" y="303275"/>
                </a:lnTo>
                <a:lnTo>
                  <a:pt x="1267506" y="255348"/>
                </a:lnTo>
                <a:lnTo>
                  <a:pt x="1285318" y="213722"/>
                </a:lnTo>
                <a:lnTo>
                  <a:pt x="1312479" y="180896"/>
                </a:lnTo>
                <a:lnTo>
                  <a:pt x="1346923" y="159368"/>
                </a:lnTo>
                <a:lnTo>
                  <a:pt x="1386586" y="151637"/>
                </a:lnTo>
                <a:lnTo>
                  <a:pt x="2396744" y="151637"/>
                </a:lnTo>
                <a:lnTo>
                  <a:pt x="2436406" y="143907"/>
                </a:lnTo>
                <a:lnTo>
                  <a:pt x="2470850" y="122379"/>
                </a:lnTo>
                <a:lnTo>
                  <a:pt x="2498011" y="89553"/>
                </a:lnTo>
                <a:lnTo>
                  <a:pt x="2515823" y="47927"/>
                </a:lnTo>
                <a:lnTo>
                  <a:pt x="252222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259293" y="6294616"/>
            <a:ext cx="19596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Chirp</a:t>
            </a:r>
            <a:r>
              <a:rPr spc="-50" dirty="0"/>
              <a:t> </a:t>
            </a:r>
            <a:r>
              <a:rPr dirty="0"/>
              <a:t>(symbol)</a:t>
            </a:r>
            <a:r>
              <a:rPr spc="-5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27042" y="2614416"/>
            <a:ext cx="6873240" cy="2720975"/>
            <a:chOff x="2327042" y="2614416"/>
            <a:chExt cx="6873240" cy="2720975"/>
          </a:xfrm>
        </p:grpSpPr>
        <p:sp>
          <p:nvSpPr>
            <p:cNvPr id="4" name="object 4"/>
            <p:cNvSpPr/>
            <p:nvPr/>
          </p:nvSpPr>
          <p:spPr>
            <a:xfrm>
              <a:off x="2365039" y="2677922"/>
              <a:ext cx="22860" cy="2620010"/>
            </a:xfrm>
            <a:custGeom>
              <a:avLst/>
              <a:gdLst/>
              <a:ahLst/>
              <a:cxnLst/>
              <a:rect l="l" t="t" r="r" b="b"/>
              <a:pathLst>
                <a:path w="22860" h="2620010">
                  <a:moveTo>
                    <a:pt x="22656" y="261956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27042" y="2614416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439" y="0"/>
                  </a:moveTo>
                  <a:lnTo>
                    <a:pt x="0" y="76530"/>
                  </a:lnTo>
                  <a:lnTo>
                    <a:pt x="76200" y="75869"/>
                  </a:lnTo>
                  <a:lnTo>
                    <a:pt x="3743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87346" y="5296665"/>
              <a:ext cx="6749415" cy="0"/>
            </a:xfrm>
            <a:custGeom>
              <a:avLst/>
              <a:gdLst/>
              <a:ahLst/>
              <a:cxnLst/>
              <a:rect l="l" t="t" r="r" b="b"/>
              <a:pathLst>
                <a:path w="6749415">
                  <a:moveTo>
                    <a:pt x="0" y="0"/>
                  </a:moveTo>
                  <a:lnTo>
                    <a:pt x="6749046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23697" y="52585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6584" y="4386073"/>
              <a:ext cx="6701155" cy="7620"/>
            </a:xfrm>
            <a:custGeom>
              <a:avLst/>
              <a:gdLst/>
              <a:ahLst/>
              <a:cxnLst/>
              <a:rect l="l" t="t" r="r" b="b"/>
              <a:pathLst>
                <a:path w="6701155" h="7620">
                  <a:moveTo>
                    <a:pt x="0" y="7543"/>
                  </a:moveTo>
                  <a:lnTo>
                    <a:pt x="670073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69863" y="4386070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70">
                  <a:moveTo>
                    <a:pt x="0" y="47059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8776" y="3477773"/>
              <a:ext cx="1692275" cy="1819275"/>
            </a:xfrm>
            <a:custGeom>
              <a:avLst/>
              <a:gdLst/>
              <a:ahLst/>
              <a:cxnLst/>
              <a:rect l="l" t="t" r="r" b="b"/>
              <a:pathLst>
                <a:path w="1692275" h="1819275">
                  <a:moveTo>
                    <a:pt x="0" y="1819122"/>
                  </a:moveTo>
                  <a:lnTo>
                    <a:pt x="16921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351303" y="5130449"/>
            <a:ext cx="740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997" y="4266682"/>
            <a:ext cx="129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868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000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997" y="5064276"/>
            <a:ext cx="129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868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037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500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92492" y="2464752"/>
            <a:ext cx="685800" cy="46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Symbol</a:t>
            </a:r>
            <a:r>
              <a:rPr sz="1400" spc="-50" dirty="0">
                <a:latin typeface="Calibri"/>
                <a:cs typeface="Calibri"/>
              </a:rPr>
              <a:t> 0</a:t>
            </a:r>
            <a:endParaRPr sz="14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"00"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63725" y="2563243"/>
            <a:ext cx="6727190" cy="2754630"/>
            <a:chOff x="2363725" y="2563243"/>
            <a:chExt cx="6727190" cy="2754630"/>
          </a:xfrm>
        </p:grpSpPr>
        <p:sp>
          <p:nvSpPr>
            <p:cNvPr id="16" name="object 16"/>
            <p:cNvSpPr/>
            <p:nvPr/>
          </p:nvSpPr>
          <p:spPr>
            <a:xfrm>
              <a:off x="2386584" y="3471665"/>
              <a:ext cx="6701155" cy="22860"/>
            </a:xfrm>
            <a:custGeom>
              <a:avLst/>
              <a:gdLst/>
              <a:ahLst/>
              <a:cxnLst/>
              <a:rect l="l" t="t" r="r" b="b"/>
              <a:pathLst>
                <a:path w="6701155" h="22860">
                  <a:moveTo>
                    <a:pt x="0" y="22821"/>
                  </a:moveTo>
                  <a:lnTo>
                    <a:pt x="670073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2244" y="3494533"/>
              <a:ext cx="844550" cy="901065"/>
            </a:xfrm>
            <a:custGeom>
              <a:avLst/>
              <a:gdLst/>
              <a:ahLst/>
              <a:cxnLst/>
              <a:rect l="l" t="t" r="r" b="b"/>
              <a:pathLst>
                <a:path w="844550" h="901064">
                  <a:moveTo>
                    <a:pt x="0" y="900963"/>
                  </a:moveTo>
                  <a:lnTo>
                    <a:pt x="84392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06539" y="348843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180721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98919" y="4376929"/>
              <a:ext cx="844550" cy="901065"/>
            </a:xfrm>
            <a:custGeom>
              <a:avLst/>
              <a:gdLst/>
              <a:ahLst/>
              <a:cxnLst/>
              <a:rect l="l" t="t" r="r" b="b"/>
              <a:pathLst>
                <a:path w="844550" h="901064">
                  <a:moveTo>
                    <a:pt x="0" y="900963"/>
                  </a:moveTo>
                  <a:lnTo>
                    <a:pt x="84392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93464" y="349148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h="1353820">
                  <a:moveTo>
                    <a:pt x="0" y="135326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93464" y="3496062"/>
              <a:ext cx="1259205" cy="1339850"/>
            </a:xfrm>
            <a:custGeom>
              <a:avLst/>
              <a:gdLst/>
              <a:ahLst/>
              <a:cxnLst/>
              <a:rect l="l" t="t" r="r" b="b"/>
              <a:pathLst>
                <a:path w="1259204" h="1339850">
                  <a:moveTo>
                    <a:pt x="0" y="1339684"/>
                  </a:moveTo>
                  <a:lnTo>
                    <a:pt x="125893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64480" y="3482339"/>
              <a:ext cx="0" cy="1817370"/>
            </a:xfrm>
            <a:custGeom>
              <a:avLst/>
              <a:gdLst/>
              <a:ahLst/>
              <a:cxnLst/>
              <a:rect l="l" t="t" r="r" b="b"/>
              <a:pathLst>
                <a:path h="1817370">
                  <a:moveTo>
                    <a:pt x="0" y="181696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86584" y="4838693"/>
              <a:ext cx="6701155" cy="10795"/>
            </a:xfrm>
            <a:custGeom>
              <a:avLst/>
              <a:gdLst/>
              <a:ahLst/>
              <a:cxnLst/>
              <a:rect l="l" t="t" r="r" b="b"/>
              <a:pathLst>
                <a:path w="6701155" h="10795">
                  <a:moveTo>
                    <a:pt x="0" y="10363"/>
                  </a:moveTo>
                  <a:lnTo>
                    <a:pt x="670073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64480" y="4838696"/>
              <a:ext cx="405765" cy="437515"/>
            </a:xfrm>
            <a:custGeom>
              <a:avLst/>
              <a:gdLst/>
              <a:ahLst/>
              <a:cxnLst/>
              <a:rect l="l" t="t" r="r" b="b"/>
              <a:pathLst>
                <a:path w="405764" h="437514">
                  <a:moveTo>
                    <a:pt x="0" y="437083"/>
                  </a:moveTo>
                  <a:lnTo>
                    <a:pt x="40571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49312" y="3921252"/>
              <a:ext cx="0" cy="448945"/>
            </a:xfrm>
            <a:custGeom>
              <a:avLst/>
              <a:gdLst/>
              <a:ahLst/>
              <a:cxnLst/>
              <a:rect l="l" t="t" r="r" b="b"/>
              <a:pathLst>
                <a:path h="448945">
                  <a:moveTo>
                    <a:pt x="0" y="44853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01824" y="3031236"/>
              <a:ext cx="1652270" cy="0"/>
            </a:xfrm>
            <a:custGeom>
              <a:avLst/>
              <a:gdLst/>
              <a:ahLst/>
              <a:cxnLst/>
              <a:rect l="l" t="t" r="r" b="b"/>
              <a:pathLst>
                <a:path w="1652270">
                  <a:moveTo>
                    <a:pt x="0" y="0"/>
                  </a:moveTo>
                  <a:lnTo>
                    <a:pt x="1651749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63724" y="3005835"/>
              <a:ext cx="1728470" cy="50800"/>
            </a:xfrm>
            <a:custGeom>
              <a:avLst/>
              <a:gdLst/>
              <a:ahLst/>
              <a:cxnLst/>
              <a:rect l="l" t="t" r="r" b="b"/>
              <a:pathLst>
                <a:path w="1728470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1728470" h="50800">
                  <a:moveTo>
                    <a:pt x="1727949" y="25400"/>
                  </a:moveTo>
                  <a:lnTo>
                    <a:pt x="1677149" y="0"/>
                  </a:lnTo>
                  <a:lnTo>
                    <a:pt x="1677149" y="50800"/>
                  </a:lnTo>
                  <a:lnTo>
                    <a:pt x="1727949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93464" y="2574038"/>
              <a:ext cx="0" cy="2701290"/>
            </a:xfrm>
            <a:custGeom>
              <a:avLst/>
              <a:gdLst/>
              <a:ahLst/>
              <a:cxnLst/>
              <a:rect l="l" t="t" r="r" b="b"/>
              <a:pathLst>
                <a:path h="2701290">
                  <a:moveTo>
                    <a:pt x="0" y="270066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69863" y="2613662"/>
              <a:ext cx="0" cy="2701290"/>
            </a:xfrm>
            <a:custGeom>
              <a:avLst/>
              <a:gdLst/>
              <a:ahLst/>
              <a:cxnLst/>
              <a:rect l="l" t="t" r="r" b="b"/>
              <a:pathLst>
                <a:path h="2701290">
                  <a:moveTo>
                    <a:pt x="0" y="270066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49312" y="2566418"/>
              <a:ext cx="0" cy="2701290"/>
            </a:xfrm>
            <a:custGeom>
              <a:avLst/>
              <a:gdLst/>
              <a:ahLst/>
              <a:cxnLst/>
              <a:rect l="l" t="t" r="r" b="b"/>
              <a:pathLst>
                <a:path h="2701290">
                  <a:moveTo>
                    <a:pt x="0" y="270066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30039" y="3025140"/>
              <a:ext cx="1597025" cy="0"/>
            </a:xfrm>
            <a:custGeom>
              <a:avLst/>
              <a:gdLst/>
              <a:ahLst/>
              <a:cxnLst/>
              <a:rect l="l" t="t" r="r" b="b"/>
              <a:pathLst>
                <a:path w="1597025">
                  <a:moveTo>
                    <a:pt x="0" y="0"/>
                  </a:moveTo>
                  <a:lnTo>
                    <a:pt x="1596999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91940" y="2999739"/>
              <a:ext cx="1673225" cy="50800"/>
            </a:xfrm>
            <a:custGeom>
              <a:avLst/>
              <a:gdLst/>
              <a:ahLst/>
              <a:cxnLst/>
              <a:rect l="l" t="t" r="r" b="b"/>
              <a:pathLst>
                <a:path w="1673225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1673225" h="50800">
                  <a:moveTo>
                    <a:pt x="1673186" y="25400"/>
                  </a:moveTo>
                  <a:lnTo>
                    <a:pt x="1622386" y="0"/>
                  </a:lnTo>
                  <a:lnTo>
                    <a:pt x="1622386" y="50800"/>
                  </a:lnTo>
                  <a:lnTo>
                    <a:pt x="1673186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07963" y="3025140"/>
              <a:ext cx="1597025" cy="0"/>
            </a:xfrm>
            <a:custGeom>
              <a:avLst/>
              <a:gdLst/>
              <a:ahLst/>
              <a:cxnLst/>
              <a:rect l="l" t="t" r="r" b="b"/>
              <a:pathLst>
                <a:path w="1597025">
                  <a:moveTo>
                    <a:pt x="0" y="0"/>
                  </a:moveTo>
                  <a:lnTo>
                    <a:pt x="1596999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69864" y="2999739"/>
              <a:ext cx="1673225" cy="50800"/>
            </a:xfrm>
            <a:custGeom>
              <a:avLst/>
              <a:gdLst/>
              <a:ahLst/>
              <a:cxnLst/>
              <a:rect l="l" t="t" r="r" b="b"/>
              <a:pathLst>
                <a:path w="1673225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1673225" h="50800">
                  <a:moveTo>
                    <a:pt x="1673186" y="25400"/>
                  </a:moveTo>
                  <a:lnTo>
                    <a:pt x="1622386" y="0"/>
                  </a:lnTo>
                  <a:lnTo>
                    <a:pt x="1622386" y="50800"/>
                  </a:lnTo>
                  <a:lnTo>
                    <a:pt x="1673186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02972" y="2464748"/>
            <a:ext cx="685800" cy="46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Symbol</a:t>
            </a:r>
            <a:r>
              <a:rPr sz="1400" spc="-50" dirty="0">
                <a:latin typeface="Calibri"/>
                <a:cs typeface="Calibri"/>
              </a:rPr>
              <a:t> 1</a:t>
            </a:r>
            <a:endParaRPr sz="14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"01"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83673" y="2497735"/>
            <a:ext cx="685800" cy="46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Symbol</a:t>
            </a:r>
            <a:r>
              <a:rPr sz="1400" spc="-50" dirty="0">
                <a:latin typeface="Calibri"/>
                <a:cs typeface="Calibri"/>
              </a:rPr>
              <a:t> 2</a:t>
            </a:r>
            <a:endParaRPr sz="14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"10"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436866" y="2563243"/>
            <a:ext cx="1657350" cy="2760980"/>
            <a:chOff x="7436866" y="2563243"/>
            <a:chExt cx="1657350" cy="2760980"/>
          </a:xfrm>
        </p:grpSpPr>
        <p:sp>
          <p:nvSpPr>
            <p:cNvPr id="38" name="object 38"/>
            <p:cNvSpPr/>
            <p:nvPr/>
          </p:nvSpPr>
          <p:spPr>
            <a:xfrm>
              <a:off x="7443216" y="3499098"/>
              <a:ext cx="375285" cy="431165"/>
            </a:xfrm>
            <a:custGeom>
              <a:avLst/>
              <a:gdLst/>
              <a:ahLst/>
              <a:cxnLst/>
              <a:rect l="l" t="t" r="r" b="b"/>
              <a:pathLst>
                <a:path w="375284" h="431164">
                  <a:moveTo>
                    <a:pt x="0" y="430809"/>
                  </a:moveTo>
                  <a:lnTo>
                    <a:pt x="37478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18120" y="3500627"/>
              <a:ext cx="0" cy="1817370"/>
            </a:xfrm>
            <a:custGeom>
              <a:avLst/>
              <a:gdLst/>
              <a:ahLst/>
              <a:cxnLst/>
              <a:rect l="l" t="t" r="r" b="b"/>
              <a:pathLst>
                <a:path h="1817370">
                  <a:moveTo>
                    <a:pt x="0" y="181696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87612" y="2566418"/>
              <a:ext cx="0" cy="2701290"/>
            </a:xfrm>
            <a:custGeom>
              <a:avLst/>
              <a:gdLst/>
              <a:ahLst/>
              <a:cxnLst/>
              <a:rect l="l" t="t" r="r" b="b"/>
              <a:pathLst>
                <a:path h="2701290">
                  <a:moveTo>
                    <a:pt x="0" y="270066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08976" y="3930393"/>
              <a:ext cx="1278890" cy="1372870"/>
            </a:xfrm>
            <a:custGeom>
              <a:avLst/>
              <a:gdLst/>
              <a:ahLst/>
              <a:cxnLst/>
              <a:rect l="l" t="t" r="r" b="b"/>
              <a:pathLst>
                <a:path w="1278890" h="1372870">
                  <a:moveTo>
                    <a:pt x="0" y="1372679"/>
                  </a:moveTo>
                  <a:lnTo>
                    <a:pt x="127864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93508" y="3025140"/>
              <a:ext cx="1556385" cy="0"/>
            </a:xfrm>
            <a:custGeom>
              <a:avLst/>
              <a:gdLst/>
              <a:ahLst/>
              <a:cxnLst/>
              <a:rect l="l" t="t" r="r" b="b"/>
              <a:pathLst>
                <a:path w="1556384">
                  <a:moveTo>
                    <a:pt x="0" y="0"/>
                  </a:moveTo>
                  <a:lnTo>
                    <a:pt x="1556283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55408" y="2999739"/>
              <a:ext cx="1632585" cy="50800"/>
            </a:xfrm>
            <a:custGeom>
              <a:avLst/>
              <a:gdLst/>
              <a:ahLst/>
              <a:cxnLst/>
              <a:rect l="l" t="t" r="r" b="b"/>
              <a:pathLst>
                <a:path w="1632584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1632584" h="50800">
                  <a:moveTo>
                    <a:pt x="1632483" y="25400"/>
                  </a:moveTo>
                  <a:lnTo>
                    <a:pt x="1581683" y="0"/>
                  </a:lnTo>
                  <a:lnTo>
                    <a:pt x="1581683" y="50800"/>
                  </a:lnTo>
                  <a:lnTo>
                    <a:pt x="1632483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900265" y="2515144"/>
            <a:ext cx="685800" cy="46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Symbol</a:t>
            </a:r>
            <a:r>
              <a:rPr sz="1400" spc="-50" dirty="0">
                <a:latin typeface="Calibri"/>
                <a:cs typeface="Calibri"/>
              </a:rPr>
              <a:t> 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"11"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81029" y="3404368"/>
            <a:ext cx="129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868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162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500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Hz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335148" y="1452562"/>
            <a:ext cx="7118350" cy="3891279"/>
            <a:chOff x="2335148" y="1452562"/>
            <a:chExt cx="7118350" cy="3891279"/>
          </a:xfrm>
        </p:grpSpPr>
        <p:sp>
          <p:nvSpPr>
            <p:cNvPr id="47" name="object 47"/>
            <p:cNvSpPr/>
            <p:nvPr/>
          </p:nvSpPr>
          <p:spPr>
            <a:xfrm>
              <a:off x="2386583" y="3921245"/>
              <a:ext cx="6701155" cy="22860"/>
            </a:xfrm>
            <a:custGeom>
              <a:avLst/>
              <a:gdLst/>
              <a:ahLst/>
              <a:cxnLst/>
              <a:rect l="l" t="t" r="r" b="b"/>
              <a:pathLst>
                <a:path w="6701155" h="22860">
                  <a:moveTo>
                    <a:pt x="0" y="22821"/>
                  </a:moveTo>
                  <a:lnTo>
                    <a:pt x="670073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59267" y="1609344"/>
              <a:ext cx="1228725" cy="195580"/>
            </a:xfrm>
            <a:custGeom>
              <a:avLst/>
              <a:gdLst/>
              <a:ahLst/>
              <a:cxnLst/>
              <a:rect l="l" t="t" r="r" b="b"/>
              <a:pathLst>
                <a:path w="1228725" h="195580">
                  <a:moveTo>
                    <a:pt x="1130807" y="0"/>
                  </a:moveTo>
                  <a:lnTo>
                    <a:pt x="1130807" y="48768"/>
                  </a:lnTo>
                  <a:lnTo>
                    <a:pt x="0" y="48768"/>
                  </a:lnTo>
                  <a:lnTo>
                    <a:pt x="0" y="146304"/>
                  </a:lnTo>
                  <a:lnTo>
                    <a:pt x="1130807" y="146304"/>
                  </a:lnTo>
                  <a:lnTo>
                    <a:pt x="1130807" y="195072"/>
                  </a:lnTo>
                  <a:lnTo>
                    <a:pt x="1228343" y="97536"/>
                  </a:lnTo>
                  <a:lnTo>
                    <a:pt x="11308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134093" y="1466850"/>
              <a:ext cx="304800" cy="1100455"/>
            </a:xfrm>
            <a:custGeom>
              <a:avLst/>
              <a:gdLst/>
              <a:ahLst/>
              <a:cxnLst/>
              <a:rect l="l" t="t" r="r" b="b"/>
              <a:pathLst>
                <a:path w="304800" h="1100455">
                  <a:moveTo>
                    <a:pt x="304800" y="0"/>
                  </a:moveTo>
                  <a:lnTo>
                    <a:pt x="256631" y="6315"/>
                  </a:lnTo>
                  <a:lnTo>
                    <a:pt x="214796" y="23900"/>
                  </a:lnTo>
                  <a:lnTo>
                    <a:pt x="181805" y="50716"/>
                  </a:lnTo>
                  <a:lnTo>
                    <a:pt x="160169" y="84721"/>
                  </a:lnTo>
                  <a:lnTo>
                    <a:pt x="152400" y="123875"/>
                  </a:lnTo>
                  <a:lnTo>
                    <a:pt x="144630" y="163024"/>
                  </a:lnTo>
                  <a:lnTo>
                    <a:pt x="122994" y="197025"/>
                  </a:lnTo>
                  <a:lnTo>
                    <a:pt x="90003" y="223838"/>
                  </a:lnTo>
                  <a:lnTo>
                    <a:pt x="48168" y="241423"/>
                  </a:lnTo>
                  <a:lnTo>
                    <a:pt x="0" y="247738"/>
                  </a:lnTo>
                  <a:lnTo>
                    <a:pt x="48168" y="254054"/>
                  </a:lnTo>
                  <a:lnTo>
                    <a:pt x="90003" y="271639"/>
                  </a:lnTo>
                  <a:lnTo>
                    <a:pt x="122994" y="298455"/>
                  </a:lnTo>
                  <a:lnTo>
                    <a:pt x="144630" y="332460"/>
                  </a:lnTo>
                  <a:lnTo>
                    <a:pt x="152400" y="371614"/>
                  </a:lnTo>
                  <a:lnTo>
                    <a:pt x="152400" y="976452"/>
                  </a:lnTo>
                  <a:lnTo>
                    <a:pt x="160169" y="1015606"/>
                  </a:lnTo>
                  <a:lnTo>
                    <a:pt x="181805" y="1049611"/>
                  </a:lnTo>
                  <a:lnTo>
                    <a:pt x="214796" y="1076427"/>
                  </a:lnTo>
                  <a:lnTo>
                    <a:pt x="256631" y="1094012"/>
                  </a:lnTo>
                  <a:lnTo>
                    <a:pt x="304800" y="110032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63723" y="3586288"/>
              <a:ext cx="1630045" cy="1729105"/>
            </a:xfrm>
            <a:custGeom>
              <a:avLst/>
              <a:gdLst/>
              <a:ahLst/>
              <a:cxnLst/>
              <a:rect l="l" t="t" r="r" b="b"/>
              <a:pathLst>
                <a:path w="1630045" h="1729104">
                  <a:moveTo>
                    <a:pt x="0" y="1728546"/>
                  </a:moveTo>
                  <a:lnTo>
                    <a:pt x="162993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11688" y="3482339"/>
              <a:ext cx="180340" cy="184150"/>
            </a:xfrm>
            <a:custGeom>
              <a:avLst/>
              <a:gdLst/>
              <a:ahLst/>
              <a:cxnLst/>
              <a:rect l="l" t="t" r="r" b="b"/>
              <a:pathLst>
                <a:path w="180339" h="184150">
                  <a:moveTo>
                    <a:pt x="179984" y="0"/>
                  </a:moveTo>
                  <a:lnTo>
                    <a:pt x="0" y="65938"/>
                  </a:lnTo>
                  <a:lnTo>
                    <a:pt x="124739" y="183553"/>
                  </a:lnTo>
                  <a:lnTo>
                    <a:pt x="1799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87367" y="3479297"/>
              <a:ext cx="1303655" cy="1381760"/>
            </a:xfrm>
            <a:custGeom>
              <a:avLst/>
              <a:gdLst/>
              <a:ahLst/>
              <a:cxnLst/>
              <a:rect l="l" t="t" r="r" b="b"/>
              <a:pathLst>
                <a:path w="1303654" h="1381760">
                  <a:moveTo>
                    <a:pt x="0" y="1381645"/>
                  </a:moveTo>
                  <a:lnTo>
                    <a:pt x="1303591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81244" y="4950637"/>
              <a:ext cx="285115" cy="325120"/>
            </a:xfrm>
            <a:custGeom>
              <a:avLst/>
              <a:gdLst/>
              <a:ahLst/>
              <a:cxnLst/>
              <a:rect l="l" t="t" r="r" b="b"/>
              <a:pathLst>
                <a:path w="285114" h="325120">
                  <a:moveTo>
                    <a:pt x="0" y="324535"/>
                  </a:moveTo>
                  <a:lnTo>
                    <a:pt x="284949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82919" y="4843277"/>
              <a:ext cx="177800" cy="185420"/>
            </a:xfrm>
            <a:custGeom>
              <a:avLst/>
              <a:gdLst/>
              <a:ahLst/>
              <a:cxnLst/>
              <a:rect l="l" t="t" r="r" b="b"/>
              <a:pathLst>
                <a:path w="177800" h="185420">
                  <a:moveTo>
                    <a:pt x="177533" y="0"/>
                  </a:moveTo>
                  <a:lnTo>
                    <a:pt x="0" y="72275"/>
                  </a:lnTo>
                  <a:lnTo>
                    <a:pt x="128841" y="185394"/>
                  </a:lnTo>
                  <a:lnTo>
                    <a:pt x="17753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94837" y="2394967"/>
              <a:ext cx="879475" cy="567055"/>
            </a:xfrm>
            <a:custGeom>
              <a:avLst/>
              <a:gdLst/>
              <a:ahLst/>
              <a:cxnLst/>
              <a:rect l="l" t="t" r="r" b="b"/>
              <a:pathLst>
                <a:path w="879475" h="567055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8" y="0"/>
                  </a:lnTo>
                  <a:lnTo>
                    <a:pt x="784860" y="0"/>
                  </a:lnTo>
                  <a:lnTo>
                    <a:pt x="821639" y="7425"/>
                  </a:lnTo>
                  <a:lnTo>
                    <a:pt x="851673" y="27674"/>
                  </a:lnTo>
                  <a:lnTo>
                    <a:pt x="871922" y="57708"/>
                  </a:lnTo>
                  <a:lnTo>
                    <a:pt x="879347" y="94487"/>
                  </a:lnTo>
                  <a:lnTo>
                    <a:pt x="879347" y="472440"/>
                  </a:lnTo>
                  <a:lnTo>
                    <a:pt x="871922" y="509219"/>
                  </a:lnTo>
                  <a:lnTo>
                    <a:pt x="851673" y="539253"/>
                  </a:lnTo>
                  <a:lnTo>
                    <a:pt x="821639" y="559502"/>
                  </a:lnTo>
                  <a:lnTo>
                    <a:pt x="784860" y="566928"/>
                  </a:lnTo>
                  <a:lnTo>
                    <a:pt x="94488" y="566928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26101" y="2404112"/>
              <a:ext cx="881380" cy="565785"/>
            </a:xfrm>
            <a:custGeom>
              <a:avLst/>
              <a:gdLst/>
              <a:ahLst/>
              <a:cxnLst/>
              <a:rect l="l" t="t" r="r" b="b"/>
              <a:pathLst>
                <a:path w="881379" h="565785">
                  <a:moveTo>
                    <a:pt x="0" y="94234"/>
                  </a:moveTo>
                  <a:lnTo>
                    <a:pt x="7405" y="57553"/>
                  </a:lnTo>
                  <a:lnTo>
                    <a:pt x="27600" y="27600"/>
                  </a:lnTo>
                  <a:lnTo>
                    <a:pt x="57553" y="7405"/>
                  </a:lnTo>
                  <a:lnTo>
                    <a:pt x="94234" y="0"/>
                  </a:lnTo>
                  <a:lnTo>
                    <a:pt x="786638" y="0"/>
                  </a:lnTo>
                  <a:lnTo>
                    <a:pt x="823318" y="7405"/>
                  </a:lnTo>
                  <a:lnTo>
                    <a:pt x="853271" y="27600"/>
                  </a:lnTo>
                  <a:lnTo>
                    <a:pt x="873466" y="57553"/>
                  </a:lnTo>
                  <a:lnTo>
                    <a:pt x="880872" y="94234"/>
                  </a:lnTo>
                  <a:lnTo>
                    <a:pt x="880872" y="471170"/>
                  </a:lnTo>
                  <a:lnTo>
                    <a:pt x="873466" y="507850"/>
                  </a:lnTo>
                  <a:lnTo>
                    <a:pt x="853271" y="537803"/>
                  </a:lnTo>
                  <a:lnTo>
                    <a:pt x="823318" y="557998"/>
                  </a:lnTo>
                  <a:lnTo>
                    <a:pt x="786638" y="565404"/>
                  </a:lnTo>
                  <a:lnTo>
                    <a:pt x="94234" y="565404"/>
                  </a:lnTo>
                  <a:lnTo>
                    <a:pt x="57553" y="557998"/>
                  </a:lnTo>
                  <a:lnTo>
                    <a:pt x="27600" y="537803"/>
                  </a:lnTo>
                  <a:lnTo>
                    <a:pt x="7405" y="507850"/>
                  </a:lnTo>
                  <a:lnTo>
                    <a:pt x="0" y="471170"/>
                  </a:lnTo>
                  <a:lnTo>
                    <a:pt x="0" y="9423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765291" y="3483869"/>
              <a:ext cx="835660" cy="901065"/>
            </a:xfrm>
            <a:custGeom>
              <a:avLst/>
              <a:gdLst/>
              <a:ahLst/>
              <a:cxnLst/>
              <a:rect l="l" t="t" r="r" b="b"/>
              <a:pathLst>
                <a:path w="835659" h="901064">
                  <a:moveTo>
                    <a:pt x="0" y="900785"/>
                  </a:moveTo>
                  <a:lnTo>
                    <a:pt x="835037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18732" y="4489626"/>
              <a:ext cx="733425" cy="796290"/>
            </a:xfrm>
            <a:custGeom>
              <a:avLst/>
              <a:gdLst/>
              <a:ahLst/>
              <a:cxnLst/>
              <a:rect l="l" t="t" r="r" b="b"/>
              <a:pathLst>
                <a:path w="733425" h="796289">
                  <a:moveTo>
                    <a:pt x="0" y="795807"/>
                  </a:moveTo>
                  <a:lnTo>
                    <a:pt x="733196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9525" y="4384553"/>
              <a:ext cx="179705" cy="184785"/>
            </a:xfrm>
            <a:custGeom>
              <a:avLst/>
              <a:gdLst/>
              <a:ahLst/>
              <a:cxnLst/>
              <a:rect l="l" t="t" r="r" b="b"/>
              <a:pathLst>
                <a:path w="179704" h="184785">
                  <a:moveTo>
                    <a:pt x="179209" y="0"/>
                  </a:moveTo>
                  <a:lnTo>
                    <a:pt x="0" y="68008"/>
                  </a:lnTo>
                  <a:lnTo>
                    <a:pt x="126098" y="184175"/>
                  </a:lnTo>
                  <a:lnTo>
                    <a:pt x="1792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41691" y="3502149"/>
              <a:ext cx="377190" cy="424815"/>
            </a:xfrm>
            <a:custGeom>
              <a:avLst/>
              <a:gdLst/>
              <a:ahLst/>
              <a:cxnLst/>
              <a:rect l="l" t="t" r="r" b="b"/>
              <a:pathLst>
                <a:path w="377190" h="424814">
                  <a:moveTo>
                    <a:pt x="0" y="424332"/>
                  </a:moveTo>
                  <a:lnTo>
                    <a:pt x="377024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21167" y="4045750"/>
              <a:ext cx="1162050" cy="1250950"/>
            </a:xfrm>
            <a:custGeom>
              <a:avLst/>
              <a:gdLst/>
              <a:ahLst/>
              <a:cxnLst/>
              <a:rect l="l" t="t" r="r" b="b"/>
              <a:pathLst>
                <a:path w="1162050" h="1250950">
                  <a:moveTo>
                    <a:pt x="0" y="1250911"/>
                  </a:moveTo>
                  <a:lnTo>
                    <a:pt x="1161719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900621" y="3941060"/>
              <a:ext cx="179705" cy="184150"/>
            </a:xfrm>
            <a:custGeom>
              <a:avLst/>
              <a:gdLst/>
              <a:ahLst/>
              <a:cxnLst/>
              <a:rect l="l" t="t" r="r" b="b"/>
              <a:pathLst>
                <a:path w="179704" h="184150">
                  <a:moveTo>
                    <a:pt x="179489" y="0"/>
                  </a:moveTo>
                  <a:lnTo>
                    <a:pt x="0" y="67309"/>
                  </a:lnTo>
                  <a:lnTo>
                    <a:pt x="125641" y="183972"/>
                  </a:lnTo>
                  <a:lnTo>
                    <a:pt x="1794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98870" y="2420875"/>
              <a:ext cx="881380" cy="567055"/>
            </a:xfrm>
            <a:custGeom>
              <a:avLst/>
              <a:gdLst/>
              <a:ahLst/>
              <a:cxnLst/>
              <a:rect l="l" t="t" r="r" b="b"/>
              <a:pathLst>
                <a:path w="881379" h="567055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8" y="0"/>
                  </a:lnTo>
                  <a:lnTo>
                    <a:pt x="786384" y="0"/>
                  </a:lnTo>
                  <a:lnTo>
                    <a:pt x="823163" y="7425"/>
                  </a:lnTo>
                  <a:lnTo>
                    <a:pt x="853197" y="27674"/>
                  </a:lnTo>
                  <a:lnTo>
                    <a:pt x="873446" y="57708"/>
                  </a:lnTo>
                  <a:lnTo>
                    <a:pt x="880872" y="94487"/>
                  </a:lnTo>
                  <a:lnTo>
                    <a:pt x="880872" y="472440"/>
                  </a:lnTo>
                  <a:lnTo>
                    <a:pt x="873446" y="509219"/>
                  </a:lnTo>
                  <a:lnTo>
                    <a:pt x="853197" y="539253"/>
                  </a:lnTo>
                  <a:lnTo>
                    <a:pt x="823163" y="559502"/>
                  </a:lnTo>
                  <a:lnTo>
                    <a:pt x="786384" y="566928"/>
                  </a:lnTo>
                  <a:lnTo>
                    <a:pt x="94488" y="566928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12785" y="2430019"/>
              <a:ext cx="879475" cy="567055"/>
            </a:xfrm>
            <a:custGeom>
              <a:avLst/>
              <a:gdLst/>
              <a:ahLst/>
              <a:cxnLst/>
              <a:rect l="l" t="t" r="r" b="b"/>
              <a:pathLst>
                <a:path w="879475" h="567055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8" y="0"/>
                  </a:lnTo>
                  <a:lnTo>
                    <a:pt x="784860" y="0"/>
                  </a:lnTo>
                  <a:lnTo>
                    <a:pt x="821639" y="7425"/>
                  </a:lnTo>
                  <a:lnTo>
                    <a:pt x="851673" y="27674"/>
                  </a:lnTo>
                  <a:lnTo>
                    <a:pt x="871922" y="57708"/>
                  </a:lnTo>
                  <a:lnTo>
                    <a:pt x="879347" y="94487"/>
                  </a:lnTo>
                  <a:lnTo>
                    <a:pt x="879347" y="472440"/>
                  </a:lnTo>
                  <a:lnTo>
                    <a:pt x="871922" y="509219"/>
                  </a:lnTo>
                  <a:lnTo>
                    <a:pt x="851673" y="539253"/>
                  </a:lnTo>
                  <a:lnTo>
                    <a:pt x="821639" y="559502"/>
                  </a:lnTo>
                  <a:lnTo>
                    <a:pt x="784860" y="566928"/>
                  </a:lnTo>
                  <a:lnTo>
                    <a:pt x="94488" y="566928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40"/>
                  </a:lnTo>
                  <a:lnTo>
                    <a:pt x="0" y="9448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078667" y="1492285"/>
            <a:ext cx="2623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Example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with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2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bits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547528" y="1364213"/>
            <a:ext cx="285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00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547528" y="1669114"/>
            <a:ext cx="285115" cy="942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01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697140" y="1836834"/>
            <a:ext cx="1050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870954" y="1398269"/>
            <a:ext cx="833755" cy="596265"/>
          </a:xfrm>
          <a:custGeom>
            <a:avLst/>
            <a:gdLst/>
            <a:ahLst/>
            <a:cxnLst/>
            <a:rect l="l" t="t" r="r" b="b"/>
            <a:pathLst>
              <a:path w="833754" h="596264">
                <a:moveTo>
                  <a:pt x="0" y="297941"/>
                </a:moveTo>
                <a:lnTo>
                  <a:pt x="3805" y="257511"/>
                </a:lnTo>
                <a:lnTo>
                  <a:pt x="14888" y="218735"/>
                </a:lnTo>
                <a:lnTo>
                  <a:pt x="32755" y="181967"/>
                </a:lnTo>
                <a:lnTo>
                  <a:pt x="56907" y="147562"/>
                </a:lnTo>
                <a:lnTo>
                  <a:pt x="86848" y="115876"/>
                </a:lnTo>
                <a:lnTo>
                  <a:pt x="122081" y="87263"/>
                </a:lnTo>
                <a:lnTo>
                  <a:pt x="162111" y="62078"/>
                </a:lnTo>
                <a:lnTo>
                  <a:pt x="206439" y="40676"/>
                </a:lnTo>
                <a:lnTo>
                  <a:pt x="254571" y="23413"/>
                </a:lnTo>
                <a:lnTo>
                  <a:pt x="306008" y="10642"/>
                </a:lnTo>
                <a:lnTo>
                  <a:pt x="360254" y="2719"/>
                </a:lnTo>
                <a:lnTo>
                  <a:pt x="416814" y="0"/>
                </a:lnTo>
                <a:lnTo>
                  <a:pt x="473373" y="2719"/>
                </a:lnTo>
                <a:lnTo>
                  <a:pt x="527619" y="10642"/>
                </a:lnTo>
                <a:lnTo>
                  <a:pt x="579056" y="23413"/>
                </a:lnTo>
                <a:lnTo>
                  <a:pt x="627188" y="40676"/>
                </a:lnTo>
                <a:lnTo>
                  <a:pt x="671516" y="62078"/>
                </a:lnTo>
                <a:lnTo>
                  <a:pt x="711546" y="87263"/>
                </a:lnTo>
                <a:lnTo>
                  <a:pt x="746779" y="115876"/>
                </a:lnTo>
                <a:lnTo>
                  <a:pt x="776720" y="147562"/>
                </a:lnTo>
                <a:lnTo>
                  <a:pt x="800872" y="181967"/>
                </a:lnTo>
                <a:lnTo>
                  <a:pt x="818739" y="218735"/>
                </a:lnTo>
                <a:lnTo>
                  <a:pt x="829822" y="257511"/>
                </a:lnTo>
                <a:lnTo>
                  <a:pt x="833628" y="297941"/>
                </a:lnTo>
                <a:lnTo>
                  <a:pt x="829822" y="338372"/>
                </a:lnTo>
                <a:lnTo>
                  <a:pt x="818739" y="377148"/>
                </a:lnTo>
                <a:lnTo>
                  <a:pt x="800872" y="413916"/>
                </a:lnTo>
                <a:lnTo>
                  <a:pt x="776720" y="448321"/>
                </a:lnTo>
                <a:lnTo>
                  <a:pt x="746779" y="480007"/>
                </a:lnTo>
                <a:lnTo>
                  <a:pt x="711546" y="508620"/>
                </a:lnTo>
                <a:lnTo>
                  <a:pt x="671516" y="533805"/>
                </a:lnTo>
                <a:lnTo>
                  <a:pt x="627188" y="555207"/>
                </a:lnTo>
                <a:lnTo>
                  <a:pt x="579056" y="572470"/>
                </a:lnTo>
                <a:lnTo>
                  <a:pt x="527619" y="585241"/>
                </a:lnTo>
                <a:lnTo>
                  <a:pt x="473373" y="593164"/>
                </a:lnTo>
                <a:lnTo>
                  <a:pt x="416814" y="595883"/>
                </a:lnTo>
                <a:lnTo>
                  <a:pt x="360254" y="593164"/>
                </a:lnTo>
                <a:lnTo>
                  <a:pt x="306008" y="585241"/>
                </a:lnTo>
                <a:lnTo>
                  <a:pt x="254571" y="572470"/>
                </a:lnTo>
                <a:lnTo>
                  <a:pt x="206439" y="555207"/>
                </a:lnTo>
                <a:lnTo>
                  <a:pt x="162111" y="533805"/>
                </a:lnTo>
                <a:lnTo>
                  <a:pt x="122081" y="508620"/>
                </a:lnTo>
                <a:lnTo>
                  <a:pt x="86848" y="480007"/>
                </a:lnTo>
                <a:lnTo>
                  <a:pt x="56907" y="448321"/>
                </a:lnTo>
                <a:lnTo>
                  <a:pt x="32755" y="413916"/>
                </a:lnTo>
                <a:lnTo>
                  <a:pt x="14888" y="377148"/>
                </a:lnTo>
                <a:lnTo>
                  <a:pt x="3805" y="338372"/>
                </a:lnTo>
                <a:lnTo>
                  <a:pt x="0" y="297941"/>
                </a:lnTo>
                <a:close/>
              </a:path>
            </a:pathLst>
          </a:custGeom>
          <a:ln w="2857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026395" y="1816607"/>
            <a:ext cx="490855" cy="399415"/>
          </a:xfrm>
          <a:custGeom>
            <a:avLst/>
            <a:gdLst/>
            <a:ahLst/>
            <a:cxnLst/>
            <a:rect l="l" t="t" r="r" b="b"/>
            <a:pathLst>
              <a:path w="490854" h="399414">
                <a:moveTo>
                  <a:pt x="291083" y="0"/>
                </a:moveTo>
                <a:lnTo>
                  <a:pt x="291083" y="99822"/>
                </a:lnTo>
                <a:lnTo>
                  <a:pt x="0" y="99822"/>
                </a:lnTo>
                <a:lnTo>
                  <a:pt x="0" y="299466"/>
                </a:lnTo>
                <a:lnTo>
                  <a:pt x="291083" y="299466"/>
                </a:lnTo>
                <a:lnTo>
                  <a:pt x="291083" y="399288"/>
                </a:lnTo>
                <a:lnTo>
                  <a:pt x="490727" y="199643"/>
                </a:lnTo>
                <a:lnTo>
                  <a:pt x="2910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980103" y="5934962"/>
            <a:ext cx="3926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X-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bits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representation </a:t>
            </a: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SFX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(5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12)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LoRa</a:t>
            </a:r>
            <a:r>
              <a:rPr spc="-40" dirty="0"/>
              <a:t> </a:t>
            </a:r>
            <a:r>
              <a:rPr dirty="0"/>
              <a:t>frame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667" y="2234585"/>
            <a:ext cx="7497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  <a:tabLst>
                <a:tab pos="2320290" algn="l"/>
                <a:tab pos="4523740" algn="l"/>
                <a:tab pos="6726555" algn="l"/>
              </a:tabLst>
            </a:pP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</a:t>
            </a:r>
            <a:r>
              <a:rPr sz="2000" spc="-50" dirty="0">
                <a:latin typeface="Segoe UI"/>
                <a:cs typeface="Segoe UI"/>
              </a:rPr>
              <a:t>1</a:t>
            </a:r>
            <a:r>
              <a:rPr sz="2000" dirty="0">
                <a:latin typeface="Segoe UI"/>
                <a:cs typeface="Segoe UI"/>
              </a:rPr>
              <a:t>	1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0</a:t>
            </a:r>
            <a:r>
              <a:rPr sz="2000" dirty="0">
                <a:latin typeface="Segoe UI"/>
                <a:cs typeface="Segoe UI"/>
              </a:rPr>
              <a:t>	1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0</a:t>
            </a:r>
            <a:r>
              <a:rPr sz="2000" dirty="0">
                <a:latin typeface="Segoe UI"/>
                <a:cs typeface="Segoe UI"/>
              </a:rPr>
              <a:t>	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</a:t>
            </a:r>
            <a:r>
              <a:rPr sz="2000" spc="-50" dirty="0">
                <a:latin typeface="Segoe UI"/>
                <a:cs typeface="Segoe UI"/>
              </a:rPr>
              <a:t>0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0617" y="1818322"/>
            <a:ext cx="6610350" cy="815340"/>
            <a:chOff x="2650617" y="1818322"/>
            <a:chExt cx="6610350" cy="815340"/>
          </a:xfrm>
        </p:grpSpPr>
        <p:sp>
          <p:nvSpPr>
            <p:cNvPr id="5" name="object 5"/>
            <p:cNvSpPr/>
            <p:nvPr/>
          </p:nvSpPr>
          <p:spPr>
            <a:xfrm>
              <a:off x="2660142" y="2178558"/>
              <a:ext cx="6591300" cy="445134"/>
            </a:xfrm>
            <a:custGeom>
              <a:avLst/>
              <a:gdLst/>
              <a:ahLst/>
              <a:cxnLst/>
              <a:rect l="l" t="t" r="r" b="b"/>
              <a:pathLst>
                <a:path w="6591300" h="445135">
                  <a:moveTo>
                    <a:pt x="0" y="0"/>
                  </a:moveTo>
                  <a:lnTo>
                    <a:pt x="2220468" y="0"/>
                  </a:lnTo>
                  <a:lnTo>
                    <a:pt x="2220468" y="445008"/>
                  </a:lnTo>
                  <a:lnTo>
                    <a:pt x="0" y="445008"/>
                  </a:lnTo>
                  <a:lnTo>
                    <a:pt x="0" y="0"/>
                  </a:lnTo>
                  <a:close/>
                </a:path>
                <a:path w="6591300" h="445135">
                  <a:moveTo>
                    <a:pt x="2225040" y="0"/>
                  </a:moveTo>
                  <a:lnTo>
                    <a:pt x="4411980" y="0"/>
                  </a:lnTo>
                  <a:lnTo>
                    <a:pt x="4411980" y="445008"/>
                  </a:lnTo>
                  <a:lnTo>
                    <a:pt x="2225040" y="445008"/>
                  </a:lnTo>
                  <a:lnTo>
                    <a:pt x="2225040" y="0"/>
                  </a:lnTo>
                  <a:close/>
                </a:path>
                <a:path w="6591300" h="445135">
                  <a:moveTo>
                    <a:pt x="4415028" y="0"/>
                  </a:moveTo>
                  <a:lnTo>
                    <a:pt x="6591300" y="0"/>
                  </a:lnTo>
                  <a:lnTo>
                    <a:pt x="6591300" y="445008"/>
                  </a:lnTo>
                  <a:lnTo>
                    <a:pt x="4415028" y="445008"/>
                  </a:lnTo>
                  <a:lnTo>
                    <a:pt x="4415028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3670" y="1832610"/>
              <a:ext cx="2186940" cy="233679"/>
            </a:xfrm>
            <a:custGeom>
              <a:avLst/>
              <a:gdLst/>
              <a:ahLst/>
              <a:cxnLst/>
              <a:rect l="l" t="t" r="r" b="b"/>
              <a:pathLst>
                <a:path w="2186940" h="233680">
                  <a:moveTo>
                    <a:pt x="0" y="233172"/>
                  </a:moveTo>
                  <a:lnTo>
                    <a:pt x="7581" y="187791"/>
                  </a:lnTo>
                  <a:lnTo>
                    <a:pt x="28255" y="150733"/>
                  </a:lnTo>
                  <a:lnTo>
                    <a:pt x="58919" y="125747"/>
                  </a:lnTo>
                  <a:lnTo>
                    <a:pt x="96469" y="116586"/>
                  </a:lnTo>
                  <a:lnTo>
                    <a:pt x="997000" y="116586"/>
                  </a:lnTo>
                  <a:lnTo>
                    <a:pt x="1034550" y="107424"/>
                  </a:lnTo>
                  <a:lnTo>
                    <a:pt x="1065214" y="82438"/>
                  </a:lnTo>
                  <a:lnTo>
                    <a:pt x="1085888" y="45380"/>
                  </a:lnTo>
                  <a:lnTo>
                    <a:pt x="1093470" y="0"/>
                  </a:lnTo>
                  <a:lnTo>
                    <a:pt x="1101051" y="45380"/>
                  </a:lnTo>
                  <a:lnTo>
                    <a:pt x="1121725" y="82438"/>
                  </a:lnTo>
                  <a:lnTo>
                    <a:pt x="1152389" y="107424"/>
                  </a:lnTo>
                  <a:lnTo>
                    <a:pt x="1189939" y="116586"/>
                  </a:lnTo>
                  <a:lnTo>
                    <a:pt x="2090470" y="116586"/>
                  </a:lnTo>
                  <a:lnTo>
                    <a:pt x="2128020" y="125747"/>
                  </a:lnTo>
                  <a:lnTo>
                    <a:pt x="2158684" y="150733"/>
                  </a:lnTo>
                  <a:lnTo>
                    <a:pt x="2179358" y="187791"/>
                  </a:lnTo>
                  <a:lnTo>
                    <a:pt x="2186940" y="23317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665223" y="2735579"/>
            <a:ext cx="76200" cy="814705"/>
            <a:chOff x="3665223" y="2735579"/>
            <a:chExt cx="76200" cy="814705"/>
          </a:xfrm>
        </p:grpSpPr>
        <p:sp>
          <p:nvSpPr>
            <p:cNvPr id="8" name="object 8"/>
            <p:cNvSpPr/>
            <p:nvPr/>
          </p:nvSpPr>
          <p:spPr>
            <a:xfrm>
              <a:off x="3703320" y="2735579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65223" y="3473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885691" y="2735579"/>
            <a:ext cx="76200" cy="814705"/>
            <a:chOff x="5885691" y="2735579"/>
            <a:chExt cx="76200" cy="814705"/>
          </a:xfrm>
        </p:grpSpPr>
        <p:sp>
          <p:nvSpPr>
            <p:cNvPr id="11" name="object 11"/>
            <p:cNvSpPr/>
            <p:nvPr/>
          </p:nvSpPr>
          <p:spPr>
            <a:xfrm>
              <a:off x="5923788" y="2735579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85691" y="3473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110732" y="2734055"/>
            <a:ext cx="76200" cy="814705"/>
            <a:chOff x="8110732" y="2734055"/>
            <a:chExt cx="76200" cy="814705"/>
          </a:xfrm>
        </p:grpSpPr>
        <p:sp>
          <p:nvSpPr>
            <p:cNvPr id="14" name="object 14"/>
            <p:cNvSpPr/>
            <p:nvPr/>
          </p:nvSpPr>
          <p:spPr>
            <a:xfrm>
              <a:off x="8148827" y="2734055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10732" y="34723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74759" y="3557756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1514" y="3557756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5553" y="3567427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51532" y="3956853"/>
            <a:ext cx="2230755" cy="2018664"/>
            <a:chOff x="2351532" y="3956853"/>
            <a:chExt cx="2230755" cy="2018664"/>
          </a:xfrm>
        </p:grpSpPr>
        <p:sp>
          <p:nvSpPr>
            <p:cNvPr id="20" name="object 20"/>
            <p:cNvSpPr/>
            <p:nvPr/>
          </p:nvSpPr>
          <p:spPr>
            <a:xfrm>
              <a:off x="3703320" y="5291328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65223" y="58991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6868" y="3956853"/>
              <a:ext cx="2098938" cy="130703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51532" y="4605528"/>
              <a:ext cx="1351280" cy="0"/>
            </a:xfrm>
            <a:custGeom>
              <a:avLst/>
              <a:gdLst/>
              <a:ahLst/>
              <a:cxnLst/>
              <a:rect l="l" t="t" r="r" b="b"/>
              <a:pathLst>
                <a:path w="1351279">
                  <a:moveTo>
                    <a:pt x="0" y="0"/>
                  </a:moveTo>
                  <a:lnTo>
                    <a:pt x="1350962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70376" y="4605528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>
                  <a:moveTo>
                    <a:pt x="0" y="0"/>
                  </a:moveTo>
                  <a:lnTo>
                    <a:pt x="66852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10322" y="4519795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49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16554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42079" y="5327903"/>
            <a:ext cx="76200" cy="684530"/>
            <a:chOff x="5942079" y="5327903"/>
            <a:chExt cx="76200" cy="684530"/>
          </a:xfrm>
        </p:grpSpPr>
        <p:sp>
          <p:nvSpPr>
            <p:cNvPr id="28" name="object 28"/>
            <p:cNvSpPr/>
            <p:nvPr/>
          </p:nvSpPr>
          <p:spPr>
            <a:xfrm>
              <a:off x="5980176" y="5327903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42079" y="59357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16180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10732" y="5327903"/>
            <a:ext cx="76200" cy="684530"/>
            <a:chOff x="8110732" y="5327903"/>
            <a:chExt cx="76200" cy="684530"/>
          </a:xfrm>
        </p:grpSpPr>
        <p:sp>
          <p:nvSpPr>
            <p:cNvPr id="32" name="object 32"/>
            <p:cNvSpPr/>
            <p:nvPr/>
          </p:nvSpPr>
          <p:spPr>
            <a:xfrm>
              <a:off x="8148827" y="5327903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10732" y="59357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09192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09651" y="3970980"/>
            <a:ext cx="2261870" cy="1288415"/>
            <a:chOff x="4809651" y="3970980"/>
            <a:chExt cx="2261870" cy="128841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9651" y="3970980"/>
              <a:ext cx="2202444" cy="12879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41747" y="4590287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4">
                  <a:moveTo>
                    <a:pt x="0" y="0"/>
                  </a:moveTo>
                  <a:lnTo>
                    <a:pt x="70664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96127" y="4590287"/>
              <a:ext cx="1332230" cy="0"/>
            </a:xfrm>
            <a:custGeom>
              <a:avLst/>
              <a:gdLst/>
              <a:ahLst/>
              <a:cxnLst/>
              <a:rect l="l" t="t" r="r" b="b"/>
              <a:pathLst>
                <a:path w="1332229">
                  <a:moveTo>
                    <a:pt x="0" y="0"/>
                  </a:moveTo>
                  <a:lnTo>
                    <a:pt x="133223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99774" y="4504556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275956" y="3955889"/>
            <a:ext cx="2082800" cy="1308100"/>
            <a:chOff x="7275956" y="3955889"/>
            <a:chExt cx="2082800" cy="130810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7626" y="3955889"/>
              <a:ext cx="1995820" cy="130799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304531" y="4600952"/>
              <a:ext cx="249554" cy="3810"/>
            </a:xfrm>
            <a:custGeom>
              <a:avLst/>
              <a:gdLst/>
              <a:ahLst/>
              <a:cxnLst/>
              <a:rect l="l" t="t" r="r" b="b"/>
              <a:pathLst>
                <a:path w="249554" h="3810">
                  <a:moveTo>
                    <a:pt x="0" y="3454"/>
                  </a:moveTo>
                  <a:lnTo>
                    <a:pt x="249237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91043" y="4600956"/>
              <a:ext cx="1624965" cy="0"/>
            </a:xfrm>
            <a:custGeom>
              <a:avLst/>
              <a:gdLst/>
              <a:ahLst/>
              <a:cxnLst/>
              <a:rect l="l" t="t" r="r" b="b"/>
              <a:pathLst>
                <a:path w="1624965">
                  <a:moveTo>
                    <a:pt x="0" y="0"/>
                  </a:moveTo>
                  <a:lnTo>
                    <a:pt x="162455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87020" y="4515223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442340" y="1457336"/>
            <a:ext cx="29235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bits</a:t>
            </a:r>
            <a:r>
              <a:rPr sz="2000" b="1" spc="3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1024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conbinations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4657" y="2371939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SF10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96868" y="1627822"/>
            <a:ext cx="2082800" cy="735330"/>
            <a:chOff x="1296868" y="1627822"/>
            <a:chExt cx="2082800" cy="735330"/>
          </a:xfrm>
        </p:grpSpPr>
        <p:sp>
          <p:nvSpPr>
            <p:cNvPr id="48" name="object 48"/>
            <p:cNvSpPr/>
            <p:nvPr/>
          </p:nvSpPr>
          <p:spPr>
            <a:xfrm>
              <a:off x="1336644" y="1642110"/>
              <a:ext cx="2028825" cy="649605"/>
            </a:xfrm>
            <a:custGeom>
              <a:avLst/>
              <a:gdLst/>
              <a:ahLst/>
              <a:cxnLst/>
              <a:rect l="l" t="t" r="r" b="b"/>
              <a:pathLst>
                <a:path w="2028825" h="649605">
                  <a:moveTo>
                    <a:pt x="2028291" y="0"/>
                  </a:moveTo>
                  <a:lnTo>
                    <a:pt x="1966127" y="442"/>
                  </a:lnTo>
                  <a:lnTo>
                    <a:pt x="1904014" y="1758"/>
                  </a:lnTo>
                  <a:lnTo>
                    <a:pt x="1842004" y="3929"/>
                  </a:lnTo>
                  <a:lnTo>
                    <a:pt x="1780148" y="6937"/>
                  </a:lnTo>
                  <a:lnTo>
                    <a:pt x="1718497" y="10763"/>
                  </a:lnTo>
                  <a:lnTo>
                    <a:pt x="1657102" y="15391"/>
                  </a:lnTo>
                  <a:lnTo>
                    <a:pt x="1596014" y="20801"/>
                  </a:lnTo>
                  <a:lnTo>
                    <a:pt x="1535286" y="26976"/>
                  </a:lnTo>
                  <a:lnTo>
                    <a:pt x="1474968" y="33898"/>
                  </a:lnTo>
                  <a:lnTo>
                    <a:pt x="1415111" y="41547"/>
                  </a:lnTo>
                  <a:lnTo>
                    <a:pt x="1355767" y="49908"/>
                  </a:lnTo>
                  <a:lnTo>
                    <a:pt x="1296986" y="58960"/>
                  </a:lnTo>
                  <a:lnTo>
                    <a:pt x="1238821" y="68686"/>
                  </a:lnTo>
                  <a:lnTo>
                    <a:pt x="1181322" y="79069"/>
                  </a:lnTo>
                  <a:lnTo>
                    <a:pt x="1124541" y="90089"/>
                  </a:lnTo>
                  <a:lnTo>
                    <a:pt x="1068529" y="101730"/>
                  </a:lnTo>
                  <a:lnTo>
                    <a:pt x="1013338" y="113972"/>
                  </a:lnTo>
                  <a:lnTo>
                    <a:pt x="959017" y="126797"/>
                  </a:lnTo>
                  <a:lnTo>
                    <a:pt x="905620" y="140188"/>
                  </a:lnTo>
                  <a:lnTo>
                    <a:pt x="853196" y="154127"/>
                  </a:lnTo>
                  <a:lnTo>
                    <a:pt x="801798" y="168595"/>
                  </a:lnTo>
                  <a:lnTo>
                    <a:pt x="751476" y="183574"/>
                  </a:lnTo>
                  <a:lnTo>
                    <a:pt x="702283" y="199047"/>
                  </a:lnTo>
                  <a:lnTo>
                    <a:pt x="654268" y="214994"/>
                  </a:lnTo>
                  <a:lnTo>
                    <a:pt x="607483" y="231398"/>
                  </a:lnTo>
                  <a:lnTo>
                    <a:pt x="561980" y="248242"/>
                  </a:lnTo>
                  <a:lnTo>
                    <a:pt x="517810" y="265506"/>
                  </a:lnTo>
                  <a:lnTo>
                    <a:pt x="475024" y="283173"/>
                  </a:lnTo>
                  <a:lnTo>
                    <a:pt x="433674" y="301224"/>
                  </a:lnTo>
                  <a:lnTo>
                    <a:pt x="393810" y="319642"/>
                  </a:lnTo>
                  <a:lnTo>
                    <a:pt x="355484" y="338408"/>
                  </a:lnTo>
                  <a:lnTo>
                    <a:pt x="318747" y="357504"/>
                  </a:lnTo>
                  <a:lnTo>
                    <a:pt x="283650" y="376913"/>
                  </a:lnTo>
                  <a:lnTo>
                    <a:pt x="250246" y="396616"/>
                  </a:lnTo>
                  <a:lnTo>
                    <a:pt x="188716" y="436831"/>
                  </a:lnTo>
                  <a:lnTo>
                    <a:pt x="134569" y="478006"/>
                  </a:lnTo>
                  <a:lnTo>
                    <a:pt x="88213" y="519995"/>
                  </a:lnTo>
                  <a:lnTo>
                    <a:pt x="50060" y="562654"/>
                  </a:lnTo>
                  <a:lnTo>
                    <a:pt x="20518" y="605837"/>
                  </a:lnTo>
                  <a:lnTo>
                    <a:pt x="9106" y="627581"/>
                  </a:lnTo>
                  <a:lnTo>
                    <a:pt x="0" y="64940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96868" y="2270711"/>
              <a:ext cx="84455" cy="92075"/>
            </a:xfrm>
            <a:custGeom>
              <a:avLst/>
              <a:gdLst/>
              <a:ahLst/>
              <a:cxnLst/>
              <a:rect l="l" t="t" r="r" b="b"/>
              <a:pathLst>
                <a:path w="84455" h="92075">
                  <a:moveTo>
                    <a:pt x="0" y="0"/>
                  </a:moveTo>
                  <a:lnTo>
                    <a:pt x="26720" y="92036"/>
                  </a:lnTo>
                  <a:lnTo>
                    <a:pt x="84328" y="15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LoRa</a:t>
            </a:r>
            <a:r>
              <a:rPr spc="-40" dirty="0"/>
              <a:t> </a:t>
            </a:r>
            <a:r>
              <a:rPr dirty="0"/>
              <a:t>frame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4124" y="1911855"/>
            <a:ext cx="8716645" cy="4304665"/>
            <a:chOff x="2234124" y="1911855"/>
            <a:chExt cx="8716645" cy="43046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6188" y="2064471"/>
              <a:ext cx="8167114" cy="4151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7251" y="2235707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6455" y="3706367"/>
              <a:ext cx="0" cy="1120775"/>
            </a:xfrm>
            <a:custGeom>
              <a:avLst/>
              <a:gdLst/>
              <a:ahLst/>
              <a:cxnLst/>
              <a:rect l="l" t="t" r="r" b="b"/>
              <a:pathLst>
                <a:path h="1120775">
                  <a:moveTo>
                    <a:pt x="0" y="0"/>
                  </a:moveTo>
                  <a:lnTo>
                    <a:pt x="0" y="112036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9772" y="227990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7388" y="2235707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27703" y="4267200"/>
              <a:ext cx="0" cy="632460"/>
            </a:xfrm>
            <a:custGeom>
              <a:avLst/>
              <a:gdLst/>
              <a:ahLst/>
              <a:cxnLst/>
              <a:rect l="l" t="t" r="r" b="b"/>
              <a:pathLst>
                <a:path h="632460">
                  <a:moveTo>
                    <a:pt x="0" y="0"/>
                  </a:moveTo>
                  <a:lnTo>
                    <a:pt x="0" y="632421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9619" y="4393691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6984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3123" y="223418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1283" y="2235707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9439" y="227990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65719" y="223418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49639" y="223418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07067" y="2279903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335767" y="2311907"/>
              <a:ext cx="0" cy="3516629"/>
            </a:xfrm>
            <a:custGeom>
              <a:avLst/>
              <a:gdLst/>
              <a:ahLst/>
              <a:cxnLst/>
              <a:rect l="l" t="t" r="r" b="b"/>
              <a:pathLst>
                <a:path h="3516629">
                  <a:moveTo>
                    <a:pt x="0" y="0"/>
                  </a:moveTo>
                  <a:lnTo>
                    <a:pt x="0" y="351619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87383" y="4392167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4">
                  <a:moveTo>
                    <a:pt x="0" y="0"/>
                  </a:moveTo>
                  <a:lnTo>
                    <a:pt x="0" y="356984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49967" y="4488179"/>
              <a:ext cx="0" cy="523240"/>
            </a:xfrm>
            <a:custGeom>
              <a:avLst/>
              <a:gdLst/>
              <a:ahLst/>
              <a:cxnLst/>
              <a:rect l="l" t="t" r="r" b="b"/>
              <a:pathLst>
                <a:path h="523239">
                  <a:moveTo>
                    <a:pt x="0" y="0"/>
                  </a:moveTo>
                  <a:lnTo>
                    <a:pt x="0" y="522655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4219" y="4637531"/>
              <a:ext cx="0" cy="523240"/>
            </a:xfrm>
            <a:custGeom>
              <a:avLst/>
              <a:gdLst/>
              <a:ahLst/>
              <a:cxnLst/>
              <a:rect l="l" t="t" r="r" b="b"/>
              <a:pathLst>
                <a:path h="523239">
                  <a:moveTo>
                    <a:pt x="0" y="0"/>
                  </a:moveTo>
                  <a:lnTo>
                    <a:pt x="0" y="522655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3639" y="3427475"/>
              <a:ext cx="0" cy="1640839"/>
            </a:xfrm>
            <a:custGeom>
              <a:avLst/>
              <a:gdLst/>
              <a:ahLst/>
              <a:cxnLst/>
              <a:rect l="l" t="t" r="r" b="b"/>
              <a:pathLst>
                <a:path h="1640839">
                  <a:moveTo>
                    <a:pt x="0" y="0"/>
                  </a:moveTo>
                  <a:lnTo>
                    <a:pt x="0" y="1640332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20867" y="3419855"/>
              <a:ext cx="0" cy="1355725"/>
            </a:xfrm>
            <a:custGeom>
              <a:avLst/>
              <a:gdLst/>
              <a:ahLst/>
              <a:cxnLst/>
              <a:rect l="l" t="t" r="r" b="b"/>
              <a:pathLst>
                <a:path h="1355725">
                  <a:moveTo>
                    <a:pt x="0" y="0"/>
                  </a:moveTo>
                  <a:lnTo>
                    <a:pt x="0" y="1355648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6949" y="1983289"/>
              <a:ext cx="10160" cy="3814445"/>
            </a:xfrm>
            <a:custGeom>
              <a:avLst/>
              <a:gdLst/>
              <a:ahLst/>
              <a:cxnLst/>
              <a:rect l="l" t="t" r="r" b="b"/>
              <a:pathLst>
                <a:path w="10160" h="3814445">
                  <a:moveTo>
                    <a:pt x="0" y="3813873"/>
                  </a:moveTo>
                  <a:lnTo>
                    <a:pt x="10071" y="0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34124" y="1911855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43091" y="0"/>
                  </a:moveTo>
                  <a:lnTo>
                    <a:pt x="0" y="85610"/>
                  </a:lnTo>
                  <a:lnTo>
                    <a:pt x="85725" y="85839"/>
                  </a:lnTo>
                  <a:lnTo>
                    <a:pt x="4309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66949" y="5796533"/>
              <a:ext cx="8612505" cy="0"/>
            </a:xfrm>
            <a:custGeom>
              <a:avLst/>
              <a:gdLst/>
              <a:ahLst/>
              <a:cxnLst/>
              <a:rect l="l" t="t" r="r" b="b"/>
              <a:pathLst>
                <a:path w="8612505">
                  <a:moveTo>
                    <a:pt x="0" y="0"/>
                  </a:moveTo>
                  <a:lnTo>
                    <a:pt x="8612251" y="0"/>
                  </a:lnTo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864920" y="57536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1703" y="1624937"/>
            <a:ext cx="1638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5B9BD5"/>
                </a:solidFill>
                <a:latin typeface="Segoe UI"/>
                <a:cs typeface="Segoe UI"/>
              </a:rPr>
              <a:t>Frequency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51543" y="5842009"/>
            <a:ext cx="788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5B9BD5"/>
                </a:solidFill>
                <a:latin typeface="Segoe UI"/>
                <a:cs typeface="Segoe UI"/>
              </a:rPr>
              <a:t>Time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57933" y="2213610"/>
            <a:ext cx="360045" cy="3583304"/>
          </a:xfrm>
          <a:custGeom>
            <a:avLst/>
            <a:gdLst/>
            <a:ahLst/>
            <a:cxnLst/>
            <a:rect l="l" t="t" r="r" b="b"/>
            <a:pathLst>
              <a:path w="360044" h="3583304">
                <a:moveTo>
                  <a:pt x="359663" y="0"/>
                </a:moveTo>
                <a:lnTo>
                  <a:pt x="311859" y="5315"/>
                </a:lnTo>
                <a:lnTo>
                  <a:pt x="268901" y="20316"/>
                </a:lnTo>
                <a:lnTo>
                  <a:pt x="232505" y="43584"/>
                </a:lnTo>
                <a:lnTo>
                  <a:pt x="204385" y="73701"/>
                </a:lnTo>
                <a:lnTo>
                  <a:pt x="186256" y="109247"/>
                </a:lnTo>
                <a:lnTo>
                  <a:pt x="179831" y="148805"/>
                </a:lnTo>
                <a:lnTo>
                  <a:pt x="179831" y="1642656"/>
                </a:lnTo>
                <a:lnTo>
                  <a:pt x="173407" y="1682214"/>
                </a:lnTo>
                <a:lnTo>
                  <a:pt x="155278" y="1717760"/>
                </a:lnTo>
                <a:lnTo>
                  <a:pt x="127158" y="1747877"/>
                </a:lnTo>
                <a:lnTo>
                  <a:pt x="90762" y="1771145"/>
                </a:lnTo>
                <a:lnTo>
                  <a:pt x="47804" y="1786146"/>
                </a:lnTo>
                <a:lnTo>
                  <a:pt x="0" y="1791462"/>
                </a:lnTo>
                <a:lnTo>
                  <a:pt x="47804" y="1796777"/>
                </a:lnTo>
                <a:lnTo>
                  <a:pt x="90762" y="1811778"/>
                </a:lnTo>
                <a:lnTo>
                  <a:pt x="127158" y="1835046"/>
                </a:lnTo>
                <a:lnTo>
                  <a:pt x="155278" y="1865163"/>
                </a:lnTo>
                <a:lnTo>
                  <a:pt x="173407" y="1900709"/>
                </a:lnTo>
                <a:lnTo>
                  <a:pt x="179831" y="1940267"/>
                </a:lnTo>
                <a:lnTo>
                  <a:pt x="179831" y="3434118"/>
                </a:lnTo>
                <a:lnTo>
                  <a:pt x="186256" y="3473676"/>
                </a:lnTo>
                <a:lnTo>
                  <a:pt x="204385" y="3509222"/>
                </a:lnTo>
                <a:lnTo>
                  <a:pt x="232505" y="3539339"/>
                </a:lnTo>
                <a:lnTo>
                  <a:pt x="268901" y="3562607"/>
                </a:lnTo>
                <a:lnTo>
                  <a:pt x="311859" y="3577608"/>
                </a:lnTo>
                <a:lnTo>
                  <a:pt x="359663" y="358292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43328" y="3752893"/>
            <a:ext cx="797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125kHz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76269" y="2158359"/>
            <a:ext cx="949960" cy="4000500"/>
            <a:chOff x="3676269" y="2158359"/>
            <a:chExt cx="949960" cy="4000500"/>
          </a:xfrm>
        </p:grpSpPr>
        <p:sp>
          <p:nvSpPr>
            <p:cNvPr id="32" name="object 32"/>
            <p:cNvSpPr/>
            <p:nvPr/>
          </p:nvSpPr>
          <p:spPr>
            <a:xfrm>
              <a:off x="3704844" y="2186934"/>
              <a:ext cx="552450" cy="2235200"/>
            </a:xfrm>
            <a:custGeom>
              <a:avLst/>
              <a:gdLst/>
              <a:ahLst/>
              <a:cxnLst/>
              <a:rect l="l" t="t" r="r" b="b"/>
              <a:pathLst>
                <a:path w="552450" h="2235200">
                  <a:moveTo>
                    <a:pt x="0" y="2235060"/>
                  </a:moveTo>
                  <a:lnTo>
                    <a:pt x="552386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26052" y="4485271"/>
              <a:ext cx="323215" cy="1327150"/>
            </a:xfrm>
            <a:custGeom>
              <a:avLst/>
              <a:gdLst/>
              <a:ahLst/>
              <a:cxnLst/>
              <a:rect l="l" t="t" r="r" b="b"/>
              <a:pathLst>
                <a:path w="323214" h="1327150">
                  <a:moveTo>
                    <a:pt x="0" y="1326959"/>
                  </a:moveTo>
                  <a:lnTo>
                    <a:pt x="323062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59069" y="4346453"/>
              <a:ext cx="167005" cy="187325"/>
            </a:xfrm>
            <a:custGeom>
              <a:avLst/>
              <a:gdLst/>
              <a:ahLst/>
              <a:cxnLst/>
              <a:rect l="l" t="t" r="r" b="b"/>
              <a:pathLst>
                <a:path w="167004" h="187325">
                  <a:moveTo>
                    <a:pt x="123837" y="0"/>
                  </a:moveTo>
                  <a:lnTo>
                    <a:pt x="0" y="146303"/>
                  </a:lnTo>
                  <a:lnTo>
                    <a:pt x="166585" y="186855"/>
                  </a:lnTo>
                  <a:lnTo>
                    <a:pt x="1238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52850" y="5907786"/>
              <a:ext cx="855344" cy="236220"/>
            </a:xfrm>
            <a:custGeom>
              <a:avLst/>
              <a:gdLst/>
              <a:ahLst/>
              <a:cxnLst/>
              <a:rect l="l" t="t" r="r" b="b"/>
              <a:pathLst>
                <a:path w="855345" h="236220">
                  <a:moveTo>
                    <a:pt x="0" y="0"/>
                  </a:moveTo>
                  <a:lnTo>
                    <a:pt x="7679" y="45972"/>
                  </a:lnTo>
                  <a:lnTo>
                    <a:pt x="28622" y="83515"/>
                  </a:lnTo>
                  <a:lnTo>
                    <a:pt x="59686" y="108827"/>
                  </a:lnTo>
                  <a:lnTo>
                    <a:pt x="97726" y="118110"/>
                  </a:lnTo>
                  <a:lnTo>
                    <a:pt x="329755" y="118110"/>
                  </a:lnTo>
                  <a:lnTo>
                    <a:pt x="367795" y="127392"/>
                  </a:lnTo>
                  <a:lnTo>
                    <a:pt x="398859" y="152704"/>
                  </a:lnTo>
                  <a:lnTo>
                    <a:pt x="419802" y="190247"/>
                  </a:lnTo>
                  <a:lnTo>
                    <a:pt x="427481" y="236220"/>
                  </a:lnTo>
                  <a:lnTo>
                    <a:pt x="435161" y="190247"/>
                  </a:lnTo>
                  <a:lnTo>
                    <a:pt x="456104" y="152704"/>
                  </a:lnTo>
                  <a:lnTo>
                    <a:pt x="487168" y="127392"/>
                  </a:lnTo>
                  <a:lnTo>
                    <a:pt x="525208" y="118110"/>
                  </a:lnTo>
                  <a:lnTo>
                    <a:pt x="757237" y="118110"/>
                  </a:lnTo>
                  <a:lnTo>
                    <a:pt x="795277" y="108827"/>
                  </a:lnTo>
                  <a:lnTo>
                    <a:pt x="826341" y="83515"/>
                  </a:lnTo>
                  <a:lnTo>
                    <a:pt x="847284" y="45972"/>
                  </a:lnTo>
                  <a:lnTo>
                    <a:pt x="854963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84216" y="6162921"/>
            <a:ext cx="974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815208" y="1744979"/>
            <a:ext cx="1800860" cy="4082415"/>
            <a:chOff x="2815208" y="1744979"/>
            <a:chExt cx="1800860" cy="4082415"/>
          </a:xfrm>
        </p:grpSpPr>
        <p:sp>
          <p:nvSpPr>
            <p:cNvPr id="38" name="object 38"/>
            <p:cNvSpPr/>
            <p:nvPr/>
          </p:nvSpPr>
          <p:spPr>
            <a:xfrm>
              <a:off x="3739130" y="2158745"/>
              <a:ext cx="13970" cy="3639185"/>
            </a:xfrm>
            <a:custGeom>
              <a:avLst/>
              <a:gdLst/>
              <a:ahLst/>
              <a:cxnLst/>
              <a:rect l="l" t="t" r="r" b="b"/>
              <a:pathLst>
                <a:path w="13970" h="3639185">
                  <a:moveTo>
                    <a:pt x="13715" y="0"/>
                  </a:moveTo>
                  <a:lnTo>
                    <a:pt x="0" y="3638854"/>
                  </a:lnTo>
                </a:path>
              </a:pathLst>
            </a:custGeom>
            <a:ln w="28574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01717" y="2106929"/>
              <a:ext cx="0" cy="3720465"/>
            </a:xfrm>
            <a:custGeom>
              <a:avLst/>
              <a:gdLst/>
              <a:ahLst/>
              <a:cxnLst/>
              <a:rect l="l" t="t" r="r" b="b"/>
              <a:pathLst>
                <a:path h="3720465">
                  <a:moveTo>
                    <a:pt x="0" y="0"/>
                  </a:moveTo>
                  <a:lnTo>
                    <a:pt x="0" y="3719893"/>
                  </a:lnTo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40836" y="1744979"/>
              <a:ext cx="195580" cy="312420"/>
            </a:xfrm>
            <a:custGeom>
              <a:avLst/>
              <a:gdLst/>
              <a:ahLst/>
              <a:cxnLst/>
              <a:rect l="l" t="t" r="r" b="b"/>
              <a:pathLst>
                <a:path w="195579" h="312419">
                  <a:moveTo>
                    <a:pt x="146304" y="0"/>
                  </a:moveTo>
                  <a:lnTo>
                    <a:pt x="48768" y="0"/>
                  </a:lnTo>
                  <a:lnTo>
                    <a:pt x="48768" y="214884"/>
                  </a:lnTo>
                  <a:lnTo>
                    <a:pt x="0" y="214884"/>
                  </a:lnTo>
                  <a:lnTo>
                    <a:pt x="97536" y="312420"/>
                  </a:lnTo>
                  <a:lnTo>
                    <a:pt x="195072" y="214884"/>
                  </a:lnTo>
                  <a:lnTo>
                    <a:pt x="146304" y="214884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43783" y="2191515"/>
              <a:ext cx="699135" cy="2760980"/>
            </a:xfrm>
            <a:custGeom>
              <a:avLst/>
              <a:gdLst/>
              <a:ahLst/>
              <a:cxnLst/>
              <a:rect l="l" t="t" r="r" b="b"/>
              <a:pathLst>
                <a:path w="699135" h="2760979">
                  <a:moveTo>
                    <a:pt x="0" y="2760675"/>
                  </a:moveTo>
                  <a:lnTo>
                    <a:pt x="698830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14343" y="5022815"/>
              <a:ext cx="198755" cy="774065"/>
            </a:xfrm>
            <a:custGeom>
              <a:avLst/>
              <a:gdLst/>
              <a:ahLst/>
              <a:cxnLst/>
              <a:rect l="l" t="t" r="r" b="b"/>
              <a:pathLst>
                <a:path w="198754" h="774064">
                  <a:moveTo>
                    <a:pt x="0" y="773607"/>
                  </a:moveTo>
                  <a:lnTo>
                    <a:pt x="198285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22503" y="4884419"/>
              <a:ext cx="166370" cy="187960"/>
            </a:xfrm>
            <a:custGeom>
              <a:avLst/>
              <a:gdLst/>
              <a:ahLst/>
              <a:cxnLst/>
              <a:rect l="l" t="t" r="r" b="b"/>
              <a:pathLst>
                <a:path w="166370" h="187960">
                  <a:moveTo>
                    <a:pt x="125602" y="0"/>
                  </a:moveTo>
                  <a:lnTo>
                    <a:pt x="0" y="144805"/>
                  </a:lnTo>
                  <a:lnTo>
                    <a:pt x="166077" y="187363"/>
                  </a:lnTo>
                  <a:lnTo>
                    <a:pt x="12560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68077" y="1345788"/>
            <a:ext cx="2959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1024</a:t>
            </a:r>
            <a:r>
              <a:rPr sz="20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frequency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possibilities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LoRa</a:t>
            </a:r>
            <a:r>
              <a:rPr spc="-40" dirty="0"/>
              <a:t> </a:t>
            </a:r>
            <a:r>
              <a:rPr dirty="0"/>
              <a:t>frame</a:t>
            </a:r>
            <a:r>
              <a:rPr spc="-2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667" y="2234585"/>
            <a:ext cx="7497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  <a:tabLst>
                <a:tab pos="2320290" algn="l"/>
                <a:tab pos="4523740" algn="l"/>
                <a:tab pos="6726555" algn="l"/>
              </a:tabLst>
            </a:pP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</a:t>
            </a:r>
            <a:r>
              <a:rPr sz="2000" spc="-50" dirty="0">
                <a:latin typeface="Segoe UI"/>
                <a:cs typeface="Segoe UI"/>
              </a:rPr>
              <a:t>1</a:t>
            </a:r>
            <a:r>
              <a:rPr sz="2000" dirty="0">
                <a:latin typeface="Segoe UI"/>
                <a:cs typeface="Segoe UI"/>
              </a:rPr>
              <a:t>	1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0</a:t>
            </a:r>
            <a:r>
              <a:rPr sz="2000" dirty="0">
                <a:latin typeface="Segoe UI"/>
                <a:cs typeface="Segoe UI"/>
              </a:rPr>
              <a:t>	1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0 1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0</a:t>
            </a:r>
            <a:r>
              <a:rPr sz="2000" dirty="0">
                <a:latin typeface="Segoe UI"/>
                <a:cs typeface="Segoe UI"/>
              </a:rPr>
              <a:t>	0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 </a:t>
            </a:r>
            <a:r>
              <a:rPr sz="2000" spc="-50" dirty="0">
                <a:latin typeface="Segoe UI"/>
                <a:cs typeface="Segoe UI"/>
              </a:rPr>
              <a:t>0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0617" y="1818322"/>
            <a:ext cx="6610350" cy="815340"/>
            <a:chOff x="2650617" y="1818322"/>
            <a:chExt cx="6610350" cy="815340"/>
          </a:xfrm>
        </p:grpSpPr>
        <p:sp>
          <p:nvSpPr>
            <p:cNvPr id="5" name="object 5"/>
            <p:cNvSpPr/>
            <p:nvPr/>
          </p:nvSpPr>
          <p:spPr>
            <a:xfrm>
              <a:off x="2660142" y="2178558"/>
              <a:ext cx="6591300" cy="445134"/>
            </a:xfrm>
            <a:custGeom>
              <a:avLst/>
              <a:gdLst/>
              <a:ahLst/>
              <a:cxnLst/>
              <a:rect l="l" t="t" r="r" b="b"/>
              <a:pathLst>
                <a:path w="6591300" h="445135">
                  <a:moveTo>
                    <a:pt x="0" y="0"/>
                  </a:moveTo>
                  <a:lnTo>
                    <a:pt x="2220468" y="0"/>
                  </a:lnTo>
                  <a:lnTo>
                    <a:pt x="2220468" y="445008"/>
                  </a:lnTo>
                  <a:lnTo>
                    <a:pt x="0" y="445008"/>
                  </a:lnTo>
                  <a:lnTo>
                    <a:pt x="0" y="0"/>
                  </a:lnTo>
                  <a:close/>
                </a:path>
                <a:path w="6591300" h="445135">
                  <a:moveTo>
                    <a:pt x="2225040" y="0"/>
                  </a:moveTo>
                  <a:lnTo>
                    <a:pt x="4411980" y="0"/>
                  </a:lnTo>
                  <a:lnTo>
                    <a:pt x="4411980" y="445008"/>
                  </a:lnTo>
                  <a:lnTo>
                    <a:pt x="2225040" y="445008"/>
                  </a:lnTo>
                  <a:lnTo>
                    <a:pt x="2225040" y="0"/>
                  </a:lnTo>
                  <a:close/>
                </a:path>
                <a:path w="6591300" h="445135">
                  <a:moveTo>
                    <a:pt x="4415028" y="0"/>
                  </a:moveTo>
                  <a:lnTo>
                    <a:pt x="6591300" y="0"/>
                  </a:lnTo>
                  <a:lnTo>
                    <a:pt x="6591300" y="445008"/>
                  </a:lnTo>
                  <a:lnTo>
                    <a:pt x="4415028" y="445008"/>
                  </a:lnTo>
                  <a:lnTo>
                    <a:pt x="4415028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3670" y="1832610"/>
              <a:ext cx="2186940" cy="233679"/>
            </a:xfrm>
            <a:custGeom>
              <a:avLst/>
              <a:gdLst/>
              <a:ahLst/>
              <a:cxnLst/>
              <a:rect l="l" t="t" r="r" b="b"/>
              <a:pathLst>
                <a:path w="2186940" h="233680">
                  <a:moveTo>
                    <a:pt x="0" y="233172"/>
                  </a:moveTo>
                  <a:lnTo>
                    <a:pt x="7581" y="187791"/>
                  </a:lnTo>
                  <a:lnTo>
                    <a:pt x="28255" y="150733"/>
                  </a:lnTo>
                  <a:lnTo>
                    <a:pt x="58919" y="125747"/>
                  </a:lnTo>
                  <a:lnTo>
                    <a:pt x="96469" y="116586"/>
                  </a:lnTo>
                  <a:lnTo>
                    <a:pt x="997000" y="116586"/>
                  </a:lnTo>
                  <a:lnTo>
                    <a:pt x="1034550" y="107424"/>
                  </a:lnTo>
                  <a:lnTo>
                    <a:pt x="1065214" y="82438"/>
                  </a:lnTo>
                  <a:lnTo>
                    <a:pt x="1085888" y="45380"/>
                  </a:lnTo>
                  <a:lnTo>
                    <a:pt x="1093470" y="0"/>
                  </a:lnTo>
                  <a:lnTo>
                    <a:pt x="1101051" y="45380"/>
                  </a:lnTo>
                  <a:lnTo>
                    <a:pt x="1121725" y="82438"/>
                  </a:lnTo>
                  <a:lnTo>
                    <a:pt x="1152389" y="107424"/>
                  </a:lnTo>
                  <a:lnTo>
                    <a:pt x="1189939" y="116586"/>
                  </a:lnTo>
                  <a:lnTo>
                    <a:pt x="2090470" y="116586"/>
                  </a:lnTo>
                  <a:lnTo>
                    <a:pt x="2128020" y="125747"/>
                  </a:lnTo>
                  <a:lnTo>
                    <a:pt x="2158684" y="150733"/>
                  </a:lnTo>
                  <a:lnTo>
                    <a:pt x="2179358" y="187791"/>
                  </a:lnTo>
                  <a:lnTo>
                    <a:pt x="2186940" y="23317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665223" y="2735579"/>
            <a:ext cx="76200" cy="814705"/>
            <a:chOff x="3665223" y="2735579"/>
            <a:chExt cx="76200" cy="814705"/>
          </a:xfrm>
        </p:grpSpPr>
        <p:sp>
          <p:nvSpPr>
            <p:cNvPr id="8" name="object 8"/>
            <p:cNvSpPr/>
            <p:nvPr/>
          </p:nvSpPr>
          <p:spPr>
            <a:xfrm>
              <a:off x="3703320" y="2735579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65223" y="3473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885691" y="2735579"/>
            <a:ext cx="76200" cy="814705"/>
            <a:chOff x="5885691" y="2735579"/>
            <a:chExt cx="76200" cy="814705"/>
          </a:xfrm>
        </p:grpSpPr>
        <p:sp>
          <p:nvSpPr>
            <p:cNvPr id="11" name="object 11"/>
            <p:cNvSpPr/>
            <p:nvPr/>
          </p:nvSpPr>
          <p:spPr>
            <a:xfrm>
              <a:off x="5923788" y="2735579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85691" y="34739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110732" y="2734055"/>
            <a:ext cx="76200" cy="814705"/>
            <a:chOff x="8110732" y="2734055"/>
            <a:chExt cx="76200" cy="814705"/>
          </a:xfrm>
        </p:grpSpPr>
        <p:sp>
          <p:nvSpPr>
            <p:cNvPr id="14" name="object 14"/>
            <p:cNvSpPr/>
            <p:nvPr/>
          </p:nvSpPr>
          <p:spPr>
            <a:xfrm>
              <a:off x="8148827" y="2734055"/>
              <a:ext cx="0" cy="751205"/>
            </a:xfrm>
            <a:custGeom>
              <a:avLst/>
              <a:gdLst/>
              <a:ahLst/>
              <a:cxnLst/>
              <a:rect l="l" t="t" r="r" b="b"/>
              <a:pathLst>
                <a:path h="751204">
                  <a:moveTo>
                    <a:pt x="0" y="0"/>
                  </a:moveTo>
                  <a:lnTo>
                    <a:pt x="0" y="7510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10732" y="34723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74759" y="3557756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1514" y="3557756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5553" y="3567427"/>
            <a:ext cx="1819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"/>
                <a:cs typeface="Segoe UI"/>
              </a:rPr>
              <a:t>Sending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Chirp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22957" y="3956853"/>
            <a:ext cx="2259330" cy="2018664"/>
            <a:chOff x="2322957" y="3956853"/>
            <a:chExt cx="2259330" cy="2018664"/>
          </a:xfrm>
        </p:grpSpPr>
        <p:sp>
          <p:nvSpPr>
            <p:cNvPr id="20" name="object 20"/>
            <p:cNvSpPr/>
            <p:nvPr/>
          </p:nvSpPr>
          <p:spPr>
            <a:xfrm>
              <a:off x="3703320" y="5291328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65223" y="58991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6868" y="3956853"/>
              <a:ext cx="2098938" cy="130703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51532" y="4605528"/>
              <a:ext cx="1351280" cy="0"/>
            </a:xfrm>
            <a:custGeom>
              <a:avLst/>
              <a:gdLst/>
              <a:ahLst/>
              <a:cxnLst/>
              <a:rect l="l" t="t" r="r" b="b"/>
              <a:pathLst>
                <a:path w="1351279">
                  <a:moveTo>
                    <a:pt x="0" y="0"/>
                  </a:moveTo>
                  <a:lnTo>
                    <a:pt x="1350962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70376" y="4605528"/>
              <a:ext cx="668655" cy="0"/>
            </a:xfrm>
            <a:custGeom>
              <a:avLst/>
              <a:gdLst/>
              <a:ahLst/>
              <a:cxnLst/>
              <a:rect l="l" t="t" r="r" b="b"/>
              <a:pathLst>
                <a:path w="668654">
                  <a:moveTo>
                    <a:pt x="0" y="0"/>
                  </a:moveTo>
                  <a:lnTo>
                    <a:pt x="66852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10322" y="4519795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49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16554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42079" y="5327903"/>
            <a:ext cx="76200" cy="684530"/>
            <a:chOff x="5942079" y="5327903"/>
            <a:chExt cx="76200" cy="684530"/>
          </a:xfrm>
        </p:grpSpPr>
        <p:sp>
          <p:nvSpPr>
            <p:cNvPr id="28" name="object 28"/>
            <p:cNvSpPr/>
            <p:nvPr/>
          </p:nvSpPr>
          <p:spPr>
            <a:xfrm>
              <a:off x="5980176" y="5327903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42079" y="59357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16180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10732" y="5327903"/>
            <a:ext cx="76200" cy="684530"/>
            <a:chOff x="8110732" y="5327903"/>
            <a:chExt cx="76200" cy="684530"/>
          </a:xfrm>
        </p:grpSpPr>
        <p:sp>
          <p:nvSpPr>
            <p:cNvPr id="32" name="object 32"/>
            <p:cNvSpPr/>
            <p:nvPr/>
          </p:nvSpPr>
          <p:spPr>
            <a:xfrm>
              <a:off x="8148827" y="5327903"/>
              <a:ext cx="0" cy="621030"/>
            </a:xfrm>
            <a:custGeom>
              <a:avLst/>
              <a:gdLst/>
              <a:ahLst/>
              <a:cxnLst/>
              <a:rect l="l" t="t" r="r" b="b"/>
              <a:pathLst>
                <a:path h="621029">
                  <a:moveTo>
                    <a:pt x="0" y="0"/>
                  </a:moveTo>
                  <a:lnTo>
                    <a:pt x="0" y="62049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10732" y="59357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09192" y="6072147"/>
            <a:ext cx="1459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Transmission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09651" y="3970980"/>
            <a:ext cx="2261870" cy="1288415"/>
            <a:chOff x="4809651" y="3970980"/>
            <a:chExt cx="2261870" cy="128841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9651" y="3970980"/>
              <a:ext cx="2202444" cy="12879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41747" y="4590287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4">
                  <a:moveTo>
                    <a:pt x="0" y="0"/>
                  </a:moveTo>
                  <a:lnTo>
                    <a:pt x="70664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96127" y="4590287"/>
              <a:ext cx="1332230" cy="0"/>
            </a:xfrm>
            <a:custGeom>
              <a:avLst/>
              <a:gdLst/>
              <a:ahLst/>
              <a:cxnLst/>
              <a:rect l="l" t="t" r="r" b="b"/>
              <a:pathLst>
                <a:path w="1332229">
                  <a:moveTo>
                    <a:pt x="0" y="0"/>
                  </a:moveTo>
                  <a:lnTo>
                    <a:pt x="133223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99774" y="4504556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275956" y="3955889"/>
            <a:ext cx="2082800" cy="1308100"/>
            <a:chOff x="7275956" y="3955889"/>
            <a:chExt cx="2082800" cy="130810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7626" y="3955889"/>
              <a:ext cx="1995820" cy="130799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304531" y="4600952"/>
              <a:ext cx="249554" cy="3810"/>
            </a:xfrm>
            <a:custGeom>
              <a:avLst/>
              <a:gdLst/>
              <a:ahLst/>
              <a:cxnLst/>
              <a:rect l="l" t="t" r="r" b="b"/>
              <a:pathLst>
                <a:path w="249554" h="3810">
                  <a:moveTo>
                    <a:pt x="0" y="3454"/>
                  </a:moveTo>
                  <a:lnTo>
                    <a:pt x="249237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91043" y="4600956"/>
              <a:ext cx="1624965" cy="0"/>
            </a:xfrm>
            <a:custGeom>
              <a:avLst/>
              <a:gdLst/>
              <a:ahLst/>
              <a:cxnLst/>
              <a:rect l="l" t="t" r="r" b="b"/>
              <a:pathLst>
                <a:path w="1624965">
                  <a:moveTo>
                    <a:pt x="0" y="0"/>
                  </a:moveTo>
                  <a:lnTo>
                    <a:pt x="162455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87020" y="4515223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442340" y="1457336"/>
            <a:ext cx="29235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bits</a:t>
            </a:r>
            <a:r>
              <a:rPr sz="2000" b="1" spc="3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1024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conbinations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4657" y="2371939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SF10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96868" y="1627822"/>
            <a:ext cx="2082800" cy="735330"/>
            <a:chOff x="1296868" y="1627822"/>
            <a:chExt cx="2082800" cy="735330"/>
          </a:xfrm>
        </p:grpSpPr>
        <p:sp>
          <p:nvSpPr>
            <p:cNvPr id="48" name="object 48"/>
            <p:cNvSpPr/>
            <p:nvPr/>
          </p:nvSpPr>
          <p:spPr>
            <a:xfrm>
              <a:off x="1336644" y="1642110"/>
              <a:ext cx="2028825" cy="649605"/>
            </a:xfrm>
            <a:custGeom>
              <a:avLst/>
              <a:gdLst/>
              <a:ahLst/>
              <a:cxnLst/>
              <a:rect l="l" t="t" r="r" b="b"/>
              <a:pathLst>
                <a:path w="2028825" h="649605">
                  <a:moveTo>
                    <a:pt x="2028291" y="0"/>
                  </a:moveTo>
                  <a:lnTo>
                    <a:pt x="1966127" y="442"/>
                  </a:lnTo>
                  <a:lnTo>
                    <a:pt x="1904014" y="1758"/>
                  </a:lnTo>
                  <a:lnTo>
                    <a:pt x="1842004" y="3929"/>
                  </a:lnTo>
                  <a:lnTo>
                    <a:pt x="1780148" y="6937"/>
                  </a:lnTo>
                  <a:lnTo>
                    <a:pt x="1718497" y="10763"/>
                  </a:lnTo>
                  <a:lnTo>
                    <a:pt x="1657102" y="15391"/>
                  </a:lnTo>
                  <a:lnTo>
                    <a:pt x="1596014" y="20801"/>
                  </a:lnTo>
                  <a:lnTo>
                    <a:pt x="1535286" y="26976"/>
                  </a:lnTo>
                  <a:lnTo>
                    <a:pt x="1474968" y="33898"/>
                  </a:lnTo>
                  <a:lnTo>
                    <a:pt x="1415111" y="41547"/>
                  </a:lnTo>
                  <a:lnTo>
                    <a:pt x="1355767" y="49908"/>
                  </a:lnTo>
                  <a:lnTo>
                    <a:pt x="1296986" y="58960"/>
                  </a:lnTo>
                  <a:lnTo>
                    <a:pt x="1238821" y="68686"/>
                  </a:lnTo>
                  <a:lnTo>
                    <a:pt x="1181322" y="79069"/>
                  </a:lnTo>
                  <a:lnTo>
                    <a:pt x="1124541" y="90089"/>
                  </a:lnTo>
                  <a:lnTo>
                    <a:pt x="1068529" y="101730"/>
                  </a:lnTo>
                  <a:lnTo>
                    <a:pt x="1013338" y="113972"/>
                  </a:lnTo>
                  <a:lnTo>
                    <a:pt x="959017" y="126797"/>
                  </a:lnTo>
                  <a:lnTo>
                    <a:pt x="905620" y="140188"/>
                  </a:lnTo>
                  <a:lnTo>
                    <a:pt x="853196" y="154127"/>
                  </a:lnTo>
                  <a:lnTo>
                    <a:pt x="801798" y="168595"/>
                  </a:lnTo>
                  <a:lnTo>
                    <a:pt x="751476" y="183574"/>
                  </a:lnTo>
                  <a:lnTo>
                    <a:pt x="702283" y="199047"/>
                  </a:lnTo>
                  <a:lnTo>
                    <a:pt x="654268" y="214994"/>
                  </a:lnTo>
                  <a:lnTo>
                    <a:pt x="607483" y="231398"/>
                  </a:lnTo>
                  <a:lnTo>
                    <a:pt x="561980" y="248242"/>
                  </a:lnTo>
                  <a:lnTo>
                    <a:pt x="517810" y="265506"/>
                  </a:lnTo>
                  <a:lnTo>
                    <a:pt x="475024" y="283173"/>
                  </a:lnTo>
                  <a:lnTo>
                    <a:pt x="433674" y="301224"/>
                  </a:lnTo>
                  <a:lnTo>
                    <a:pt x="393810" y="319642"/>
                  </a:lnTo>
                  <a:lnTo>
                    <a:pt x="355484" y="338408"/>
                  </a:lnTo>
                  <a:lnTo>
                    <a:pt x="318747" y="357504"/>
                  </a:lnTo>
                  <a:lnTo>
                    <a:pt x="283650" y="376913"/>
                  </a:lnTo>
                  <a:lnTo>
                    <a:pt x="250246" y="396616"/>
                  </a:lnTo>
                  <a:lnTo>
                    <a:pt x="188716" y="436831"/>
                  </a:lnTo>
                  <a:lnTo>
                    <a:pt x="134569" y="478006"/>
                  </a:lnTo>
                  <a:lnTo>
                    <a:pt x="88213" y="519995"/>
                  </a:lnTo>
                  <a:lnTo>
                    <a:pt x="50060" y="562654"/>
                  </a:lnTo>
                  <a:lnTo>
                    <a:pt x="20518" y="605837"/>
                  </a:lnTo>
                  <a:lnTo>
                    <a:pt x="9106" y="627581"/>
                  </a:lnTo>
                  <a:lnTo>
                    <a:pt x="0" y="64940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96868" y="2270711"/>
              <a:ext cx="84455" cy="92075"/>
            </a:xfrm>
            <a:custGeom>
              <a:avLst/>
              <a:gdLst/>
              <a:ahLst/>
              <a:cxnLst/>
              <a:rect l="l" t="t" r="r" b="b"/>
              <a:pathLst>
                <a:path w="84455" h="92075">
                  <a:moveTo>
                    <a:pt x="0" y="0"/>
                  </a:moveTo>
                  <a:lnTo>
                    <a:pt x="26720" y="92036"/>
                  </a:lnTo>
                  <a:lnTo>
                    <a:pt x="84328" y="15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955547" y="2869692"/>
            <a:ext cx="734060" cy="0"/>
          </a:xfrm>
          <a:custGeom>
            <a:avLst/>
            <a:gdLst/>
            <a:ahLst/>
            <a:cxnLst/>
            <a:rect l="l" t="t" r="r" b="b"/>
            <a:pathLst>
              <a:path w="734060">
                <a:moveTo>
                  <a:pt x="0" y="0"/>
                </a:moveTo>
                <a:lnTo>
                  <a:pt x="733602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11549" y="3236462"/>
            <a:ext cx="812165" cy="716280"/>
          </a:xfrm>
          <a:custGeom>
            <a:avLst/>
            <a:gdLst/>
            <a:ahLst/>
            <a:cxnLst/>
            <a:rect l="l" t="t" r="r" b="b"/>
            <a:pathLst>
              <a:path w="812164" h="716279">
                <a:moveTo>
                  <a:pt x="773951" y="716241"/>
                </a:moveTo>
                <a:lnTo>
                  <a:pt x="37857" y="716241"/>
                </a:lnTo>
                <a:lnTo>
                  <a:pt x="18414" y="710985"/>
                </a:lnTo>
                <a:lnTo>
                  <a:pt x="5147" y="697516"/>
                </a:lnTo>
                <a:lnTo>
                  <a:pt x="0" y="679277"/>
                </a:lnTo>
                <a:lnTo>
                  <a:pt x="4912" y="659714"/>
                </a:lnTo>
                <a:lnTo>
                  <a:pt x="373900" y="19077"/>
                </a:lnTo>
                <a:lnTo>
                  <a:pt x="388020" y="4769"/>
                </a:lnTo>
                <a:lnTo>
                  <a:pt x="406375" y="0"/>
                </a:lnTo>
                <a:lnTo>
                  <a:pt x="424730" y="4769"/>
                </a:lnTo>
                <a:lnTo>
                  <a:pt x="438850" y="19077"/>
                </a:lnTo>
                <a:lnTo>
                  <a:pt x="525449" y="169815"/>
                </a:lnTo>
                <a:lnTo>
                  <a:pt x="377665" y="169815"/>
                </a:lnTo>
                <a:lnTo>
                  <a:pt x="377665" y="499555"/>
                </a:lnTo>
                <a:lnTo>
                  <a:pt x="714885" y="499555"/>
                </a:lnTo>
                <a:lnTo>
                  <a:pt x="736535" y="537239"/>
                </a:lnTo>
                <a:lnTo>
                  <a:pt x="405904" y="537239"/>
                </a:lnTo>
                <a:lnTo>
                  <a:pt x="387431" y="540890"/>
                </a:lnTo>
                <a:lnTo>
                  <a:pt x="372488" y="550900"/>
                </a:lnTo>
                <a:lnTo>
                  <a:pt x="362487" y="565856"/>
                </a:lnTo>
                <a:lnTo>
                  <a:pt x="358839" y="584345"/>
                </a:lnTo>
                <a:lnTo>
                  <a:pt x="362487" y="602834"/>
                </a:lnTo>
                <a:lnTo>
                  <a:pt x="372488" y="617790"/>
                </a:lnTo>
                <a:lnTo>
                  <a:pt x="387431" y="627800"/>
                </a:lnTo>
                <a:lnTo>
                  <a:pt x="405904" y="631450"/>
                </a:lnTo>
                <a:lnTo>
                  <a:pt x="790659" y="631450"/>
                </a:lnTo>
                <a:lnTo>
                  <a:pt x="806897" y="659714"/>
                </a:lnTo>
                <a:lnTo>
                  <a:pt x="811809" y="679277"/>
                </a:lnTo>
                <a:lnTo>
                  <a:pt x="806661" y="697516"/>
                </a:lnTo>
                <a:lnTo>
                  <a:pt x="793395" y="710985"/>
                </a:lnTo>
                <a:lnTo>
                  <a:pt x="773951" y="716241"/>
                </a:lnTo>
                <a:close/>
              </a:path>
              <a:path w="812164" h="716279">
                <a:moveTo>
                  <a:pt x="714885" y="499555"/>
                </a:moveTo>
                <a:lnTo>
                  <a:pt x="434143" y="499555"/>
                </a:lnTo>
                <a:lnTo>
                  <a:pt x="434143" y="169815"/>
                </a:lnTo>
                <a:lnTo>
                  <a:pt x="525449" y="169815"/>
                </a:lnTo>
                <a:lnTo>
                  <a:pt x="714885" y="499555"/>
                </a:lnTo>
                <a:close/>
              </a:path>
              <a:path w="812164" h="716279">
                <a:moveTo>
                  <a:pt x="790659" y="631450"/>
                </a:moveTo>
                <a:lnTo>
                  <a:pt x="405904" y="631450"/>
                </a:lnTo>
                <a:lnTo>
                  <a:pt x="424377" y="627800"/>
                </a:lnTo>
                <a:lnTo>
                  <a:pt x="439320" y="617790"/>
                </a:lnTo>
                <a:lnTo>
                  <a:pt x="449322" y="602834"/>
                </a:lnTo>
                <a:lnTo>
                  <a:pt x="452969" y="584345"/>
                </a:lnTo>
                <a:lnTo>
                  <a:pt x="449322" y="565856"/>
                </a:lnTo>
                <a:lnTo>
                  <a:pt x="439320" y="550900"/>
                </a:lnTo>
                <a:lnTo>
                  <a:pt x="424377" y="540890"/>
                </a:lnTo>
                <a:lnTo>
                  <a:pt x="405904" y="537239"/>
                </a:lnTo>
                <a:lnTo>
                  <a:pt x="736535" y="537239"/>
                </a:lnTo>
                <a:lnTo>
                  <a:pt x="790659" y="6314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421669" y="5564075"/>
            <a:ext cx="907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861458" y="5328094"/>
            <a:ext cx="2649855" cy="528955"/>
            <a:chOff x="1861458" y="5328094"/>
            <a:chExt cx="2649855" cy="528955"/>
          </a:xfrm>
        </p:grpSpPr>
        <p:sp>
          <p:nvSpPr>
            <p:cNvPr id="54" name="object 54"/>
            <p:cNvSpPr/>
            <p:nvPr/>
          </p:nvSpPr>
          <p:spPr>
            <a:xfrm>
              <a:off x="1861458" y="5418913"/>
              <a:ext cx="496570" cy="438150"/>
            </a:xfrm>
            <a:custGeom>
              <a:avLst/>
              <a:gdLst/>
              <a:ahLst/>
              <a:cxnLst/>
              <a:rect l="l" t="t" r="r" b="b"/>
              <a:pathLst>
                <a:path w="496569" h="438150">
                  <a:moveTo>
                    <a:pt x="473400" y="438100"/>
                  </a:moveTo>
                  <a:lnTo>
                    <a:pt x="23156" y="438100"/>
                  </a:lnTo>
                  <a:lnTo>
                    <a:pt x="11263" y="434886"/>
                  </a:lnTo>
                  <a:lnTo>
                    <a:pt x="3148" y="426647"/>
                  </a:lnTo>
                  <a:lnTo>
                    <a:pt x="0" y="415491"/>
                  </a:lnTo>
                  <a:lnTo>
                    <a:pt x="3004" y="403525"/>
                  </a:lnTo>
                  <a:lnTo>
                    <a:pt x="228702" y="11669"/>
                  </a:lnTo>
                  <a:lnTo>
                    <a:pt x="237339" y="2917"/>
                  </a:lnTo>
                  <a:lnTo>
                    <a:pt x="248566" y="0"/>
                  </a:lnTo>
                  <a:lnTo>
                    <a:pt x="259793" y="2917"/>
                  </a:lnTo>
                  <a:lnTo>
                    <a:pt x="268430" y="11669"/>
                  </a:lnTo>
                  <a:lnTo>
                    <a:pt x="321399" y="103870"/>
                  </a:lnTo>
                  <a:lnTo>
                    <a:pt x="231005" y="103870"/>
                  </a:lnTo>
                  <a:lnTo>
                    <a:pt x="231005" y="305561"/>
                  </a:lnTo>
                  <a:lnTo>
                    <a:pt x="437271" y="305561"/>
                  </a:lnTo>
                  <a:lnTo>
                    <a:pt x="450514" y="328611"/>
                  </a:lnTo>
                  <a:lnTo>
                    <a:pt x="248278" y="328611"/>
                  </a:lnTo>
                  <a:lnTo>
                    <a:pt x="236979" y="330844"/>
                  </a:lnTo>
                  <a:lnTo>
                    <a:pt x="227839" y="336967"/>
                  </a:lnTo>
                  <a:lnTo>
                    <a:pt x="221721" y="346115"/>
                  </a:lnTo>
                  <a:lnTo>
                    <a:pt x="219490" y="357424"/>
                  </a:lnTo>
                  <a:lnTo>
                    <a:pt x="221721" y="368733"/>
                  </a:lnTo>
                  <a:lnTo>
                    <a:pt x="227839" y="377881"/>
                  </a:lnTo>
                  <a:lnTo>
                    <a:pt x="236979" y="384004"/>
                  </a:lnTo>
                  <a:lnTo>
                    <a:pt x="248278" y="386237"/>
                  </a:lnTo>
                  <a:lnTo>
                    <a:pt x="483620" y="386237"/>
                  </a:lnTo>
                  <a:lnTo>
                    <a:pt x="493552" y="403525"/>
                  </a:lnTo>
                  <a:lnTo>
                    <a:pt x="496556" y="415491"/>
                  </a:lnTo>
                  <a:lnTo>
                    <a:pt x="493408" y="426647"/>
                  </a:lnTo>
                  <a:lnTo>
                    <a:pt x="485293" y="434886"/>
                  </a:lnTo>
                  <a:lnTo>
                    <a:pt x="473400" y="438100"/>
                  </a:lnTo>
                  <a:close/>
                </a:path>
                <a:path w="496569" h="438150">
                  <a:moveTo>
                    <a:pt x="437271" y="305561"/>
                  </a:moveTo>
                  <a:lnTo>
                    <a:pt x="265551" y="305561"/>
                  </a:lnTo>
                  <a:lnTo>
                    <a:pt x="265551" y="103870"/>
                  </a:lnTo>
                  <a:lnTo>
                    <a:pt x="321399" y="103870"/>
                  </a:lnTo>
                  <a:lnTo>
                    <a:pt x="437271" y="305561"/>
                  </a:lnTo>
                  <a:close/>
                </a:path>
                <a:path w="496569" h="438150">
                  <a:moveTo>
                    <a:pt x="483620" y="386237"/>
                  </a:moveTo>
                  <a:lnTo>
                    <a:pt x="248278" y="386237"/>
                  </a:lnTo>
                  <a:lnTo>
                    <a:pt x="259577" y="384004"/>
                  </a:lnTo>
                  <a:lnTo>
                    <a:pt x="268717" y="377881"/>
                  </a:lnTo>
                  <a:lnTo>
                    <a:pt x="274835" y="368733"/>
                  </a:lnTo>
                  <a:lnTo>
                    <a:pt x="277066" y="357424"/>
                  </a:lnTo>
                  <a:lnTo>
                    <a:pt x="274835" y="346115"/>
                  </a:lnTo>
                  <a:lnTo>
                    <a:pt x="268717" y="336967"/>
                  </a:lnTo>
                  <a:lnTo>
                    <a:pt x="259577" y="330844"/>
                  </a:lnTo>
                  <a:lnTo>
                    <a:pt x="248278" y="328611"/>
                  </a:lnTo>
                  <a:lnTo>
                    <a:pt x="450514" y="328611"/>
                  </a:lnTo>
                  <a:lnTo>
                    <a:pt x="483620" y="3862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17826" y="5342382"/>
              <a:ext cx="2078989" cy="257810"/>
            </a:xfrm>
            <a:custGeom>
              <a:avLst/>
              <a:gdLst/>
              <a:ahLst/>
              <a:cxnLst/>
              <a:rect l="l" t="t" r="r" b="b"/>
              <a:pathLst>
                <a:path w="2078989" h="257810">
                  <a:moveTo>
                    <a:pt x="0" y="0"/>
                  </a:moveTo>
                  <a:lnTo>
                    <a:pt x="8374" y="50125"/>
                  </a:lnTo>
                  <a:lnTo>
                    <a:pt x="31211" y="91059"/>
                  </a:lnTo>
                  <a:lnTo>
                    <a:pt x="65081" y="118657"/>
                  </a:lnTo>
                  <a:lnTo>
                    <a:pt x="106553" y="128778"/>
                  </a:lnTo>
                  <a:lnTo>
                    <a:pt x="351802" y="128778"/>
                  </a:lnTo>
                  <a:lnTo>
                    <a:pt x="393279" y="138898"/>
                  </a:lnTo>
                  <a:lnTo>
                    <a:pt x="427148" y="166497"/>
                  </a:lnTo>
                  <a:lnTo>
                    <a:pt x="449982" y="207430"/>
                  </a:lnTo>
                  <a:lnTo>
                    <a:pt x="458355" y="257556"/>
                  </a:lnTo>
                  <a:lnTo>
                    <a:pt x="466730" y="207430"/>
                  </a:lnTo>
                  <a:lnTo>
                    <a:pt x="489569" y="166497"/>
                  </a:lnTo>
                  <a:lnTo>
                    <a:pt x="523442" y="138898"/>
                  </a:lnTo>
                  <a:lnTo>
                    <a:pt x="564921" y="128778"/>
                  </a:lnTo>
                  <a:lnTo>
                    <a:pt x="1972183" y="128778"/>
                  </a:lnTo>
                  <a:lnTo>
                    <a:pt x="2013654" y="118657"/>
                  </a:lnTo>
                  <a:lnTo>
                    <a:pt x="2047524" y="91059"/>
                  </a:lnTo>
                  <a:lnTo>
                    <a:pt x="2070361" y="50125"/>
                  </a:lnTo>
                  <a:lnTo>
                    <a:pt x="2078736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</a:t>
            </a:r>
            <a:r>
              <a:rPr spc="-85" dirty="0"/>
              <a:t> </a:t>
            </a:r>
            <a:r>
              <a:rPr spc="-10" dirty="0"/>
              <a:t>duration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6931" y="2711122"/>
            <a:ext cx="263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Segoe UI"/>
                <a:cs typeface="Segoe UI"/>
              </a:rPr>
              <a:t>SF7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95725" y="2221233"/>
            <a:ext cx="5258435" cy="3442970"/>
            <a:chOff x="2995725" y="2221233"/>
            <a:chExt cx="5258435" cy="3442970"/>
          </a:xfrm>
        </p:grpSpPr>
        <p:sp>
          <p:nvSpPr>
            <p:cNvPr id="5" name="object 5"/>
            <p:cNvSpPr/>
            <p:nvPr/>
          </p:nvSpPr>
          <p:spPr>
            <a:xfrm>
              <a:off x="3024377" y="2284723"/>
              <a:ext cx="9525" cy="3342004"/>
            </a:xfrm>
            <a:custGeom>
              <a:avLst/>
              <a:gdLst/>
              <a:ahLst/>
              <a:cxnLst/>
              <a:rect l="l" t="t" r="r" b="b"/>
              <a:pathLst>
                <a:path w="9525" h="3342004">
                  <a:moveTo>
                    <a:pt x="0" y="3341649"/>
                  </a:moveTo>
                  <a:lnTo>
                    <a:pt x="9474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5725" y="222123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8315" y="0"/>
                  </a:moveTo>
                  <a:lnTo>
                    <a:pt x="0" y="76085"/>
                  </a:lnTo>
                  <a:lnTo>
                    <a:pt x="76200" y="76301"/>
                  </a:lnTo>
                  <a:lnTo>
                    <a:pt x="38315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4377" y="5625848"/>
              <a:ext cx="5165725" cy="0"/>
            </a:xfrm>
            <a:custGeom>
              <a:avLst/>
              <a:gdLst/>
              <a:ahLst/>
              <a:cxnLst/>
              <a:rect l="l" t="t" r="r" b="b"/>
              <a:pathLst>
                <a:path w="5165725">
                  <a:moveTo>
                    <a:pt x="0" y="0"/>
                  </a:moveTo>
                  <a:lnTo>
                    <a:pt x="5165699" y="0"/>
                  </a:lnTo>
                </a:path>
              </a:pathLst>
            </a:custGeom>
            <a:ln w="1905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77385" y="558774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11423" y="4276344"/>
              <a:ext cx="4792345" cy="0"/>
            </a:xfrm>
            <a:custGeom>
              <a:avLst/>
              <a:gdLst/>
              <a:ahLst/>
              <a:cxnLst/>
              <a:rect l="l" t="t" r="r" b="b"/>
              <a:pathLst>
                <a:path w="4792345">
                  <a:moveTo>
                    <a:pt x="0" y="0"/>
                  </a:moveTo>
                  <a:lnTo>
                    <a:pt x="479206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32759" y="2938269"/>
              <a:ext cx="1209675" cy="2685415"/>
            </a:xfrm>
            <a:custGeom>
              <a:avLst/>
              <a:gdLst/>
              <a:ahLst/>
              <a:cxnLst/>
              <a:rect l="l" t="t" r="r" b="b"/>
              <a:pathLst>
                <a:path w="1209675" h="2685415">
                  <a:moveTo>
                    <a:pt x="0" y="2685148"/>
                  </a:moveTo>
                  <a:lnTo>
                    <a:pt x="120953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2759" y="2938266"/>
              <a:ext cx="601345" cy="2686050"/>
            </a:xfrm>
            <a:custGeom>
              <a:avLst/>
              <a:gdLst/>
              <a:ahLst/>
              <a:cxnLst/>
              <a:rect l="l" t="t" r="r" b="b"/>
              <a:pathLst>
                <a:path w="601345" h="2686050">
                  <a:moveTo>
                    <a:pt x="0" y="2685732"/>
                  </a:moveTo>
                  <a:lnTo>
                    <a:pt x="60112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23615" y="2938265"/>
              <a:ext cx="2428875" cy="2698750"/>
            </a:xfrm>
            <a:custGeom>
              <a:avLst/>
              <a:gdLst/>
              <a:ahLst/>
              <a:cxnLst/>
              <a:rect l="l" t="t" r="r" b="b"/>
              <a:pathLst>
                <a:path w="2428875" h="2698750">
                  <a:moveTo>
                    <a:pt x="0" y="2698203"/>
                  </a:moveTo>
                  <a:lnTo>
                    <a:pt x="242857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32759" y="2936747"/>
              <a:ext cx="4792345" cy="0"/>
            </a:xfrm>
            <a:custGeom>
              <a:avLst/>
              <a:gdLst/>
              <a:ahLst/>
              <a:cxnLst/>
              <a:rect l="l" t="t" r="r" b="b"/>
              <a:pathLst>
                <a:path w="4792345">
                  <a:moveTo>
                    <a:pt x="0" y="0"/>
                  </a:moveTo>
                  <a:lnTo>
                    <a:pt x="4792065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23615" y="2927607"/>
              <a:ext cx="119380" cy="2695575"/>
            </a:xfrm>
            <a:custGeom>
              <a:avLst/>
              <a:gdLst/>
              <a:ahLst/>
              <a:cxnLst/>
              <a:rect l="l" t="t" r="r" b="b"/>
              <a:pathLst>
                <a:path w="119380" h="2695575">
                  <a:moveTo>
                    <a:pt x="0" y="2695181"/>
                  </a:moveTo>
                  <a:lnTo>
                    <a:pt x="119176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98291" y="2506979"/>
              <a:ext cx="4666615" cy="0"/>
            </a:xfrm>
            <a:custGeom>
              <a:avLst/>
              <a:gdLst/>
              <a:ahLst/>
              <a:cxnLst/>
              <a:rect l="l" t="t" r="r" b="b"/>
              <a:pathLst>
                <a:path w="4666615">
                  <a:moveTo>
                    <a:pt x="0" y="0"/>
                  </a:moveTo>
                  <a:lnTo>
                    <a:pt x="4666322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60192" y="2481579"/>
              <a:ext cx="4742815" cy="50800"/>
            </a:xfrm>
            <a:custGeom>
              <a:avLst/>
              <a:gdLst/>
              <a:ahLst/>
              <a:cxnLst/>
              <a:rect l="l" t="t" r="r" b="b"/>
              <a:pathLst>
                <a:path w="4742815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4742815" h="50800">
                  <a:moveTo>
                    <a:pt x="4742523" y="25400"/>
                  </a:moveTo>
                  <a:lnTo>
                    <a:pt x="4691723" y="0"/>
                  </a:lnTo>
                  <a:lnTo>
                    <a:pt x="4691723" y="50800"/>
                  </a:lnTo>
                  <a:lnTo>
                    <a:pt x="4742523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59058" y="2082539"/>
            <a:ext cx="1180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Segoe UI"/>
                <a:cs typeface="Segoe UI"/>
              </a:rPr>
              <a:t>Frequency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0471" y="5740837"/>
            <a:ext cx="571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Time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3297" y="4131779"/>
            <a:ext cx="13265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Segoe UI"/>
                <a:cs typeface="Segoe UI"/>
              </a:rPr>
              <a:t>Center</a:t>
            </a:r>
            <a:r>
              <a:rPr sz="1350" spc="-15" dirty="0">
                <a:latin typeface="Segoe UI"/>
                <a:cs typeface="Segoe UI"/>
              </a:rPr>
              <a:t> </a:t>
            </a:r>
            <a:r>
              <a:rPr sz="1350" spc="-10" dirty="0">
                <a:latin typeface="Segoe UI"/>
                <a:cs typeface="Segoe UI"/>
              </a:rPr>
              <a:t>frequency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6718" y="2852933"/>
            <a:ext cx="11861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Segoe UI"/>
                <a:cs typeface="Segoe UI"/>
              </a:rPr>
              <a:t>High</a:t>
            </a:r>
            <a:r>
              <a:rPr sz="1350" spc="-10" dirty="0">
                <a:latin typeface="Segoe UI"/>
                <a:cs typeface="Segoe UI"/>
              </a:rPr>
              <a:t> frequency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4302" y="2317761"/>
            <a:ext cx="144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Time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symbol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SF</a:t>
            </a:r>
            <a:r>
              <a:rPr sz="1200" spc="-25" dirty="0">
                <a:latin typeface="Segoe UI"/>
                <a:cs typeface="Segoe UI"/>
              </a:rPr>
              <a:t> 12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4355" y="5464481"/>
            <a:ext cx="112839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Segoe UI"/>
                <a:cs typeface="Segoe UI"/>
              </a:rPr>
              <a:t>Low</a:t>
            </a:r>
            <a:r>
              <a:rPr sz="1350" spc="-20" dirty="0">
                <a:latin typeface="Segoe UI"/>
                <a:cs typeface="Segoe UI"/>
              </a:rPr>
              <a:t> </a:t>
            </a:r>
            <a:r>
              <a:rPr sz="1350" spc="-10" dirty="0">
                <a:latin typeface="Segoe UI"/>
                <a:cs typeface="Segoe UI"/>
              </a:rPr>
              <a:t>frequency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029585" y="2301115"/>
            <a:ext cx="4778375" cy="3338195"/>
            <a:chOff x="3029585" y="2301115"/>
            <a:chExt cx="4778375" cy="3338195"/>
          </a:xfrm>
        </p:grpSpPr>
        <p:sp>
          <p:nvSpPr>
            <p:cNvPr id="24" name="object 24"/>
            <p:cNvSpPr/>
            <p:nvPr/>
          </p:nvSpPr>
          <p:spPr>
            <a:xfrm>
              <a:off x="3625596" y="2936746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5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38599" y="2933571"/>
              <a:ext cx="0" cy="2693035"/>
            </a:xfrm>
            <a:custGeom>
              <a:avLst/>
              <a:gdLst/>
              <a:ahLst/>
              <a:cxnLst/>
              <a:rect l="l" t="t" r="r" b="b"/>
              <a:pathLst>
                <a:path h="2693035">
                  <a:moveTo>
                    <a:pt x="0" y="2095628"/>
                  </a:moveTo>
                  <a:lnTo>
                    <a:pt x="0" y="2692501"/>
                  </a:lnTo>
                </a:path>
                <a:path h="2693035">
                  <a:moveTo>
                    <a:pt x="0" y="0"/>
                  </a:moveTo>
                  <a:lnTo>
                    <a:pt x="0" y="1851788"/>
                  </a:lnTo>
                </a:path>
              </a:pathLst>
            </a:custGeom>
            <a:ln w="19253">
              <a:solidFill>
                <a:srgbClr val="5B9BD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32604" y="2936746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5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39155" y="2936746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5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56376" y="2936746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5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59880" y="2938270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4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32760" y="2938273"/>
              <a:ext cx="4770120" cy="2683510"/>
            </a:xfrm>
            <a:custGeom>
              <a:avLst/>
              <a:gdLst/>
              <a:ahLst/>
              <a:cxnLst/>
              <a:rect l="l" t="t" r="r" b="b"/>
              <a:pathLst>
                <a:path w="4770120" h="2683510">
                  <a:moveTo>
                    <a:pt x="0" y="2683395"/>
                  </a:moveTo>
                  <a:lnTo>
                    <a:pt x="476949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67956" y="2936746"/>
              <a:ext cx="13335" cy="2686685"/>
            </a:xfrm>
            <a:custGeom>
              <a:avLst/>
              <a:gdLst/>
              <a:ahLst/>
              <a:cxnLst/>
              <a:rect l="l" t="t" r="r" b="b"/>
              <a:pathLst>
                <a:path w="13334" h="2686685">
                  <a:moveTo>
                    <a:pt x="0" y="2686151"/>
                  </a:moveTo>
                  <a:lnTo>
                    <a:pt x="12903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02880" y="2304290"/>
              <a:ext cx="1905" cy="3317875"/>
            </a:xfrm>
            <a:custGeom>
              <a:avLst/>
              <a:gdLst/>
              <a:ahLst/>
              <a:cxnLst/>
              <a:rect l="l" t="t" r="r" b="b"/>
              <a:pathLst>
                <a:path w="1904" h="3317875">
                  <a:moveTo>
                    <a:pt x="0" y="3317836"/>
                  </a:moveTo>
                  <a:lnTo>
                    <a:pt x="1841" y="0"/>
                  </a:lnTo>
                </a:path>
              </a:pathLst>
            </a:custGeom>
            <a:ln w="6350">
              <a:solidFill>
                <a:srgbClr val="5B9BD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32760" y="2936744"/>
              <a:ext cx="255270" cy="2699385"/>
            </a:xfrm>
            <a:custGeom>
              <a:avLst/>
              <a:gdLst/>
              <a:ahLst/>
              <a:cxnLst/>
              <a:rect l="l" t="t" r="r" b="b"/>
              <a:pathLst>
                <a:path w="255270" h="2699385">
                  <a:moveTo>
                    <a:pt x="0" y="2699092"/>
                  </a:moveTo>
                  <a:lnTo>
                    <a:pt x="255206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80588" y="3070859"/>
              <a:ext cx="454659" cy="574675"/>
            </a:xfrm>
            <a:custGeom>
              <a:avLst/>
              <a:gdLst/>
              <a:ahLst/>
              <a:cxnLst/>
              <a:rect l="l" t="t" r="r" b="b"/>
              <a:pathLst>
                <a:path w="454660" h="574675">
                  <a:moveTo>
                    <a:pt x="248412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248412" y="175260"/>
                  </a:lnTo>
                  <a:lnTo>
                    <a:pt x="248412" y="0"/>
                  </a:lnTo>
                  <a:close/>
                </a:path>
                <a:path w="454660" h="574675">
                  <a:moveTo>
                    <a:pt x="454152" y="399288"/>
                  </a:moveTo>
                  <a:lnTo>
                    <a:pt x="205740" y="399288"/>
                  </a:lnTo>
                  <a:lnTo>
                    <a:pt x="205740" y="574560"/>
                  </a:lnTo>
                  <a:lnTo>
                    <a:pt x="454152" y="574560"/>
                  </a:lnTo>
                  <a:lnTo>
                    <a:pt x="454152" y="399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043377" y="3048659"/>
            <a:ext cx="58102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Segoe UI"/>
                <a:cs typeface="Segoe UI"/>
              </a:rPr>
              <a:t>SF8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Segoe UI"/>
              <a:cs typeface="Segoe UI"/>
            </a:endParaRPr>
          </a:p>
          <a:p>
            <a:pPr marL="342900">
              <a:lnSpc>
                <a:spcPct val="100000"/>
              </a:lnSpc>
            </a:pPr>
            <a:r>
              <a:rPr sz="1200" spc="-25" dirty="0">
                <a:latin typeface="Segoe UI"/>
                <a:cs typeface="Segoe UI"/>
              </a:rPr>
              <a:t>SF9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43884" y="3962400"/>
            <a:ext cx="355600" cy="196850"/>
          </a:xfrm>
          <a:custGeom>
            <a:avLst/>
            <a:gdLst/>
            <a:ahLst/>
            <a:cxnLst/>
            <a:rect l="l" t="t" r="r" b="b"/>
            <a:pathLst>
              <a:path w="355600" h="196850">
                <a:moveTo>
                  <a:pt x="355091" y="0"/>
                </a:moveTo>
                <a:lnTo>
                  <a:pt x="0" y="0"/>
                </a:lnTo>
                <a:lnTo>
                  <a:pt x="0" y="196595"/>
                </a:lnTo>
                <a:lnTo>
                  <a:pt x="355091" y="196595"/>
                </a:lnTo>
                <a:lnTo>
                  <a:pt x="355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641674" y="3951001"/>
            <a:ext cx="587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Segoe UI"/>
                <a:cs typeface="Segoe UI"/>
              </a:rPr>
              <a:t>SF10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861816" y="4393691"/>
            <a:ext cx="554990" cy="635635"/>
          </a:xfrm>
          <a:custGeom>
            <a:avLst/>
            <a:gdLst/>
            <a:ahLst/>
            <a:cxnLst/>
            <a:rect l="l" t="t" r="r" b="b"/>
            <a:pathLst>
              <a:path w="554989" h="635635">
                <a:moveTo>
                  <a:pt x="348996" y="0"/>
                </a:moveTo>
                <a:lnTo>
                  <a:pt x="0" y="0"/>
                </a:lnTo>
                <a:lnTo>
                  <a:pt x="0" y="240804"/>
                </a:lnTo>
                <a:lnTo>
                  <a:pt x="348996" y="240804"/>
                </a:lnTo>
                <a:lnTo>
                  <a:pt x="348996" y="0"/>
                </a:lnTo>
                <a:close/>
              </a:path>
              <a:path w="554989" h="635635">
                <a:moveTo>
                  <a:pt x="554736" y="391668"/>
                </a:moveTo>
                <a:lnTo>
                  <a:pt x="202692" y="391668"/>
                </a:lnTo>
                <a:lnTo>
                  <a:pt x="202692" y="635508"/>
                </a:lnTo>
                <a:lnTo>
                  <a:pt x="554736" y="635508"/>
                </a:lnTo>
                <a:lnTo>
                  <a:pt x="554736" y="391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49054" y="4403617"/>
            <a:ext cx="548640" cy="60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Segoe UI"/>
                <a:cs typeface="Segoe UI"/>
              </a:rPr>
              <a:t>SF11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Segoe UI"/>
              <a:cs typeface="Segoe UI"/>
            </a:endParaRPr>
          </a:p>
          <a:p>
            <a:pPr marL="215265">
              <a:lnSpc>
                <a:spcPct val="100000"/>
              </a:lnSpc>
            </a:pPr>
            <a:r>
              <a:rPr sz="1200" spc="-20" dirty="0">
                <a:latin typeface="Segoe UI"/>
                <a:cs typeface="Segoe UI"/>
              </a:rPr>
              <a:t>SF12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61717" y="2685793"/>
            <a:ext cx="2390140" cy="50800"/>
            <a:chOff x="3061717" y="2685793"/>
            <a:chExt cx="2390140" cy="50800"/>
          </a:xfrm>
        </p:grpSpPr>
        <p:sp>
          <p:nvSpPr>
            <p:cNvPr id="41" name="object 41"/>
            <p:cNvSpPr/>
            <p:nvPr/>
          </p:nvSpPr>
          <p:spPr>
            <a:xfrm>
              <a:off x="3099815" y="2711195"/>
              <a:ext cx="2313940" cy="0"/>
            </a:xfrm>
            <a:custGeom>
              <a:avLst/>
              <a:gdLst/>
              <a:ahLst/>
              <a:cxnLst/>
              <a:rect l="l" t="t" r="r" b="b"/>
              <a:pathLst>
                <a:path w="2313940">
                  <a:moveTo>
                    <a:pt x="0" y="0"/>
                  </a:moveTo>
                  <a:lnTo>
                    <a:pt x="2313419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61716" y="2685795"/>
              <a:ext cx="2390140" cy="50800"/>
            </a:xfrm>
            <a:custGeom>
              <a:avLst/>
              <a:gdLst/>
              <a:ahLst/>
              <a:cxnLst/>
              <a:rect l="l" t="t" r="r" b="b"/>
              <a:pathLst>
                <a:path w="2390140" h="50800">
                  <a:moveTo>
                    <a:pt x="50800" y="0"/>
                  </a:moveTo>
                  <a:lnTo>
                    <a:pt x="0" y="25400"/>
                  </a:lnTo>
                  <a:lnTo>
                    <a:pt x="50800" y="50800"/>
                  </a:lnTo>
                  <a:lnTo>
                    <a:pt x="50800" y="0"/>
                  </a:lnTo>
                  <a:close/>
                </a:path>
                <a:path w="2390140" h="50800">
                  <a:moveTo>
                    <a:pt x="2389619" y="25400"/>
                  </a:moveTo>
                  <a:lnTo>
                    <a:pt x="2338819" y="0"/>
                  </a:lnTo>
                  <a:lnTo>
                    <a:pt x="2338819" y="50800"/>
                  </a:lnTo>
                  <a:lnTo>
                    <a:pt x="2389619" y="2540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98033" y="2528520"/>
            <a:ext cx="144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Time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symbol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SF</a:t>
            </a:r>
            <a:r>
              <a:rPr sz="1200" spc="-25" dirty="0">
                <a:latin typeface="Segoe UI"/>
                <a:cs typeface="Segoe UI"/>
              </a:rPr>
              <a:t> 11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45688" y="2433395"/>
            <a:ext cx="35223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r>
              <a:rPr sz="1450" dirty="0">
                <a:solidFill>
                  <a:srgbClr val="FF0000"/>
                </a:solidFill>
                <a:latin typeface="Cambria Math"/>
                <a:cs typeface="Cambria Math"/>
              </a:rPr>
              <a:t>𝑆𝑦𝑚𝑏𝑜𝑙.</a:t>
            </a:r>
            <a:r>
              <a:rPr sz="2175" baseline="-22988" dirty="0">
                <a:solidFill>
                  <a:srgbClr val="FF0000"/>
                </a:solidFill>
                <a:latin typeface="Cambria Math"/>
                <a:cs typeface="Cambria Math"/>
              </a:rPr>
              <a:t>𝑆𝐹1𝟐𝟐</a:t>
            </a:r>
            <a:r>
              <a:rPr sz="2175" spc="397" baseline="-2298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27" baseline="11111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fr-FR" sz="3000" spc="127" baseline="11111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3000" baseline="11111" dirty="0">
                <a:solidFill>
                  <a:srgbClr val="FF0000"/>
                </a:solidFill>
                <a:latin typeface="Cambria Math"/>
                <a:cs typeface="Cambria Math"/>
              </a:rPr>
              <a:t>×</a:t>
            </a:r>
            <a:r>
              <a:rPr sz="3000" spc="-37" baseline="11111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82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r>
              <a:rPr sz="1450" spc="55" dirty="0">
                <a:solidFill>
                  <a:srgbClr val="FF0000"/>
                </a:solidFill>
                <a:latin typeface="Cambria Math"/>
                <a:cs typeface="Cambria Math"/>
              </a:rPr>
              <a:t>𝑆𝑦𝑚𝑏𝑜𝑙.</a:t>
            </a:r>
            <a:r>
              <a:rPr sz="2175" spc="82" baseline="-22988" dirty="0">
                <a:solidFill>
                  <a:srgbClr val="FF0000"/>
                </a:solidFill>
                <a:latin typeface="Cambria Math"/>
                <a:cs typeface="Cambria Math"/>
              </a:rPr>
              <a:t>𝑆𝐹11</a:t>
            </a:r>
            <a:endParaRPr sz="2175" baseline="-22988" dirty="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053335" y="2466642"/>
            <a:ext cx="4766310" cy="294640"/>
            <a:chOff x="3053335" y="2466642"/>
            <a:chExt cx="4766310" cy="294640"/>
          </a:xfrm>
        </p:grpSpPr>
        <p:sp>
          <p:nvSpPr>
            <p:cNvPr id="46" name="object 46"/>
            <p:cNvSpPr/>
            <p:nvPr/>
          </p:nvSpPr>
          <p:spPr>
            <a:xfrm>
              <a:off x="3125978" y="2504737"/>
              <a:ext cx="4629785" cy="3175"/>
            </a:xfrm>
            <a:custGeom>
              <a:avLst/>
              <a:gdLst/>
              <a:ahLst/>
              <a:cxnLst/>
              <a:rect l="l" t="t" r="r" b="b"/>
              <a:pathLst>
                <a:path w="4629784" h="3175">
                  <a:moveTo>
                    <a:pt x="0" y="0"/>
                  </a:moveTo>
                  <a:lnTo>
                    <a:pt x="4629696" y="3136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62478" y="2466644"/>
              <a:ext cx="4756785" cy="79375"/>
            </a:xfrm>
            <a:custGeom>
              <a:avLst/>
              <a:gdLst/>
              <a:ahLst/>
              <a:cxnLst/>
              <a:rect l="l" t="t" r="r" b="b"/>
              <a:pathLst>
                <a:path w="4756784" h="79375">
                  <a:moveTo>
                    <a:pt x="76225" y="0"/>
                  </a:moveTo>
                  <a:lnTo>
                    <a:pt x="0" y="38049"/>
                  </a:lnTo>
                  <a:lnTo>
                    <a:pt x="76174" y="76200"/>
                  </a:lnTo>
                  <a:lnTo>
                    <a:pt x="76225" y="0"/>
                  </a:lnTo>
                  <a:close/>
                </a:path>
                <a:path w="4756784" h="79375">
                  <a:moveTo>
                    <a:pt x="4756696" y="41275"/>
                  </a:moveTo>
                  <a:lnTo>
                    <a:pt x="4680521" y="3124"/>
                  </a:lnTo>
                  <a:lnTo>
                    <a:pt x="4680470" y="79324"/>
                  </a:lnTo>
                  <a:lnTo>
                    <a:pt x="4756696" y="412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16834" y="2722626"/>
              <a:ext cx="2292350" cy="0"/>
            </a:xfrm>
            <a:custGeom>
              <a:avLst/>
              <a:gdLst/>
              <a:ahLst/>
              <a:cxnLst/>
              <a:rect l="l" t="t" r="r" b="b"/>
              <a:pathLst>
                <a:path w="2292350">
                  <a:moveTo>
                    <a:pt x="0" y="0"/>
                  </a:moveTo>
                  <a:lnTo>
                    <a:pt x="2291727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53334" y="2684525"/>
              <a:ext cx="2418715" cy="76200"/>
            </a:xfrm>
            <a:custGeom>
              <a:avLst/>
              <a:gdLst/>
              <a:ahLst/>
              <a:cxnLst/>
              <a:rect l="l" t="t" r="r" b="b"/>
              <a:pathLst>
                <a:path w="241871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418715" h="76200">
                  <a:moveTo>
                    <a:pt x="2418715" y="38100"/>
                  </a:moveTo>
                  <a:lnTo>
                    <a:pt x="2342515" y="0"/>
                  </a:lnTo>
                  <a:lnTo>
                    <a:pt x="2342515" y="76200"/>
                  </a:lnTo>
                  <a:lnTo>
                    <a:pt x="2418715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9594729" y="3975516"/>
            <a:ext cx="1394460" cy="17145"/>
          </a:xfrm>
          <a:custGeom>
            <a:avLst/>
            <a:gdLst/>
            <a:ahLst/>
            <a:cxnLst/>
            <a:rect l="l" t="t" r="r" b="b"/>
            <a:pathLst>
              <a:path w="1394459" h="17145">
                <a:moveTo>
                  <a:pt x="1394460" y="0"/>
                </a:moveTo>
                <a:lnTo>
                  <a:pt x="0" y="0"/>
                </a:lnTo>
                <a:lnTo>
                  <a:pt x="0" y="16764"/>
                </a:lnTo>
                <a:lnTo>
                  <a:pt x="1394460" y="16764"/>
                </a:lnTo>
                <a:lnTo>
                  <a:pt x="13944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380101" y="3353826"/>
            <a:ext cx="2648585" cy="1088118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717039">
              <a:lnSpc>
                <a:spcPct val="100000"/>
              </a:lnSpc>
              <a:spcBef>
                <a:spcPts val="1285"/>
              </a:spcBef>
            </a:pPr>
            <a:r>
              <a:rPr lang="en-FR" sz="3000" spc="-457" baseline="-20833" dirty="0">
                <a:solidFill>
                  <a:srgbClr val="FF0000"/>
                </a:solidFill>
                <a:latin typeface="Cambria Math"/>
                <a:cs typeface="Cambria Math"/>
              </a:rPr>
              <a:t>𝟐   </a:t>
            </a:r>
            <a:r>
              <a:rPr lang="en-FR" sz="3000" spc="-457" baseline="30000" dirty="0">
                <a:solidFill>
                  <a:srgbClr val="FF0000"/>
                </a:solidFill>
                <a:latin typeface="Cambria Math"/>
                <a:cs typeface="Cambria Math"/>
              </a:rPr>
              <a:t>S.  F</a:t>
            </a:r>
            <a:endParaRPr sz="145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190"/>
              </a:spcBef>
            </a:pPr>
            <a:r>
              <a:rPr sz="3000" spc="112" baseline="37500" dirty="0">
                <a:solidFill>
                  <a:srgbClr val="FF0000"/>
                </a:solidFill>
                <a:latin typeface="Cambria Math"/>
                <a:cs typeface="Cambria Math"/>
              </a:rPr>
              <a:t>𝑇</a:t>
            </a:r>
            <a:r>
              <a:rPr sz="2175" spc="112" baseline="36398" dirty="0">
                <a:solidFill>
                  <a:srgbClr val="FF0000"/>
                </a:solidFill>
                <a:latin typeface="Cambria Math"/>
                <a:cs typeface="Cambria Math"/>
              </a:rPr>
              <a:t>𝑆𝑦𝑚𝑏𝑜𝑙</a:t>
            </a:r>
            <a:r>
              <a:rPr sz="2175" spc="442" baseline="3639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375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79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 Math"/>
                <a:cs typeface="Cambria Math"/>
              </a:rPr>
              <a:t>𝐵𝑎𝑛𝑑</a:t>
            </a:r>
            <a:r>
              <a:rPr lang="fr-FR" sz="2000" spc="-10" dirty="0">
                <a:solidFill>
                  <a:srgbClr val="FF0000"/>
                </a:solidFill>
                <a:latin typeface="Cambria Math"/>
                <a:cs typeface="Cambria Math"/>
              </a:rPr>
              <a:t>w</a:t>
            </a:r>
            <a:r>
              <a:rPr sz="2000" spc="-10" dirty="0">
                <a:solidFill>
                  <a:srgbClr val="FF0000"/>
                </a:solidFill>
                <a:latin typeface="Cambria Math"/>
                <a:cs typeface="Cambria Math"/>
              </a:rPr>
              <a:t>𝑖𝑑𝑡ℎ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03071" y="5168266"/>
            <a:ext cx="18262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95" dirty="0">
                <a:solidFill>
                  <a:srgbClr val="FF0000"/>
                </a:solidFill>
                <a:latin typeface="Cambria Math"/>
                <a:cs typeface="Cambria Math"/>
              </a:rPr>
              <a:t>𝐵𝑖𝑡𝑟𝑎𝑡𝑒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55" dirty="0">
                <a:solidFill>
                  <a:srgbClr val="FF0000"/>
                </a:solidFill>
                <a:latin typeface="Cambria Math"/>
                <a:cs typeface="Cambria Math"/>
              </a:rPr>
              <a:t>𝑆𝐹</a:t>
            </a:r>
            <a:r>
              <a:rPr sz="20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0372003" y="5354703"/>
            <a:ext cx="1394460" cy="17145"/>
          </a:xfrm>
          <a:custGeom>
            <a:avLst/>
            <a:gdLst/>
            <a:ahLst/>
            <a:cxnLst/>
            <a:rect l="l" t="t" r="r" b="b"/>
            <a:pathLst>
              <a:path w="1394459" h="17145">
                <a:moveTo>
                  <a:pt x="1394460" y="0"/>
                </a:moveTo>
                <a:lnTo>
                  <a:pt x="0" y="0"/>
                </a:lnTo>
                <a:lnTo>
                  <a:pt x="0" y="16764"/>
                </a:lnTo>
                <a:lnTo>
                  <a:pt x="1394460" y="16764"/>
                </a:lnTo>
                <a:lnTo>
                  <a:pt x="13944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0359303" y="4976242"/>
            <a:ext cx="1421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𝐵𝑎𝑛</a:t>
            </a:r>
            <a:r>
              <a:rPr lang="fr-FR" sz="2000" spc="-35" dirty="0" err="1">
                <a:solidFill>
                  <a:srgbClr val="FF0000"/>
                </a:solidFill>
                <a:latin typeface="Cambria Math"/>
                <a:cs typeface="Cambria Math"/>
              </a:rPr>
              <a:t>dw</a:t>
            </a: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𝑖𝑑𝑡ℎ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37065" y="5262754"/>
            <a:ext cx="452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lang="fr-FR"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𝑆</a:t>
            </a:r>
            <a:r>
              <a:rPr lang="fr-FR" sz="1450" spc="-305" dirty="0">
                <a:solidFill>
                  <a:srgbClr val="FF0000"/>
                </a:solidFill>
                <a:latin typeface="Cambria Math"/>
                <a:cs typeface="Cambria Math"/>
              </a:rPr>
              <a:t>.              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endParaRPr sz="1450" dirty="0">
              <a:latin typeface="Cambria Math"/>
              <a:cs typeface="Cambria Math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025894" y="4275580"/>
            <a:ext cx="76200" cy="510540"/>
            <a:chOff x="9025894" y="4275580"/>
            <a:chExt cx="76200" cy="510540"/>
          </a:xfrm>
        </p:grpSpPr>
        <p:sp>
          <p:nvSpPr>
            <p:cNvPr id="57" name="object 57"/>
            <p:cNvSpPr/>
            <p:nvPr/>
          </p:nvSpPr>
          <p:spPr>
            <a:xfrm>
              <a:off x="9063990" y="4339085"/>
              <a:ext cx="0" cy="383540"/>
            </a:xfrm>
            <a:custGeom>
              <a:avLst/>
              <a:gdLst/>
              <a:ahLst/>
              <a:cxnLst/>
              <a:rect l="l" t="t" r="r" b="b"/>
              <a:pathLst>
                <a:path h="383539">
                  <a:moveTo>
                    <a:pt x="0" y="38343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025890" y="4275582"/>
              <a:ext cx="76200" cy="510540"/>
            </a:xfrm>
            <a:custGeom>
              <a:avLst/>
              <a:gdLst/>
              <a:ahLst/>
              <a:cxnLst/>
              <a:rect l="l" t="t" r="r" b="b"/>
              <a:pathLst>
                <a:path w="76200" h="510539">
                  <a:moveTo>
                    <a:pt x="76200" y="434251"/>
                  </a:moveTo>
                  <a:lnTo>
                    <a:pt x="0" y="434251"/>
                  </a:lnTo>
                  <a:lnTo>
                    <a:pt x="38100" y="510451"/>
                  </a:lnTo>
                  <a:lnTo>
                    <a:pt x="76200" y="434251"/>
                  </a:lnTo>
                  <a:close/>
                </a:path>
                <a:path w="76200" h="510539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/>
          <p:nvPr/>
        </p:nvSpPr>
        <p:spPr>
          <a:xfrm>
            <a:off x="8376666" y="4859276"/>
            <a:ext cx="3472179" cy="840105"/>
          </a:xfrm>
          <a:custGeom>
            <a:avLst/>
            <a:gdLst/>
            <a:ahLst/>
            <a:cxnLst/>
            <a:rect l="l" t="t" r="r" b="b"/>
            <a:pathLst>
              <a:path w="3472179" h="840104">
                <a:moveTo>
                  <a:pt x="0" y="139954"/>
                </a:moveTo>
                <a:lnTo>
                  <a:pt x="7135" y="95718"/>
                </a:lnTo>
                <a:lnTo>
                  <a:pt x="27003" y="57299"/>
                </a:lnTo>
                <a:lnTo>
                  <a:pt x="57299" y="27003"/>
                </a:lnTo>
                <a:lnTo>
                  <a:pt x="95718" y="7135"/>
                </a:lnTo>
                <a:lnTo>
                  <a:pt x="139954" y="0"/>
                </a:lnTo>
                <a:lnTo>
                  <a:pt x="3331717" y="0"/>
                </a:lnTo>
                <a:lnTo>
                  <a:pt x="3375953" y="7135"/>
                </a:lnTo>
                <a:lnTo>
                  <a:pt x="3414372" y="27003"/>
                </a:lnTo>
                <a:lnTo>
                  <a:pt x="3444668" y="57299"/>
                </a:lnTo>
                <a:lnTo>
                  <a:pt x="3464536" y="95718"/>
                </a:lnTo>
                <a:lnTo>
                  <a:pt x="3471672" y="139954"/>
                </a:lnTo>
                <a:lnTo>
                  <a:pt x="3471672" y="699770"/>
                </a:lnTo>
                <a:lnTo>
                  <a:pt x="3464536" y="744005"/>
                </a:lnTo>
                <a:lnTo>
                  <a:pt x="3444668" y="782424"/>
                </a:lnTo>
                <a:lnTo>
                  <a:pt x="3414372" y="812720"/>
                </a:lnTo>
                <a:lnTo>
                  <a:pt x="3375953" y="832588"/>
                </a:lnTo>
                <a:lnTo>
                  <a:pt x="3331717" y="839724"/>
                </a:lnTo>
                <a:lnTo>
                  <a:pt x="139954" y="839724"/>
                </a:lnTo>
                <a:lnTo>
                  <a:pt x="95718" y="832588"/>
                </a:lnTo>
                <a:lnTo>
                  <a:pt x="57299" y="812720"/>
                </a:lnTo>
                <a:lnTo>
                  <a:pt x="27003" y="782424"/>
                </a:lnTo>
                <a:lnTo>
                  <a:pt x="7135" y="744005"/>
                </a:lnTo>
                <a:lnTo>
                  <a:pt x="0" y="699770"/>
                </a:lnTo>
                <a:lnTo>
                  <a:pt x="0" y="139954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65" dirty="0"/>
              <a:t> </a:t>
            </a:r>
            <a:r>
              <a:rPr spc="-10" dirty="0"/>
              <a:t>bitrate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566" y="1986934"/>
            <a:ext cx="367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kHz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4985" y="1986934"/>
            <a:ext cx="2438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7385" indent="-629285">
              <a:lnSpc>
                <a:spcPct val="100000"/>
              </a:lnSpc>
              <a:spcBef>
                <a:spcPts val="100"/>
              </a:spcBef>
              <a:buChar char="&gt;"/>
              <a:tabLst>
                <a:tab pos="66738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=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3000" spc="44" baseline="5555" dirty="0">
                <a:solidFill>
                  <a:srgbClr val="FF0000"/>
                </a:solidFill>
                <a:latin typeface="Cambria Math"/>
                <a:cs typeface="Cambria Math"/>
              </a:rPr>
              <a:t>𝑆𝐹</a:t>
            </a:r>
            <a:endParaRPr sz="3000" baseline="5555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566" y="3541414"/>
            <a:ext cx="3842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kHz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5869" y="3541414"/>
            <a:ext cx="2363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45465">
              <a:lnSpc>
                <a:spcPct val="100000"/>
              </a:lnSpc>
              <a:spcBef>
                <a:spcPts val="100"/>
              </a:spcBef>
              <a:buChar char="&gt;"/>
              <a:tabLst>
                <a:tab pos="58356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=</a:t>
            </a:r>
            <a:r>
              <a:rPr sz="2400" spc="45" dirty="0">
                <a:latin typeface="Segoe UI"/>
                <a:cs typeface="Segoe UI"/>
              </a:rPr>
              <a:t> </a:t>
            </a:r>
            <a:r>
              <a:rPr sz="3000" spc="44" baseline="8333" dirty="0">
                <a:solidFill>
                  <a:srgbClr val="FF0000"/>
                </a:solidFill>
                <a:latin typeface="Cambria Math"/>
                <a:cs typeface="Cambria Math"/>
              </a:rPr>
              <a:t>𝑆𝐹</a:t>
            </a:r>
            <a:endParaRPr sz="3000" baseline="833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92835" y="2196515"/>
            <a:ext cx="1394460" cy="17145"/>
          </a:xfrm>
          <a:custGeom>
            <a:avLst/>
            <a:gdLst/>
            <a:ahLst/>
            <a:cxnLst/>
            <a:rect l="l" t="t" r="r" b="b"/>
            <a:pathLst>
              <a:path w="1394459" h="17144">
                <a:moveTo>
                  <a:pt x="1394459" y="0"/>
                </a:moveTo>
                <a:lnTo>
                  <a:pt x="0" y="0"/>
                </a:lnTo>
                <a:lnTo>
                  <a:pt x="0" y="16763"/>
                </a:lnTo>
                <a:lnTo>
                  <a:pt x="1394459" y="16763"/>
                </a:lnTo>
                <a:lnTo>
                  <a:pt x="13944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80140" y="1818058"/>
            <a:ext cx="1421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𝐵𝑎𝑛𝑑</a:t>
            </a:r>
            <a:r>
              <a:rPr lang="fr-FR" sz="2000" spc="-35" dirty="0">
                <a:solidFill>
                  <a:srgbClr val="FF0000"/>
                </a:solidFill>
                <a:latin typeface="Cambria Math"/>
                <a:cs typeface="Cambria Math"/>
              </a:rPr>
              <a:t>w</a:t>
            </a: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𝑖𝑑𝑡ℎ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7902" y="2104570"/>
            <a:ext cx="452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lang="fr-FR"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𝑆</a:t>
            </a:r>
            <a:r>
              <a:rPr lang="fr-FR" sz="1450" spc="-305" dirty="0">
                <a:solidFill>
                  <a:srgbClr val="FF0000"/>
                </a:solidFill>
                <a:latin typeface="Cambria Math"/>
                <a:cs typeface="Cambria Math"/>
              </a:rPr>
              <a:t>.          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99261" y="3739197"/>
            <a:ext cx="1394460" cy="17145"/>
          </a:xfrm>
          <a:custGeom>
            <a:avLst/>
            <a:gdLst/>
            <a:ahLst/>
            <a:cxnLst/>
            <a:rect l="l" t="t" r="r" b="b"/>
            <a:pathLst>
              <a:path w="1394459" h="17145">
                <a:moveTo>
                  <a:pt x="1394459" y="0"/>
                </a:moveTo>
                <a:lnTo>
                  <a:pt x="0" y="0"/>
                </a:lnTo>
                <a:lnTo>
                  <a:pt x="0" y="16763"/>
                </a:lnTo>
                <a:lnTo>
                  <a:pt x="1394459" y="16763"/>
                </a:lnTo>
                <a:lnTo>
                  <a:pt x="13944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86567" y="3360732"/>
            <a:ext cx="1421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𝐵𝑎𝑛</a:t>
            </a:r>
            <a:r>
              <a:rPr lang="fr-FR" sz="2000" spc="-35" dirty="0" err="1">
                <a:solidFill>
                  <a:srgbClr val="FF0000"/>
                </a:solidFill>
                <a:latin typeface="Cambria Math"/>
                <a:cs typeface="Cambria Math"/>
              </a:rPr>
              <a:t>dw</a:t>
            </a:r>
            <a:r>
              <a:rPr sz="2000" spc="-35" dirty="0">
                <a:solidFill>
                  <a:srgbClr val="FF0000"/>
                </a:solidFill>
                <a:latin typeface="Cambria Math"/>
                <a:cs typeface="Cambria Math"/>
              </a:rPr>
              <a:t>𝑖𝑑𝑡ℎ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64329" y="3647244"/>
            <a:ext cx="4527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lang="fr-FR" sz="3000" spc="-457" baseline="-1666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𝑆</a:t>
            </a:r>
            <a:r>
              <a:rPr lang="fr-FR" sz="1450" spc="-305" dirty="0">
                <a:solidFill>
                  <a:srgbClr val="FF0000"/>
                </a:solidFill>
                <a:latin typeface="Cambria Math"/>
                <a:cs typeface="Cambria Math"/>
              </a:rPr>
              <a:t>.             </a:t>
            </a:r>
            <a:r>
              <a:rPr sz="1450" spc="-305" dirty="0">
                <a:solidFill>
                  <a:srgbClr val="FF0000"/>
                </a:solidFill>
                <a:latin typeface="Cambria Math"/>
                <a:cs typeface="Cambria Math"/>
              </a:rPr>
              <a:t>𝐹</a:t>
            </a:r>
            <a:endParaRPr sz="1450" dirty="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51272" y="5007859"/>
            <a:ext cx="401320" cy="551815"/>
            <a:chOff x="4851272" y="5007859"/>
            <a:chExt cx="401320" cy="551815"/>
          </a:xfrm>
        </p:grpSpPr>
        <p:sp>
          <p:nvSpPr>
            <p:cNvPr id="24" name="object 24"/>
            <p:cNvSpPr/>
            <p:nvPr/>
          </p:nvSpPr>
          <p:spPr>
            <a:xfrm>
              <a:off x="4879847" y="5124290"/>
              <a:ext cx="289560" cy="407034"/>
            </a:xfrm>
            <a:custGeom>
              <a:avLst/>
              <a:gdLst/>
              <a:ahLst/>
              <a:cxnLst/>
              <a:rect l="l" t="t" r="r" b="b"/>
              <a:pathLst>
                <a:path w="289560" h="407035">
                  <a:moveTo>
                    <a:pt x="0" y="406793"/>
                  </a:moveTo>
                  <a:lnTo>
                    <a:pt x="289318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82744" y="5007859"/>
              <a:ext cx="169545" cy="189865"/>
            </a:xfrm>
            <a:custGeom>
              <a:avLst/>
              <a:gdLst/>
              <a:ahLst/>
              <a:cxnLst/>
              <a:rect l="l" t="t" r="r" b="b"/>
              <a:pathLst>
                <a:path w="169545" h="189864">
                  <a:moveTo>
                    <a:pt x="169227" y="0"/>
                  </a:moveTo>
                  <a:lnTo>
                    <a:pt x="0" y="90042"/>
                  </a:lnTo>
                  <a:lnTo>
                    <a:pt x="139725" y="189407"/>
                  </a:lnTo>
                  <a:lnTo>
                    <a:pt x="1692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46408" y="5008939"/>
            <a:ext cx="638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95" dirty="0">
                <a:solidFill>
                  <a:srgbClr val="FF0000"/>
                </a:solidFill>
                <a:latin typeface="Cambria Math"/>
                <a:cs typeface="Cambria Math"/>
              </a:rPr>
              <a:t>𝑆𝐹</a:t>
            </a:r>
            <a:endParaRPr sz="40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33513" y="5008245"/>
            <a:ext cx="391795" cy="503555"/>
            <a:chOff x="7533513" y="5008245"/>
            <a:chExt cx="391795" cy="503555"/>
          </a:xfrm>
        </p:grpSpPr>
        <p:sp>
          <p:nvSpPr>
            <p:cNvPr id="28" name="object 28"/>
            <p:cNvSpPr/>
            <p:nvPr/>
          </p:nvSpPr>
          <p:spPr>
            <a:xfrm>
              <a:off x="7562088" y="5036820"/>
              <a:ext cx="276225" cy="361315"/>
            </a:xfrm>
            <a:custGeom>
              <a:avLst/>
              <a:gdLst/>
              <a:ahLst/>
              <a:cxnLst/>
              <a:rect l="l" t="t" r="r" b="b"/>
              <a:pathLst>
                <a:path w="276225" h="361314">
                  <a:moveTo>
                    <a:pt x="0" y="0"/>
                  </a:moveTo>
                  <a:lnTo>
                    <a:pt x="276174" y="361226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52812" y="5323282"/>
              <a:ext cx="172720" cy="188595"/>
            </a:xfrm>
            <a:custGeom>
              <a:avLst/>
              <a:gdLst/>
              <a:ahLst/>
              <a:cxnLst/>
              <a:rect l="l" t="t" r="r" b="b"/>
              <a:pathLst>
                <a:path w="172720" h="188595">
                  <a:moveTo>
                    <a:pt x="136207" y="0"/>
                  </a:moveTo>
                  <a:lnTo>
                    <a:pt x="0" y="104127"/>
                  </a:lnTo>
                  <a:lnTo>
                    <a:pt x="172224" y="188277"/>
                  </a:lnTo>
                  <a:lnTo>
                    <a:pt x="1362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752704" y="5008939"/>
            <a:ext cx="747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20" dirty="0">
                <a:solidFill>
                  <a:srgbClr val="FF0000"/>
                </a:solidFill>
                <a:latin typeface="Cambria Math"/>
                <a:cs typeface="Cambria Math"/>
              </a:rPr>
              <a:t>𝐵𝘙</a:t>
            </a:r>
            <a:endParaRPr sz="40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21099" y="5255887"/>
            <a:ext cx="613410" cy="171450"/>
            <a:chOff x="5721099" y="5255887"/>
            <a:chExt cx="613410" cy="171450"/>
          </a:xfrm>
        </p:grpSpPr>
        <p:sp>
          <p:nvSpPr>
            <p:cNvPr id="32" name="object 32"/>
            <p:cNvSpPr/>
            <p:nvPr/>
          </p:nvSpPr>
          <p:spPr>
            <a:xfrm>
              <a:off x="5863970" y="5341619"/>
              <a:ext cx="327660" cy="0"/>
            </a:xfrm>
            <a:custGeom>
              <a:avLst/>
              <a:gdLst/>
              <a:ahLst/>
              <a:cxnLst/>
              <a:rect l="l" t="t" r="r" b="b"/>
              <a:pathLst>
                <a:path w="327660">
                  <a:moveTo>
                    <a:pt x="0" y="0"/>
                  </a:moveTo>
                  <a:lnTo>
                    <a:pt x="327583" y="0"/>
                  </a:lnTo>
                </a:path>
              </a:pathLst>
            </a:custGeom>
            <a:ln w="57150">
              <a:solidFill>
                <a:srgbClr val="211D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21096" y="5255894"/>
              <a:ext cx="613410" cy="171450"/>
            </a:xfrm>
            <a:custGeom>
              <a:avLst/>
              <a:gdLst/>
              <a:ahLst/>
              <a:cxnLst/>
              <a:rect l="l" t="t" r="r" b="b"/>
              <a:pathLst>
                <a:path w="613410" h="171450">
                  <a:moveTo>
                    <a:pt x="171450" y="171450"/>
                  </a:moveTo>
                  <a:lnTo>
                    <a:pt x="171437" y="0"/>
                  </a:lnTo>
                  <a:lnTo>
                    <a:pt x="0" y="85737"/>
                  </a:lnTo>
                  <a:lnTo>
                    <a:pt x="171450" y="171450"/>
                  </a:lnTo>
                  <a:close/>
                </a:path>
                <a:path w="613410" h="171450">
                  <a:moveTo>
                    <a:pt x="613321" y="85737"/>
                  </a:moveTo>
                  <a:lnTo>
                    <a:pt x="441871" y="0"/>
                  </a:lnTo>
                  <a:lnTo>
                    <a:pt x="441858" y="171450"/>
                  </a:lnTo>
                  <a:lnTo>
                    <a:pt x="613321" y="85737"/>
                  </a:lnTo>
                  <a:close/>
                </a:path>
              </a:pathLst>
            </a:custGeom>
            <a:solidFill>
              <a:srgbClr val="21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Bit</a:t>
            </a:r>
            <a:r>
              <a:rPr spc="-30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2028372"/>
            <a:ext cx="367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kHz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9766" y="2028372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985" indent="-629285">
              <a:lnSpc>
                <a:spcPct val="100000"/>
              </a:lnSpc>
              <a:spcBef>
                <a:spcPts val="100"/>
              </a:spcBef>
              <a:buChar char="&gt;"/>
              <a:tabLst>
                <a:tab pos="64198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948" y="3582852"/>
            <a:ext cx="3842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kHz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0650" y="3582852"/>
            <a:ext cx="189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165" indent="-545465">
              <a:lnSpc>
                <a:spcPct val="100000"/>
              </a:lnSpc>
              <a:spcBef>
                <a:spcPts val="100"/>
              </a:spcBef>
              <a:buChar char="&gt;"/>
              <a:tabLst>
                <a:tab pos="55816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5067" y="5151814"/>
            <a:ext cx="4739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45" dirty="0">
                <a:solidFill>
                  <a:srgbClr val="FF0000"/>
                </a:solidFill>
                <a:latin typeface="Cambria Math"/>
                <a:cs typeface="Cambria Math"/>
              </a:rPr>
              <a:t>𝐵𝘙</a:t>
            </a:r>
            <a:r>
              <a:rPr sz="4000" spc="2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4000" spc="2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50" dirty="0">
                <a:solidFill>
                  <a:srgbClr val="FF0000"/>
                </a:solidFill>
                <a:latin typeface="Cambria Math"/>
                <a:cs typeface="Cambria Math"/>
              </a:rPr>
              <a:t>𝑓(𝑆𝐹,</a:t>
            </a:r>
            <a:r>
              <a:rPr sz="4000" spc="-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160" dirty="0">
                <a:solidFill>
                  <a:srgbClr val="FF0000"/>
                </a:solidFill>
                <a:latin typeface="Cambria Math"/>
                <a:cs typeface="Cambria Math"/>
              </a:rPr>
              <a:t>𝐵W,</a:t>
            </a:r>
            <a:r>
              <a:rPr sz="4000" spc="-2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-35" dirty="0">
                <a:solidFill>
                  <a:srgbClr val="FF0000"/>
                </a:solidFill>
                <a:latin typeface="Cambria Math"/>
                <a:cs typeface="Cambria Math"/>
              </a:rPr>
              <a:t>…</a:t>
            </a:r>
            <a:r>
              <a:rPr sz="4000" spc="-2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dirty="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r>
              <a:rPr sz="4000" spc="-2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-5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87446" y="4961385"/>
            <a:ext cx="455930" cy="713105"/>
          </a:xfrm>
          <a:custGeom>
            <a:avLst/>
            <a:gdLst/>
            <a:ahLst/>
            <a:cxnLst/>
            <a:rect l="l" t="t" r="r" b="b"/>
            <a:pathLst>
              <a:path w="455930" h="713104">
                <a:moveTo>
                  <a:pt x="30953" y="0"/>
                </a:moveTo>
                <a:lnTo>
                  <a:pt x="2395" y="135920"/>
                </a:lnTo>
                <a:lnTo>
                  <a:pt x="22203" y="227088"/>
                </a:lnTo>
                <a:lnTo>
                  <a:pt x="116776" y="314777"/>
                </a:lnTo>
                <a:lnTo>
                  <a:pt x="312506" y="440261"/>
                </a:lnTo>
                <a:lnTo>
                  <a:pt x="382978" y="328042"/>
                </a:lnTo>
                <a:lnTo>
                  <a:pt x="455769" y="639980"/>
                </a:lnTo>
                <a:lnTo>
                  <a:pt x="144101" y="712707"/>
                </a:lnTo>
                <a:lnTo>
                  <a:pt x="208738" y="608621"/>
                </a:lnTo>
                <a:lnTo>
                  <a:pt x="204678" y="605440"/>
                </a:lnTo>
                <a:lnTo>
                  <a:pt x="156968" y="560586"/>
                </a:lnTo>
                <a:lnTo>
                  <a:pt x="108668" y="502740"/>
                </a:lnTo>
                <a:lnTo>
                  <a:pt x="83505" y="465879"/>
                </a:lnTo>
                <a:lnTo>
                  <a:pt x="59414" y="423922"/>
                </a:lnTo>
                <a:lnTo>
                  <a:pt x="37706" y="377019"/>
                </a:lnTo>
                <a:lnTo>
                  <a:pt x="19694" y="325316"/>
                </a:lnTo>
                <a:lnTo>
                  <a:pt x="6688" y="268962"/>
                </a:lnTo>
                <a:lnTo>
                  <a:pt x="0" y="208106"/>
                </a:lnTo>
                <a:lnTo>
                  <a:pt x="940" y="142895"/>
                </a:lnTo>
                <a:lnTo>
                  <a:pt x="10821" y="73476"/>
                </a:lnTo>
                <a:lnTo>
                  <a:pt x="309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Coding</a:t>
            </a:r>
            <a:r>
              <a:rPr spc="-75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141" y="5575785"/>
            <a:ext cx="704532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5704840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r>
              <a:rPr sz="2400" dirty="0">
                <a:latin typeface="Segoe UI"/>
                <a:cs typeface="Segoe UI"/>
              </a:rPr>
              <a:t>	Bit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 dirty="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&gt;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 dirty="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20860" y="2164297"/>
            <a:ext cx="7941945" cy="2287270"/>
            <a:chOff x="1820860" y="2164297"/>
            <a:chExt cx="7941945" cy="2287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0860" y="2164297"/>
              <a:ext cx="7941584" cy="2276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67577" y="2853690"/>
              <a:ext cx="576580" cy="454659"/>
            </a:xfrm>
            <a:custGeom>
              <a:avLst/>
              <a:gdLst/>
              <a:ahLst/>
              <a:cxnLst/>
              <a:rect l="l" t="t" r="r" b="b"/>
              <a:pathLst>
                <a:path w="576579" h="454660">
                  <a:moveTo>
                    <a:pt x="0" y="227075"/>
                  </a:moveTo>
                  <a:lnTo>
                    <a:pt x="4640" y="186258"/>
                  </a:lnTo>
                  <a:lnTo>
                    <a:pt x="18019" y="147841"/>
                  </a:lnTo>
                  <a:lnTo>
                    <a:pt x="39324" y="112465"/>
                  </a:lnTo>
                  <a:lnTo>
                    <a:pt x="67741" y="80773"/>
                  </a:lnTo>
                  <a:lnTo>
                    <a:pt x="102457" y="53404"/>
                  </a:lnTo>
                  <a:lnTo>
                    <a:pt x="142657" y="31002"/>
                  </a:lnTo>
                  <a:lnTo>
                    <a:pt x="187529" y="14206"/>
                  </a:lnTo>
                  <a:lnTo>
                    <a:pt x="236260" y="3658"/>
                  </a:lnTo>
                  <a:lnTo>
                    <a:pt x="288036" y="0"/>
                  </a:lnTo>
                  <a:lnTo>
                    <a:pt x="339811" y="3658"/>
                  </a:lnTo>
                  <a:lnTo>
                    <a:pt x="388542" y="14206"/>
                  </a:lnTo>
                  <a:lnTo>
                    <a:pt x="433414" y="31002"/>
                  </a:lnTo>
                  <a:lnTo>
                    <a:pt x="473614" y="53404"/>
                  </a:lnTo>
                  <a:lnTo>
                    <a:pt x="508330" y="80773"/>
                  </a:lnTo>
                  <a:lnTo>
                    <a:pt x="536747" y="112465"/>
                  </a:lnTo>
                  <a:lnTo>
                    <a:pt x="558052" y="147841"/>
                  </a:lnTo>
                  <a:lnTo>
                    <a:pt x="571431" y="186258"/>
                  </a:lnTo>
                  <a:lnTo>
                    <a:pt x="576072" y="227075"/>
                  </a:lnTo>
                  <a:lnTo>
                    <a:pt x="571431" y="267893"/>
                  </a:lnTo>
                  <a:lnTo>
                    <a:pt x="558052" y="306310"/>
                  </a:lnTo>
                  <a:lnTo>
                    <a:pt x="536747" y="341686"/>
                  </a:lnTo>
                  <a:lnTo>
                    <a:pt x="508330" y="373378"/>
                  </a:lnTo>
                  <a:lnTo>
                    <a:pt x="473614" y="400747"/>
                  </a:lnTo>
                  <a:lnTo>
                    <a:pt x="433414" y="423149"/>
                  </a:lnTo>
                  <a:lnTo>
                    <a:pt x="388542" y="439945"/>
                  </a:lnTo>
                  <a:lnTo>
                    <a:pt x="339811" y="450493"/>
                  </a:lnTo>
                  <a:lnTo>
                    <a:pt x="288036" y="454151"/>
                  </a:lnTo>
                  <a:lnTo>
                    <a:pt x="236260" y="450493"/>
                  </a:lnTo>
                  <a:lnTo>
                    <a:pt x="187529" y="439945"/>
                  </a:lnTo>
                  <a:lnTo>
                    <a:pt x="142657" y="423149"/>
                  </a:lnTo>
                  <a:lnTo>
                    <a:pt x="102457" y="400747"/>
                  </a:lnTo>
                  <a:lnTo>
                    <a:pt x="67741" y="373378"/>
                  </a:lnTo>
                  <a:lnTo>
                    <a:pt x="39324" y="341686"/>
                  </a:lnTo>
                  <a:lnTo>
                    <a:pt x="18019" y="306310"/>
                  </a:lnTo>
                  <a:lnTo>
                    <a:pt x="4640" y="267893"/>
                  </a:lnTo>
                  <a:lnTo>
                    <a:pt x="0" y="2270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67577" y="3982974"/>
              <a:ext cx="576580" cy="454659"/>
            </a:xfrm>
            <a:custGeom>
              <a:avLst/>
              <a:gdLst/>
              <a:ahLst/>
              <a:cxnLst/>
              <a:rect l="l" t="t" r="r" b="b"/>
              <a:pathLst>
                <a:path w="576579" h="454660">
                  <a:moveTo>
                    <a:pt x="0" y="227075"/>
                  </a:moveTo>
                  <a:lnTo>
                    <a:pt x="4640" y="186258"/>
                  </a:lnTo>
                  <a:lnTo>
                    <a:pt x="18019" y="147841"/>
                  </a:lnTo>
                  <a:lnTo>
                    <a:pt x="39324" y="112465"/>
                  </a:lnTo>
                  <a:lnTo>
                    <a:pt x="67741" y="80773"/>
                  </a:lnTo>
                  <a:lnTo>
                    <a:pt x="102457" y="53404"/>
                  </a:lnTo>
                  <a:lnTo>
                    <a:pt x="142657" y="31002"/>
                  </a:lnTo>
                  <a:lnTo>
                    <a:pt x="187529" y="14206"/>
                  </a:lnTo>
                  <a:lnTo>
                    <a:pt x="236260" y="3658"/>
                  </a:lnTo>
                  <a:lnTo>
                    <a:pt x="288036" y="0"/>
                  </a:lnTo>
                  <a:lnTo>
                    <a:pt x="339811" y="3658"/>
                  </a:lnTo>
                  <a:lnTo>
                    <a:pt x="388542" y="14206"/>
                  </a:lnTo>
                  <a:lnTo>
                    <a:pt x="433414" y="31002"/>
                  </a:lnTo>
                  <a:lnTo>
                    <a:pt x="473614" y="53404"/>
                  </a:lnTo>
                  <a:lnTo>
                    <a:pt x="508330" y="80773"/>
                  </a:lnTo>
                  <a:lnTo>
                    <a:pt x="536747" y="112465"/>
                  </a:lnTo>
                  <a:lnTo>
                    <a:pt x="558052" y="147841"/>
                  </a:lnTo>
                  <a:lnTo>
                    <a:pt x="571431" y="186258"/>
                  </a:lnTo>
                  <a:lnTo>
                    <a:pt x="576072" y="227075"/>
                  </a:lnTo>
                  <a:lnTo>
                    <a:pt x="571431" y="267893"/>
                  </a:lnTo>
                  <a:lnTo>
                    <a:pt x="558052" y="306310"/>
                  </a:lnTo>
                  <a:lnTo>
                    <a:pt x="536747" y="341686"/>
                  </a:lnTo>
                  <a:lnTo>
                    <a:pt x="508330" y="373378"/>
                  </a:lnTo>
                  <a:lnTo>
                    <a:pt x="473614" y="400747"/>
                  </a:lnTo>
                  <a:lnTo>
                    <a:pt x="433414" y="423149"/>
                  </a:lnTo>
                  <a:lnTo>
                    <a:pt x="388542" y="439945"/>
                  </a:lnTo>
                  <a:lnTo>
                    <a:pt x="339811" y="450493"/>
                  </a:lnTo>
                  <a:lnTo>
                    <a:pt x="288036" y="454151"/>
                  </a:lnTo>
                  <a:lnTo>
                    <a:pt x="236260" y="450493"/>
                  </a:lnTo>
                  <a:lnTo>
                    <a:pt x="187529" y="439945"/>
                  </a:lnTo>
                  <a:lnTo>
                    <a:pt x="142657" y="423149"/>
                  </a:lnTo>
                  <a:lnTo>
                    <a:pt x="102457" y="400747"/>
                  </a:lnTo>
                  <a:lnTo>
                    <a:pt x="67741" y="373378"/>
                  </a:lnTo>
                  <a:lnTo>
                    <a:pt x="39324" y="341686"/>
                  </a:lnTo>
                  <a:lnTo>
                    <a:pt x="18019" y="306310"/>
                  </a:lnTo>
                  <a:lnTo>
                    <a:pt x="4640" y="267893"/>
                  </a:lnTo>
                  <a:lnTo>
                    <a:pt x="0" y="2270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8358" y="2836926"/>
              <a:ext cx="650875" cy="455930"/>
            </a:xfrm>
            <a:custGeom>
              <a:avLst/>
              <a:gdLst/>
              <a:ahLst/>
              <a:cxnLst/>
              <a:rect l="l" t="t" r="r" b="b"/>
              <a:pathLst>
                <a:path w="650875" h="455929">
                  <a:moveTo>
                    <a:pt x="0" y="171348"/>
                  </a:moveTo>
                  <a:lnTo>
                    <a:pt x="6121" y="125799"/>
                  </a:lnTo>
                  <a:lnTo>
                    <a:pt x="23395" y="84867"/>
                  </a:lnTo>
                  <a:lnTo>
                    <a:pt x="50188" y="50188"/>
                  </a:lnTo>
                  <a:lnTo>
                    <a:pt x="84867" y="23395"/>
                  </a:lnTo>
                  <a:lnTo>
                    <a:pt x="125799" y="6121"/>
                  </a:lnTo>
                  <a:lnTo>
                    <a:pt x="171348" y="0"/>
                  </a:lnTo>
                  <a:lnTo>
                    <a:pt x="479399" y="0"/>
                  </a:lnTo>
                  <a:lnTo>
                    <a:pt x="524948" y="6121"/>
                  </a:lnTo>
                  <a:lnTo>
                    <a:pt x="565880" y="23395"/>
                  </a:lnTo>
                  <a:lnTo>
                    <a:pt x="600559" y="50188"/>
                  </a:lnTo>
                  <a:lnTo>
                    <a:pt x="627352" y="84867"/>
                  </a:lnTo>
                  <a:lnTo>
                    <a:pt x="644626" y="125799"/>
                  </a:lnTo>
                  <a:lnTo>
                    <a:pt x="650748" y="171348"/>
                  </a:lnTo>
                  <a:lnTo>
                    <a:pt x="650748" y="284327"/>
                  </a:lnTo>
                  <a:lnTo>
                    <a:pt x="644626" y="329876"/>
                  </a:lnTo>
                  <a:lnTo>
                    <a:pt x="627352" y="370808"/>
                  </a:lnTo>
                  <a:lnTo>
                    <a:pt x="600559" y="405487"/>
                  </a:lnTo>
                  <a:lnTo>
                    <a:pt x="565880" y="432280"/>
                  </a:lnTo>
                  <a:lnTo>
                    <a:pt x="524948" y="449554"/>
                  </a:lnTo>
                  <a:lnTo>
                    <a:pt x="479399" y="455676"/>
                  </a:lnTo>
                  <a:lnTo>
                    <a:pt x="171348" y="455676"/>
                  </a:lnTo>
                  <a:lnTo>
                    <a:pt x="125799" y="449554"/>
                  </a:lnTo>
                  <a:lnTo>
                    <a:pt x="84867" y="432280"/>
                  </a:lnTo>
                  <a:lnTo>
                    <a:pt x="50188" y="405487"/>
                  </a:lnTo>
                  <a:lnTo>
                    <a:pt x="23395" y="370808"/>
                  </a:lnTo>
                  <a:lnTo>
                    <a:pt x="6121" y="329876"/>
                  </a:lnTo>
                  <a:lnTo>
                    <a:pt x="0" y="284327"/>
                  </a:lnTo>
                  <a:lnTo>
                    <a:pt x="0" y="17134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75757" y="2968120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435590" y="3093714"/>
            <a:ext cx="534670" cy="114300"/>
            <a:chOff x="10435590" y="3093714"/>
            <a:chExt cx="534670" cy="114300"/>
          </a:xfrm>
        </p:grpSpPr>
        <p:sp>
          <p:nvSpPr>
            <p:cNvPr id="11" name="object 11"/>
            <p:cNvSpPr/>
            <p:nvPr/>
          </p:nvSpPr>
          <p:spPr>
            <a:xfrm>
              <a:off x="10435590" y="3150869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8835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55373" y="30937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122362" y="2968120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517885" y="4261098"/>
            <a:ext cx="534670" cy="114300"/>
            <a:chOff x="10517885" y="4261098"/>
            <a:chExt cx="534670" cy="114300"/>
          </a:xfrm>
        </p:grpSpPr>
        <p:sp>
          <p:nvSpPr>
            <p:cNvPr id="15" name="object 15"/>
            <p:cNvSpPr/>
            <p:nvPr/>
          </p:nvSpPr>
          <p:spPr>
            <a:xfrm>
              <a:off x="10517885" y="4318253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8835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37669" y="426109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212670" y="4097678"/>
            <a:ext cx="2266315" cy="109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5665">
              <a:lnSpc>
                <a:spcPct val="1000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9B45"/>
                </a:solidFill>
                <a:latin typeface="Calibri"/>
                <a:cs typeface="Calibri"/>
              </a:rPr>
              <a:t>Overhead</a:t>
            </a:r>
            <a:r>
              <a:rPr sz="2800" spc="-75" dirty="0">
                <a:solidFill>
                  <a:srgbClr val="FF9B45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9B45"/>
                </a:solidFill>
                <a:latin typeface="Calibri"/>
                <a:cs typeface="Calibri"/>
              </a:rPr>
              <a:t>Ratio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88309" y="5816646"/>
            <a:ext cx="1346200" cy="17145"/>
          </a:xfrm>
          <a:custGeom>
            <a:avLst/>
            <a:gdLst/>
            <a:ahLst/>
            <a:cxnLst/>
            <a:rect l="l" t="t" r="r" b="b"/>
            <a:pathLst>
              <a:path w="1346200" h="17145">
                <a:moveTo>
                  <a:pt x="1345692" y="0"/>
                </a:moveTo>
                <a:lnTo>
                  <a:pt x="0" y="0"/>
                </a:lnTo>
                <a:lnTo>
                  <a:pt x="0" y="16764"/>
                </a:lnTo>
                <a:lnTo>
                  <a:pt x="1345692" y="16764"/>
                </a:lnTo>
                <a:lnTo>
                  <a:pt x="13456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055658" y="5491587"/>
            <a:ext cx="2799715" cy="273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55"/>
              </a:lnSpc>
              <a:spcBef>
                <a:spcPts val="100"/>
              </a:spcBef>
            </a:pPr>
            <a:r>
              <a:rPr lang="en-FR" sz="2000" spc="-409" dirty="0">
                <a:solidFill>
                  <a:srgbClr val="FF0000"/>
                </a:solidFill>
                <a:latin typeface="Cambria Math"/>
                <a:cs typeface="Cambria Math"/>
              </a:rPr>
              <a:t>𝟔.                        8                   3           6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01641" y="5800861"/>
            <a:ext cx="96901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ts val="2265"/>
              </a:lnSpc>
              <a:spcBef>
                <a:spcPts val="100"/>
              </a:spcBef>
            </a:pPr>
            <a:r>
              <a:rPr lang="fr-FR" sz="2000" dirty="0">
                <a:solidFill>
                  <a:srgbClr val="FF0000"/>
                </a:solidFill>
                <a:latin typeface="Cambria Math"/>
                <a:cs typeface="Cambria Math"/>
              </a:rPr>
              <a:t>1,25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19558" y="1450306"/>
            <a:ext cx="210820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10"/>
              </a:lnSpc>
            </a:pPr>
            <a:r>
              <a:rPr sz="4000" spc="-60" dirty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09715" y="1264919"/>
            <a:ext cx="4325620" cy="708660"/>
          </a:xfrm>
          <a:custGeom>
            <a:avLst/>
            <a:gdLst/>
            <a:ahLst/>
            <a:cxnLst/>
            <a:rect l="l" t="t" r="r" b="b"/>
            <a:pathLst>
              <a:path w="4325620" h="708660">
                <a:moveTo>
                  <a:pt x="4325112" y="0"/>
                </a:moveTo>
                <a:lnTo>
                  <a:pt x="0" y="0"/>
                </a:lnTo>
                <a:lnTo>
                  <a:pt x="0" y="708660"/>
                </a:lnTo>
                <a:lnTo>
                  <a:pt x="4325112" y="708660"/>
                </a:lnTo>
                <a:lnTo>
                  <a:pt x="4325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21329" y="1324857"/>
            <a:ext cx="8853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80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40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240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4000" spc="2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4000" spc="2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65" dirty="0">
                <a:solidFill>
                  <a:srgbClr val="FF0000"/>
                </a:solidFill>
                <a:latin typeface="Cambria Math"/>
                <a:cs typeface="Cambria Math"/>
              </a:rPr>
              <a:t>𝑓(𝑆𝐹</a:t>
            </a:r>
            <a:r>
              <a:rPr sz="40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40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4000" spc="250" dirty="0">
                <a:solidFill>
                  <a:srgbClr val="FF0000"/>
                </a:solidFill>
                <a:latin typeface="Cambria Math"/>
                <a:cs typeface="Cambria Math"/>
              </a:rPr>
              <a:t>𝐵W</a:t>
            </a:r>
            <a:r>
              <a:rPr sz="4000" spc="-22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6000" baseline="4166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lang="fr-FR" sz="6000" spc="-22" baseline="416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fr-FR" sz="6000" spc="-22" baseline="4166" dirty="0" err="1">
                <a:solidFill>
                  <a:srgbClr val="FF0000"/>
                </a:solidFill>
                <a:latin typeface="Cambria Math"/>
                <a:cs typeface="Cambria Math"/>
              </a:rPr>
              <a:t>CodingRate</a:t>
            </a:r>
            <a:endParaRPr sz="6000" baseline="4166" dirty="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18875" y="4558838"/>
            <a:ext cx="518159" cy="659765"/>
          </a:xfrm>
          <a:custGeom>
            <a:avLst/>
            <a:gdLst/>
            <a:ahLst/>
            <a:cxnLst/>
            <a:rect l="l" t="t" r="r" b="b"/>
            <a:pathLst>
              <a:path w="518160" h="659764">
                <a:moveTo>
                  <a:pt x="367105" y="659478"/>
                </a:moveTo>
                <a:lnTo>
                  <a:pt x="197672" y="659478"/>
                </a:lnTo>
                <a:lnTo>
                  <a:pt x="135094" y="651640"/>
                </a:lnTo>
                <a:lnTo>
                  <a:pt x="92849" y="632948"/>
                </a:lnTo>
                <a:lnTo>
                  <a:pt x="62125" y="610639"/>
                </a:lnTo>
                <a:lnTo>
                  <a:pt x="34112" y="591948"/>
                </a:lnTo>
                <a:lnTo>
                  <a:pt x="0" y="584109"/>
                </a:lnTo>
                <a:lnTo>
                  <a:pt x="0" y="282633"/>
                </a:lnTo>
                <a:lnTo>
                  <a:pt x="10274" y="277030"/>
                </a:lnTo>
                <a:lnTo>
                  <a:pt x="34825" y="262033"/>
                </a:lnTo>
                <a:lnTo>
                  <a:pt x="67872" y="237939"/>
                </a:lnTo>
                <a:lnTo>
                  <a:pt x="103635" y="205045"/>
                </a:lnTo>
                <a:lnTo>
                  <a:pt x="136337" y="163647"/>
                </a:lnTo>
                <a:lnTo>
                  <a:pt x="160196" y="114042"/>
                </a:lnTo>
                <a:lnTo>
                  <a:pt x="169433" y="56526"/>
                </a:lnTo>
                <a:lnTo>
                  <a:pt x="173889" y="34578"/>
                </a:lnTo>
                <a:lnTo>
                  <a:pt x="186023" y="16604"/>
                </a:lnTo>
                <a:lnTo>
                  <a:pt x="203981" y="4460"/>
                </a:lnTo>
                <a:lnTo>
                  <a:pt x="225911" y="0"/>
                </a:lnTo>
                <a:lnTo>
                  <a:pt x="247840" y="4460"/>
                </a:lnTo>
                <a:lnTo>
                  <a:pt x="265798" y="16604"/>
                </a:lnTo>
                <a:lnTo>
                  <a:pt x="277932" y="34578"/>
                </a:lnTo>
                <a:lnTo>
                  <a:pt x="282389" y="56526"/>
                </a:lnTo>
                <a:lnTo>
                  <a:pt x="278109" y="136709"/>
                </a:lnTo>
                <a:lnTo>
                  <a:pt x="268622" y="188540"/>
                </a:lnTo>
                <a:lnTo>
                  <a:pt x="258959" y="219350"/>
                </a:lnTo>
                <a:lnTo>
                  <a:pt x="254150" y="236470"/>
                </a:lnTo>
                <a:lnTo>
                  <a:pt x="256841" y="247098"/>
                </a:lnTo>
                <a:lnTo>
                  <a:pt x="262974" y="255783"/>
                </a:lnTo>
                <a:lnTo>
                  <a:pt x="271755" y="261642"/>
                </a:lnTo>
                <a:lnTo>
                  <a:pt x="282389" y="263791"/>
                </a:lnTo>
                <a:lnTo>
                  <a:pt x="461235" y="263791"/>
                </a:lnTo>
                <a:lnTo>
                  <a:pt x="483164" y="268251"/>
                </a:lnTo>
                <a:lnTo>
                  <a:pt x="501122" y="280396"/>
                </a:lnTo>
                <a:lnTo>
                  <a:pt x="513256" y="298369"/>
                </a:lnTo>
                <a:lnTo>
                  <a:pt x="517713" y="320318"/>
                </a:lnTo>
                <a:lnTo>
                  <a:pt x="515021" y="337835"/>
                </a:lnTo>
                <a:lnTo>
                  <a:pt x="507476" y="353056"/>
                </a:lnTo>
                <a:lnTo>
                  <a:pt x="495872" y="365098"/>
                </a:lnTo>
                <a:lnTo>
                  <a:pt x="481002" y="373076"/>
                </a:lnTo>
                <a:lnTo>
                  <a:pt x="488562" y="381673"/>
                </a:lnTo>
                <a:lnTo>
                  <a:pt x="494180" y="391683"/>
                </a:lnTo>
                <a:lnTo>
                  <a:pt x="497681" y="402753"/>
                </a:lnTo>
                <a:lnTo>
                  <a:pt x="498887" y="414529"/>
                </a:lnTo>
                <a:lnTo>
                  <a:pt x="495548" y="433401"/>
                </a:lnTo>
                <a:lnTo>
                  <a:pt x="486297" y="449623"/>
                </a:lnTo>
                <a:lnTo>
                  <a:pt x="472280" y="461958"/>
                </a:lnTo>
                <a:lnTo>
                  <a:pt x="454646" y="469172"/>
                </a:lnTo>
                <a:lnTo>
                  <a:pt x="461514" y="477606"/>
                </a:lnTo>
                <a:lnTo>
                  <a:pt x="466530" y="487189"/>
                </a:lnTo>
                <a:lnTo>
                  <a:pt x="469604" y="497656"/>
                </a:lnTo>
                <a:lnTo>
                  <a:pt x="470648" y="508740"/>
                </a:lnTo>
                <a:lnTo>
                  <a:pt x="466191" y="530689"/>
                </a:lnTo>
                <a:lnTo>
                  <a:pt x="454058" y="548662"/>
                </a:lnTo>
                <a:lnTo>
                  <a:pt x="436099" y="560807"/>
                </a:lnTo>
                <a:lnTo>
                  <a:pt x="414170" y="565267"/>
                </a:lnTo>
                <a:lnTo>
                  <a:pt x="408522" y="565267"/>
                </a:lnTo>
                <a:lnTo>
                  <a:pt x="414847" y="573010"/>
                </a:lnTo>
                <a:lnTo>
                  <a:pt x="419583" y="581990"/>
                </a:lnTo>
                <a:lnTo>
                  <a:pt x="422554" y="592029"/>
                </a:lnTo>
                <a:lnTo>
                  <a:pt x="423583" y="602952"/>
                </a:lnTo>
                <a:lnTo>
                  <a:pt x="419127" y="624900"/>
                </a:lnTo>
                <a:lnTo>
                  <a:pt x="406993" y="642874"/>
                </a:lnTo>
                <a:lnTo>
                  <a:pt x="389035" y="655018"/>
                </a:lnTo>
                <a:lnTo>
                  <a:pt x="367105" y="659478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83551" y="4794365"/>
            <a:ext cx="179070" cy="396240"/>
          </a:xfrm>
          <a:custGeom>
            <a:avLst/>
            <a:gdLst/>
            <a:ahLst/>
            <a:cxnLst/>
            <a:rect l="l" t="t" r="r" b="b"/>
            <a:pathLst>
              <a:path w="179070" h="396239">
                <a:moveTo>
                  <a:pt x="141194" y="395687"/>
                </a:moveTo>
                <a:lnTo>
                  <a:pt x="0" y="395687"/>
                </a:lnTo>
                <a:lnTo>
                  <a:pt x="0" y="0"/>
                </a:lnTo>
                <a:lnTo>
                  <a:pt x="141194" y="0"/>
                </a:lnTo>
                <a:lnTo>
                  <a:pt x="155814" y="2973"/>
                </a:lnTo>
                <a:lnTo>
                  <a:pt x="167786" y="11069"/>
                </a:lnTo>
                <a:lnTo>
                  <a:pt x="175875" y="23052"/>
                </a:lnTo>
                <a:lnTo>
                  <a:pt x="178846" y="37684"/>
                </a:lnTo>
                <a:lnTo>
                  <a:pt x="178846" y="358002"/>
                </a:lnTo>
                <a:lnTo>
                  <a:pt x="175875" y="372634"/>
                </a:lnTo>
                <a:lnTo>
                  <a:pt x="167786" y="384617"/>
                </a:lnTo>
                <a:lnTo>
                  <a:pt x="155814" y="392713"/>
                </a:lnTo>
                <a:lnTo>
                  <a:pt x="141194" y="39568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2459" y="4744947"/>
            <a:ext cx="7772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31945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Additional</a:t>
            </a:r>
            <a:r>
              <a:rPr sz="2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bits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4200" baseline="1984" dirty="0">
                <a:solidFill>
                  <a:srgbClr val="00B050"/>
                </a:solidFill>
                <a:latin typeface="Calibri"/>
                <a:cs typeface="Calibri"/>
              </a:rPr>
              <a:t>Detect</a:t>
            </a:r>
            <a:r>
              <a:rPr sz="4200" spc="-142" baseline="198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4200" baseline="1984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4200" spc="-127" baseline="198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4200" baseline="1984" dirty="0">
                <a:solidFill>
                  <a:srgbClr val="00B050"/>
                </a:solidFill>
                <a:latin typeface="Calibri"/>
                <a:cs typeface="Calibri"/>
              </a:rPr>
              <a:t>correct</a:t>
            </a:r>
            <a:r>
              <a:rPr sz="4200" spc="-135" baseline="198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4200" spc="-15" baseline="1984" dirty="0">
                <a:solidFill>
                  <a:srgbClr val="00B050"/>
                </a:solidFill>
                <a:latin typeface="Calibri"/>
                <a:cs typeface="Calibri"/>
              </a:rPr>
              <a:t>errors</a:t>
            </a:r>
            <a:endParaRPr sz="4200" baseline="1984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92043" y="4735621"/>
            <a:ext cx="518159" cy="659765"/>
          </a:xfrm>
          <a:custGeom>
            <a:avLst/>
            <a:gdLst/>
            <a:ahLst/>
            <a:cxnLst/>
            <a:rect l="l" t="t" r="r" b="b"/>
            <a:pathLst>
              <a:path w="518159" h="659764">
                <a:moveTo>
                  <a:pt x="225911" y="659478"/>
                </a:moveTo>
                <a:lnTo>
                  <a:pt x="185974" y="642923"/>
                </a:lnTo>
                <a:lnTo>
                  <a:pt x="169433" y="602952"/>
                </a:lnTo>
                <a:lnTo>
                  <a:pt x="160196" y="545436"/>
                </a:lnTo>
                <a:lnTo>
                  <a:pt x="136337" y="495831"/>
                </a:lnTo>
                <a:lnTo>
                  <a:pt x="103635" y="454433"/>
                </a:lnTo>
                <a:lnTo>
                  <a:pt x="67872" y="421539"/>
                </a:lnTo>
                <a:lnTo>
                  <a:pt x="34825" y="397445"/>
                </a:lnTo>
                <a:lnTo>
                  <a:pt x="0" y="376845"/>
                </a:lnTo>
                <a:lnTo>
                  <a:pt x="0" y="75369"/>
                </a:lnTo>
                <a:lnTo>
                  <a:pt x="34112" y="67530"/>
                </a:lnTo>
                <a:lnTo>
                  <a:pt x="62125" y="48839"/>
                </a:lnTo>
                <a:lnTo>
                  <a:pt x="92849" y="26529"/>
                </a:lnTo>
                <a:lnTo>
                  <a:pt x="135094" y="7838"/>
                </a:lnTo>
                <a:lnTo>
                  <a:pt x="197672" y="0"/>
                </a:lnTo>
                <a:lnTo>
                  <a:pt x="367105" y="0"/>
                </a:lnTo>
                <a:lnTo>
                  <a:pt x="389061" y="4486"/>
                </a:lnTo>
                <a:lnTo>
                  <a:pt x="406993" y="16604"/>
                </a:lnTo>
                <a:lnTo>
                  <a:pt x="419100" y="34551"/>
                </a:lnTo>
                <a:lnTo>
                  <a:pt x="423583" y="56526"/>
                </a:lnTo>
                <a:lnTo>
                  <a:pt x="422707" y="66940"/>
                </a:lnTo>
                <a:lnTo>
                  <a:pt x="419830" y="76881"/>
                </a:lnTo>
                <a:lnTo>
                  <a:pt x="415064" y="86065"/>
                </a:lnTo>
                <a:lnTo>
                  <a:pt x="408522" y="94211"/>
                </a:lnTo>
                <a:lnTo>
                  <a:pt x="414170" y="94211"/>
                </a:lnTo>
                <a:lnTo>
                  <a:pt x="436126" y="98698"/>
                </a:lnTo>
                <a:lnTo>
                  <a:pt x="454058" y="110815"/>
                </a:lnTo>
                <a:lnTo>
                  <a:pt x="466165" y="128763"/>
                </a:lnTo>
                <a:lnTo>
                  <a:pt x="470648" y="150738"/>
                </a:lnTo>
                <a:lnTo>
                  <a:pt x="469667" y="161679"/>
                </a:lnTo>
                <a:lnTo>
                  <a:pt x="466593" y="172119"/>
                </a:lnTo>
                <a:lnTo>
                  <a:pt x="461546" y="181760"/>
                </a:lnTo>
                <a:lnTo>
                  <a:pt x="454646" y="190306"/>
                </a:lnTo>
                <a:lnTo>
                  <a:pt x="475077" y="199278"/>
                </a:lnTo>
                <a:lnTo>
                  <a:pt x="489970" y="214853"/>
                </a:lnTo>
                <a:lnTo>
                  <a:pt x="497941" y="234879"/>
                </a:lnTo>
                <a:lnTo>
                  <a:pt x="497607" y="257206"/>
                </a:lnTo>
                <a:lnTo>
                  <a:pt x="495162" y="265395"/>
                </a:lnTo>
                <a:lnTo>
                  <a:pt x="491532" y="273076"/>
                </a:lnTo>
                <a:lnTo>
                  <a:pt x="486788" y="280120"/>
                </a:lnTo>
                <a:lnTo>
                  <a:pt x="481002" y="286402"/>
                </a:lnTo>
                <a:lnTo>
                  <a:pt x="496162" y="294665"/>
                </a:lnTo>
                <a:lnTo>
                  <a:pt x="507804" y="306891"/>
                </a:lnTo>
                <a:lnTo>
                  <a:pt x="515224" y="322063"/>
                </a:lnTo>
                <a:lnTo>
                  <a:pt x="517713" y="339160"/>
                </a:lnTo>
                <a:lnTo>
                  <a:pt x="513230" y="361135"/>
                </a:lnTo>
                <a:lnTo>
                  <a:pt x="501122" y="379082"/>
                </a:lnTo>
                <a:lnTo>
                  <a:pt x="483191" y="391200"/>
                </a:lnTo>
                <a:lnTo>
                  <a:pt x="461235" y="395687"/>
                </a:lnTo>
                <a:lnTo>
                  <a:pt x="282389" y="395687"/>
                </a:lnTo>
                <a:lnTo>
                  <a:pt x="271705" y="397941"/>
                </a:lnTo>
                <a:lnTo>
                  <a:pt x="262890" y="403776"/>
                </a:lnTo>
                <a:lnTo>
                  <a:pt x="256764" y="412397"/>
                </a:lnTo>
                <a:lnTo>
                  <a:pt x="254150" y="423008"/>
                </a:lnTo>
                <a:lnTo>
                  <a:pt x="258959" y="440128"/>
                </a:lnTo>
                <a:lnTo>
                  <a:pt x="268622" y="470938"/>
                </a:lnTo>
                <a:lnTo>
                  <a:pt x="278109" y="522769"/>
                </a:lnTo>
                <a:lnTo>
                  <a:pt x="282389" y="602952"/>
                </a:lnTo>
                <a:lnTo>
                  <a:pt x="277951" y="624955"/>
                </a:lnTo>
                <a:lnTo>
                  <a:pt x="265848" y="642923"/>
                </a:lnTo>
                <a:lnTo>
                  <a:pt x="247896" y="655036"/>
                </a:lnTo>
                <a:lnTo>
                  <a:pt x="225911" y="659478"/>
                </a:lnTo>
                <a:close/>
              </a:path>
            </a:pathLst>
          </a:custGeom>
          <a:solidFill>
            <a:srgbClr val="FF9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356720" y="4763885"/>
            <a:ext cx="179070" cy="396240"/>
          </a:xfrm>
          <a:custGeom>
            <a:avLst/>
            <a:gdLst/>
            <a:ahLst/>
            <a:cxnLst/>
            <a:rect l="l" t="t" r="r" b="b"/>
            <a:pathLst>
              <a:path w="179070" h="396239">
                <a:moveTo>
                  <a:pt x="141194" y="395687"/>
                </a:moveTo>
                <a:lnTo>
                  <a:pt x="0" y="395687"/>
                </a:lnTo>
                <a:lnTo>
                  <a:pt x="0" y="0"/>
                </a:lnTo>
                <a:lnTo>
                  <a:pt x="141194" y="0"/>
                </a:lnTo>
                <a:lnTo>
                  <a:pt x="155828" y="2993"/>
                </a:lnTo>
                <a:lnTo>
                  <a:pt x="167782" y="11073"/>
                </a:lnTo>
                <a:lnTo>
                  <a:pt x="175855" y="23037"/>
                </a:lnTo>
                <a:lnTo>
                  <a:pt x="178846" y="37684"/>
                </a:lnTo>
                <a:lnTo>
                  <a:pt x="178846" y="358002"/>
                </a:lnTo>
                <a:lnTo>
                  <a:pt x="175855" y="372649"/>
                </a:lnTo>
                <a:lnTo>
                  <a:pt x="167782" y="384613"/>
                </a:lnTo>
                <a:lnTo>
                  <a:pt x="155828" y="392693"/>
                </a:lnTo>
                <a:lnTo>
                  <a:pt x="141194" y="395687"/>
                </a:lnTo>
                <a:close/>
              </a:path>
            </a:pathLst>
          </a:custGeom>
          <a:solidFill>
            <a:srgbClr val="FF9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63011" y="4796028"/>
            <a:ext cx="489584" cy="401320"/>
          </a:xfrm>
          <a:custGeom>
            <a:avLst/>
            <a:gdLst/>
            <a:ahLst/>
            <a:cxnLst/>
            <a:rect l="l" t="t" r="r" b="b"/>
            <a:pathLst>
              <a:path w="489585" h="401320">
                <a:moveTo>
                  <a:pt x="288798" y="0"/>
                </a:moveTo>
                <a:lnTo>
                  <a:pt x="288798" y="100203"/>
                </a:lnTo>
                <a:lnTo>
                  <a:pt x="0" y="100203"/>
                </a:lnTo>
                <a:lnTo>
                  <a:pt x="0" y="300609"/>
                </a:lnTo>
                <a:lnTo>
                  <a:pt x="288798" y="300609"/>
                </a:lnTo>
                <a:lnTo>
                  <a:pt x="288798" y="400812"/>
                </a:lnTo>
                <a:lnTo>
                  <a:pt x="489204" y="200406"/>
                </a:lnTo>
                <a:lnTo>
                  <a:pt x="288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0">
            <a:extLst>
              <a:ext uri="{FF2B5EF4-FFF2-40B4-BE49-F238E27FC236}">
                <a16:creationId xmlns:a16="http://schemas.microsoft.com/office/drawing/2014/main" id="{AEF7C3AD-B25B-C2EC-553F-EE24A7CE9726}"/>
              </a:ext>
            </a:extLst>
          </p:cNvPr>
          <p:cNvSpPr txBox="1"/>
          <p:nvPr/>
        </p:nvSpPr>
        <p:spPr>
          <a:xfrm>
            <a:off x="7788309" y="6453370"/>
            <a:ext cx="96901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ts val="2265"/>
              </a:lnSpc>
              <a:spcBef>
                <a:spcPts val="100"/>
              </a:spcBef>
            </a:pPr>
            <a:r>
              <a:rPr lang="fr-FR" sz="2000" dirty="0">
                <a:solidFill>
                  <a:srgbClr val="FF0000"/>
                </a:solidFill>
                <a:latin typeface="Cambria Math"/>
                <a:cs typeface="Cambria Math"/>
              </a:rPr>
              <a:t>1,25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34" name="object 20">
            <a:extLst>
              <a:ext uri="{FF2B5EF4-FFF2-40B4-BE49-F238E27FC236}">
                <a16:creationId xmlns:a16="http://schemas.microsoft.com/office/drawing/2014/main" id="{0A2DF81A-C8A6-1A41-344A-C50B0A529620}"/>
              </a:ext>
            </a:extLst>
          </p:cNvPr>
          <p:cNvSpPr txBox="1"/>
          <p:nvPr/>
        </p:nvSpPr>
        <p:spPr>
          <a:xfrm>
            <a:off x="7788309" y="6056926"/>
            <a:ext cx="96901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ts val="2265"/>
              </a:lnSpc>
              <a:spcBef>
                <a:spcPts val="100"/>
              </a:spcBef>
            </a:pPr>
            <a:r>
              <a:rPr lang="fr-FR" sz="2000" dirty="0">
                <a:solidFill>
                  <a:srgbClr val="FF0000"/>
                </a:solidFill>
                <a:latin typeface="Cambria Math"/>
                <a:cs typeface="Cambria Math"/>
              </a:rPr>
              <a:t>366 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0B3F9048-F141-CDF3-9801-163FEEE44D9A}"/>
              </a:ext>
            </a:extLst>
          </p:cNvPr>
          <p:cNvSpPr/>
          <p:nvPr/>
        </p:nvSpPr>
        <p:spPr>
          <a:xfrm>
            <a:off x="7713046" y="6391891"/>
            <a:ext cx="1346200" cy="17145"/>
          </a:xfrm>
          <a:custGeom>
            <a:avLst/>
            <a:gdLst/>
            <a:ahLst/>
            <a:cxnLst/>
            <a:rect l="l" t="t" r="r" b="b"/>
            <a:pathLst>
              <a:path w="1346200" h="17145">
                <a:moveTo>
                  <a:pt x="1345692" y="0"/>
                </a:moveTo>
                <a:lnTo>
                  <a:pt x="0" y="0"/>
                </a:lnTo>
                <a:lnTo>
                  <a:pt x="0" y="16764"/>
                </a:lnTo>
                <a:lnTo>
                  <a:pt x="1345692" y="16764"/>
                </a:lnTo>
                <a:lnTo>
                  <a:pt x="13456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A9EC5E40-A631-2DFE-52DA-330F5AFDB7E3}"/>
              </a:ext>
            </a:extLst>
          </p:cNvPr>
          <p:cNvSpPr txBox="1"/>
          <p:nvPr/>
        </p:nvSpPr>
        <p:spPr>
          <a:xfrm>
            <a:off x="9625291" y="6203466"/>
            <a:ext cx="1554452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ts val="2265"/>
              </a:lnSpc>
              <a:spcBef>
                <a:spcPts val="100"/>
              </a:spcBef>
            </a:pPr>
            <a:r>
              <a:rPr lang="fr-FR" sz="2000" dirty="0">
                <a:solidFill>
                  <a:srgbClr val="FF0000"/>
                </a:solidFill>
                <a:latin typeface="Cambria Math"/>
                <a:cs typeface="Cambria Math"/>
              </a:rPr>
              <a:t>293 bps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37" name="object 10">
            <a:extLst>
              <a:ext uri="{FF2B5EF4-FFF2-40B4-BE49-F238E27FC236}">
                <a16:creationId xmlns:a16="http://schemas.microsoft.com/office/drawing/2014/main" id="{D0EE1AC8-AB18-B020-2AE6-378191D521DF}"/>
              </a:ext>
            </a:extLst>
          </p:cNvPr>
          <p:cNvGrpSpPr/>
          <p:nvPr/>
        </p:nvGrpSpPr>
        <p:grpSpPr>
          <a:xfrm>
            <a:off x="9188180" y="6326496"/>
            <a:ext cx="534670" cy="114300"/>
            <a:chOff x="10435590" y="3093714"/>
            <a:chExt cx="534670" cy="114300"/>
          </a:xfrm>
        </p:grpSpPr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EEF65E8D-5545-8014-12B2-7305310F86C2}"/>
                </a:ext>
              </a:extLst>
            </p:cNvPr>
            <p:cNvSpPr/>
            <p:nvPr/>
          </p:nvSpPr>
          <p:spPr>
            <a:xfrm>
              <a:off x="10435590" y="3150869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8835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C9FB00CA-5305-A6B9-8EDB-7CD952F7354B}"/>
                </a:ext>
              </a:extLst>
            </p:cNvPr>
            <p:cNvSpPr/>
            <p:nvPr/>
          </p:nvSpPr>
          <p:spPr>
            <a:xfrm>
              <a:off x="10855373" y="30937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20">
            <a:extLst>
              <a:ext uri="{FF2B5EF4-FFF2-40B4-BE49-F238E27FC236}">
                <a16:creationId xmlns:a16="http://schemas.microsoft.com/office/drawing/2014/main" id="{48A66466-B408-D771-B43E-E93B236C0716}"/>
              </a:ext>
            </a:extLst>
          </p:cNvPr>
          <p:cNvSpPr txBox="1"/>
          <p:nvPr/>
        </p:nvSpPr>
        <p:spPr>
          <a:xfrm>
            <a:off x="9716727" y="5642163"/>
            <a:ext cx="1554452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>
              <a:lnSpc>
                <a:spcPts val="2265"/>
              </a:lnSpc>
              <a:spcBef>
                <a:spcPts val="100"/>
              </a:spcBef>
            </a:pPr>
            <a:r>
              <a:rPr lang="fr-FR" sz="2000" dirty="0">
                <a:solidFill>
                  <a:srgbClr val="FF0000"/>
                </a:solidFill>
                <a:latin typeface="Cambria Math"/>
                <a:cs typeface="Cambria Math"/>
              </a:rPr>
              <a:t>5469 bps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41" name="object 10">
            <a:extLst>
              <a:ext uri="{FF2B5EF4-FFF2-40B4-BE49-F238E27FC236}">
                <a16:creationId xmlns:a16="http://schemas.microsoft.com/office/drawing/2014/main" id="{B53B508B-12FC-4AFA-BEF9-3895269FEDDD}"/>
              </a:ext>
            </a:extLst>
          </p:cNvPr>
          <p:cNvGrpSpPr/>
          <p:nvPr/>
        </p:nvGrpSpPr>
        <p:grpSpPr>
          <a:xfrm>
            <a:off x="9279616" y="5765193"/>
            <a:ext cx="534670" cy="114300"/>
            <a:chOff x="10435590" y="3093714"/>
            <a:chExt cx="534670" cy="114300"/>
          </a:xfrm>
        </p:grpSpPr>
        <p:sp>
          <p:nvSpPr>
            <p:cNvPr id="42" name="object 11">
              <a:extLst>
                <a:ext uri="{FF2B5EF4-FFF2-40B4-BE49-F238E27FC236}">
                  <a16:creationId xmlns:a16="http://schemas.microsoft.com/office/drawing/2014/main" id="{90DCB108-DFD3-8B08-B129-4595FADFDA39}"/>
                </a:ext>
              </a:extLst>
            </p:cNvPr>
            <p:cNvSpPr/>
            <p:nvPr/>
          </p:nvSpPr>
          <p:spPr>
            <a:xfrm>
              <a:off x="10435590" y="3150869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8835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2">
              <a:extLst>
                <a:ext uri="{FF2B5EF4-FFF2-40B4-BE49-F238E27FC236}">
                  <a16:creationId xmlns:a16="http://schemas.microsoft.com/office/drawing/2014/main" id="{7EC19D8A-AAB0-D7CC-D745-5B5FC2A62877}"/>
                </a:ext>
              </a:extLst>
            </p:cNvPr>
            <p:cNvSpPr/>
            <p:nvPr/>
          </p:nvSpPr>
          <p:spPr>
            <a:xfrm>
              <a:off x="10855373" y="30937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70" dirty="0"/>
              <a:t> </a:t>
            </a:r>
            <a:r>
              <a:rPr spc="-10" dirty="0"/>
              <a:t>Frame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73910" y="2230884"/>
            <a:ext cx="1946910" cy="869315"/>
            <a:chOff x="2073910" y="2230884"/>
            <a:chExt cx="1946910" cy="869315"/>
          </a:xfrm>
        </p:grpSpPr>
        <p:sp>
          <p:nvSpPr>
            <p:cNvPr id="4" name="object 4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26403" y="2510144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Preamble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3339" y="1339621"/>
            <a:ext cx="264160" cy="584835"/>
          </a:xfrm>
          <a:custGeom>
            <a:avLst/>
            <a:gdLst/>
            <a:ahLst/>
            <a:cxnLst/>
            <a:rect l="l" t="t" r="r" b="b"/>
            <a:pathLst>
              <a:path w="264160" h="584835">
                <a:moveTo>
                  <a:pt x="197104" y="458990"/>
                </a:moveTo>
                <a:lnTo>
                  <a:pt x="195275" y="434606"/>
                </a:lnTo>
                <a:lnTo>
                  <a:pt x="184924" y="413245"/>
                </a:lnTo>
                <a:lnTo>
                  <a:pt x="167640" y="396951"/>
                </a:lnTo>
                <a:lnTo>
                  <a:pt x="145059" y="387769"/>
                </a:lnTo>
                <a:lnTo>
                  <a:pt x="145059" y="228180"/>
                </a:lnTo>
                <a:lnTo>
                  <a:pt x="118694" y="228180"/>
                </a:lnTo>
                <a:lnTo>
                  <a:pt x="118694" y="387769"/>
                </a:lnTo>
                <a:lnTo>
                  <a:pt x="96113" y="396951"/>
                </a:lnTo>
                <a:lnTo>
                  <a:pt x="78841" y="413245"/>
                </a:lnTo>
                <a:lnTo>
                  <a:pt x="68478" y="434606"/>
                </a:lnTo>
                <a:lnTo>
                  <a:pt x="66649" y="458990"/>
                </a:lnTo>
                <a:lnTo>
                  <a:pt x="73507" y="482460"/>
                </a:lnTo>
                <a:lnTo>
                  <a:pt x="87896" y="501281"/>
                </a:lnTo>
                <a:lnTo>
                  <a:pt x="107975" y="513803"/>
                </a:lnTo>
                <a:lnTo>
                  <a:pt x="131876" y="518350"/>
                </a:lnTo>
                <a:lnTo>
                  <a:pt x="155778" y="513803"/>
                </a:lnTo>
                <a:lnTo>
                  <a:pt x="175856" y="501281"/>
                </a:lnTo>
                <a:lnTo>
                  <a:pt x="190258" y="482460"/>
                </a:lnTo>
                <a:lnTo>
                  <a:pt x="197104" y="458990"/>
                </a:lnTo>
                <a:close/>
              </a:path>
              <a:path w="264160" h="584835">
                <a:moveTo>
                  <a:pt x="263766" y="453250"/>
                </a:moveTo>
                <a:lnTo>
                  <a:pt x="257733" y="413245"/>
                </a:lnTo>
                <a:lnTo>
                  <a:pt x="239839" y="376821"/>
                </a:lnTo>
                <a:lnTo>
                  <a:pt x="223024" y="359410"/>
                </a:lnTo>
                <a:lnTo>
                  <a:pt x="223024" y="441452"/>
                </a:lnTo>
                <a:lnTo>
                  <a:pt x="221488" y="472846"/>
                </a:lnTo>
                <a:lnTo>
                  <a:pt x="209346" y="501510"/>
                </a:lnTo>
                <a:lnTo>
                  <a:pt x="189039" y="524116"/>
                </a:lnTo>
                <a:lnTo>
                  <a:pt x="162560" y="539064"/>
                </a:lnTo>
                <a:lnTo>
                  <a:pt x="131876" y="544728"/>
                </a:lnTo>
                <a:lnTo>
                  <a:pt x="101104" y="539343"/>
                </a:lnTo>
                <a:lnTo>
                  <a:pt x="74472" y="524370"/>
                </a:lnTo>
                <a:lnTo>
                  <a:pt x="54102" y="501510"/>
                </a:lnTo>
                <a:lnTo>
                  <a:pt x="42265" y="472846"/>
                </a:lnTo>
                <a:lnTo>
                  <a:pt x="40449" y="441452"/>
                </a:lnTo>
                <a:lnTo>
                  <a:pt x="49022" y="412165"/>
                </a:lnTo>
                <a:lnTo>
                  <a:pt x="66725" y="387337"/>
                </a:lnTo>
                <a:lnTo>
                  <a:pt x="92341" y="369303"/>
                </a:lnTo>
                <a:lnTo>
                  <a:pt x="92341" y="79133"/>
                </a:lnTo>
                <a:lnTo>
                  <a:pt x="95465" y="63766"/>
                </a:lnTo>
                <a:lnTo>
                  <a:pt x="103962" y="51193"/>
                </a:lnTo>
                <a:lnTo>
                  <a:pt x="116522" y="42684"/>
                </a:lnTo>
                <a:lnTo>
                  <a:pt x="131876" y="39560"/>
                </a:lnTo>
                <a:lnTo>
                  <a:pt x="147231" y="42684"/>
                </a:lnTo>
                <a:lnTo>
                  <a:pt x="159804" y="51193"/>
                </a:lnTo>
                <a:lnTo>
                  <a:pt x="168287" y="63766"/>
                </a:lnTo>
                <a:lnTo>
                  <a:pt x="171411" y="79133"/>
                </a:lnTo>
                <a:lnTo>
                  <a:pt x="171411" y="369303"/>
                </a:lnTo>
                <a:lnTo>
                  <a:pt x="196938" y="387337"/>
                </a:lnTo>
                <a:lnTo>
                  <a:pt x="214490" y="412165"/>
                </a:lnTo>
                <a:lnTo>
                  <a:pt x="223024" y="441452"/>
                </a:lnTo>
                <a:lnTo>
                  <a:pt x="223024" y="359410"/>
                </a:lnTo>
                <a:lnTo>
                  <a:pt x="210947" y="346887"/>
                </a:lnTo>
                <a:lnTo>
                  <a:pt x="210947" y="79133"/>
                </a:lnTo>
                <a:lnTo>
                  <a:pt x="204711" y="48412"/>
                </a:lnTo>
                <a:lnTo>
                  <a:pt x="198742" y="39560"/>
                </a:lnTo>
                <a:lnTo>
                  <a:pt x="187718" y="23241"/>
                </a:lnTo>
                <a:lnTo>
                  <a:pt x="162445" y="6146"/>
                </a:lnTo>
                <a:lnTo>
                  <a:pt x="162128" y="6146"/>
                </a:lnTo>
                <a:lnTo>
                  <a:pt x="131876" y="0"/>
                </a:lnTo>
                <a:lnTo>
                  <a:pt x="101180" y="6146"/>
                </a:lnTo>
                <a:lnTo>
                  <a:pt x="76034" y="22999"/>
                </a:lnTo>
                <a:lnTo>
                  <a:pt x="59042" y="48133"/>
                </a:lnTo>
                <a:lnTo>
                  <a:pt x="58991" y="48412"/>
                </a:lnTo>
                <a:lnTo>
                  <a:pt x="52806" y="79133"/>
                </a:lnTo>
                <a:lnTo>
                  <a:pt x="52806" y="346887"/>
                </a:lnTo>
                <a:lnTo>
                  <a:pt x="23926" y="376821"/>
                </a:lnTo>
                <a:lnTo>
                  <a:pt x="6032" y="413245"/>
                </a:lnTo>
                <a:lnTo>
                  <a:pt x="0" y="453250"/>
                </a:lnTo>
                <a:lnTo>
                  <a:pt x="6680" y="493941"/>
                </a:lnTo>
                <a:lnTo>
                  <a:pt x="25781" y="530872"/>
                </a:lnTo>
                <a:lnTo>
                  <a:pt x="54698" y="559396"/>
                </a:lnTo>
                <a:lnTo>
                  <a:pt x="90906" y="577786"/>
                </a:lnTo>
                <a:lnTo>
                  <a:pt x="131876" y="584288"/>
                </a:lnTo>
                <a:lnTo>
                  <a:pt x="172847" y="577786"/>
                </a:lnTo>
                <a:lnTo>
                  <a:pt x="209054" y="559396"/>
                </a:lnTo>
                <a:lnTo>
                  <a:pt x="223926" y="544728"/>
                </a:lnTo>
                <a:lnTo>
                  <a:pt x="237972" y="530872"/>
                </a:lnTo>
                <a:lnTo>
                  <a:pt x="257073" y="493941"/>
                </a:lnTo>
                <a:lnTo>
                  <a:pt x="263766" y="45325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62397" y="1242496"/>
            <a:ext cx="768350" cy="69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85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2060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265"/>
              </a:lnSpc>
            </a:pPr>
            <a:r>
              <a:rPr sz="2200" b="1" spc="-10" dirty="0">
                <a:solidFill>
                  <a:srgbClr val="002060"/>
                </a:solidFill>
                <a:latin typeface="Calibri"/>
                <a:cs typeface="Calibri"/>
              </a:rPr>
              <a:t>1-</a:t>
            </a:r>
            <a:r>
              <a:rPr sz="2200" b="1" spc="-20" dirty="0">
                <a:solidFill>
                  <a:srgbClr val="002060"/>
                </a:solidFill>
                <a:latin typeface="Calibri"/>
                <a:cs typeface="Calibri"/>
              </a:rPr>
              <a:t>byte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11997" y="2230885"/>
            <a:ext cx="1945639" cy="869315"/>
            <a:chOff x="8111997" y="2230885"/>
            <a:chExt cx="1945639" cy="869315"/>
          </a:xfrm>
        </p:grpSpPr>
        <p:sp>
          <p:nvSpPr>
            <p:cNvPr id="10" name="object 10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854999" y="251014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Segoe UI"/>
                <a:cs typeface="Segoe UI"/>
              </a:rPr>
              <a:t>CRC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8794" y="2230884"/>
            <a:ext cx="1946910" cy="869315"/>
            <a:chOff x="6098794" y="2230884"/>
            <a:chExt cx="1946910" cy="869315"/>
          </a:xfrm>
        </p:grpSpPr>
        <p:sp>
          <p:nvSpPr>
            <p:cNvPr id="14" name="object 14"/>
            <p:cNvSpPr/>
            <p:nvPr/>
          </p:nvSpPr>
          <p:spPr>
            <a:xfrm>
              <a:off x="6105144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5144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35252" y="2510144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Payload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87114" y="2230885"/>
            <a:ext cx="1945639" cy="869315"/>
            <a:chOff x="4087114" y="2230885"/>
            <a:chExt cx="1945639" cy="869315"/>
          </a:xfrm>
        </p:grpSpPr>
        <p:sp>
          <p:nvSpPr>
            <p:cNvPr id="18" name="object 18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7757" y="2510144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85962" y="1776106"/>
            <a:ext cx="8141334" cy="1642110"/>
            <a:chOff x="1985962" y="1776106"/>
            <a:chExt cx="8141334" cy="1642110"/>
          </a:xfrm>
        </p:grpSpPr>
        <p:sp>
          <p:nvSpPr>
            <p:cNvPr id="22" name="object 22"/>
            <p:cNvSpPr/>
            <p:nvPr/>
          </p:nvSpPr>
          <p:spPr>
            <a:xfrm>
              <a:off x="6712119" y="1776106"/>
              <a:ext cx="577850" cy="540385"/>
            </a:xfrm>
            <a:custGeom>
              <a:avLst/>
              <a:gdLst/>
              <a:ahLst/>
              <a:cxnLst/>
              <a:rect l="l" t="t" r="r" b="b"/>
              <a:pathLst>
                <a:path w="577850" h="540385">
                  <a:moveTo>
                    <a:pt x="181211" y="394109"/>
                  </a:moveTo>
                  <a:lnTo>
                    <a:pt x="427385" y="540334"/>
                  </a:lnTo>
                  <a:lnTo>
                    <a:pt x="577441" y="287708"/>
                  </a:lnTo>
                  <a:lnTo>
                    <a:pt x="470226" y="316499"/>
                  </a:lnTo>
                  <a:lnTo>
                    <a:pt x="468418" y="311498"/>
                  </a:lnTo>
                  <a:lnTo>
                    <a:pt x="439642" y="251134"/>
                  </a:lnTo>
                  <a:lnTo>
                    <a:pt x="399529" y="189815"/>
                  </a:lnTo>
                  <a:lnTo>
                    <a:pt x="297025" y="362385"/>
                  </a:lnTo>
                  <a:lnTo>
                    <a:pt x="181211" y="394109"/>
                  </a:lnTo>
                  <a:close/>
                </a:path>
                <a:path w="577850" h="540385">
                  <a:moveTo>
                    <a:pt x="124311" y="11157"/>
                  </a:moveTo>
                  <a:lnTo>
                    <a:pt x="196620" y="52585"/>
                  </a:lnTo>
                  <a:lnTo>
                    <a:pt x="244927" y="158346"/>
                  </a:lnTo>
                  <a:lnTo>
                    <a:pt x="297025" y="362385"/>
                  </a:lnTo>
                  <a:lnTo>
                    <a:pt x="399529" y="189815"/>
                  </a:lnTo>
                  <a:lnTo>
                    <a:pt x="369553" y="153295"/>
                  </a:lnTo>
                  <a:lnTo>
                    <a:pt x="335615" y="119145"/>
                  </a:lnTo>
                  <a:lnTo>
                    <a:pt x="295889" y="86654"/>
                  </a:lnTo>
                  <a:lnTo>
                    <a:pt x="250079" y="57275"/>
                  </a:lnTo>
                  <a:lnTo>
                    <a:pt x="197883" y="32465"/>
                  </a:lnTo>
                  <a:lnTo>
                    <a:pt x="139004" y="13679"/>
                  </a:lnTo>
                  <a:lnTo>
                    <a:pt x="124311" y="11157"/>
                  </a:lnTo>
                  <a:close/>
                </a:path>
                <a:path w="577850" h="540385">
                  <a:moveTo>
                    <a:pt x="0" y="0"/>
                  </a:moveTo>
                  <a:lnTo>
                    <a:pt x="124009" y="11105"/>
                  </a:lnTo>
                  <a:lnTo>
                    <a:pt x="73143" y="2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00250" y="3028950"/>
              <a:ext cx="8112759" cy="375285"/>
            </a:xfrm>
            <a:custGeom>
              <a:avLst/>
              <a:gdLst/>
              <a:ahLst/>
              <a:cxnLst/>
              <a:rect l="l" t="t" r="r" b="b"/>
              <a:pathLst>
                <a:path w="8112759" h="375285">
                  <a:moveTo>
                    <a:pt x="8112252" y="0"/>
                  </a:moveTo>
                  <a:lnTo>
                    <a:pt x="8106832" y="42982"/>
                  </a:lnTo>
                  <a:lnTo>
                    <a:pt x="8091394" y="82438"/>
                  </a:lnTo>
                  <a:lnTo>
                    <a:pt x="8067171" y="117243"/>
                  </a:lnTo>
                  <a:lnTo>
                    <a:pt x="8035392" y="146272"/>
                  </a:lnTo>
                  <a:lnTo>
                    <a:pt x="7997291" y="168399"/>
                  </a:lnTo>
                  <a:lnTo>
                    <a:pt x="7954098" y="182501"/>
                  </a:lnTo>
                  <a:lnTo>
                    <a:pt x="7907045" y="187452"/>
                  </a:lnTo>
                  <a:lnTo>
                    <a:pt x="4249889" y="187452"/>
                  </a:lnTo>
                  <a:lnTo>
                    <a:pt x="4202841" y="192402"/>
                  </a:lnTo>
                  <a:lnTo>
                    <a:pt x="4159652" y="206504"/>
                  </a:lnTo>
                  <a:lnTo>
                    <a:pt x="4121552" y="228631"/>
                  </a:lnTo>
                  <a:lnTo>
                    <a:pt x="4089775" y="257660"/>
                  </a:lnTo>
                  <a:lnTo>
                    <a:pt x="4065552" y="292465"/>
                  </a:lnTo>
                  <a:lnTo>
                    <a:pt x="4050115" y="331921"/>
                  </a:lnTo>
                  <a:lnTo>
                    <a:pt x="4044696" y="374904"/>
                  </a:lnTo>
                  <a:lnTo>
                    <a:pt x="4039276" y="331921"/>
                  </a:lnTo>
                  <a:lnTo>
                    <a:pt x="4023838" y="292465"/>
                  </a:lnTo>
                  <a:lnTo>
                    <a:pt x="3999615" y="257660"/>
                  </a:lnTo>
                  <a:lnTo>
                    <a:pt x="3967836" y="228631"/>
                  </a:lnTo>
                  <a:lnTo>
                    <a:pt x="3929735" y="206504"/>
                  </a:lnTo>
                  <a:lnTo>
                    <a:pt x="3886542" y="192402"/>
                  </a:lnTo>
                  <a:lnTo>
                    <a:pt x="3839489" y="187452"/>
                  </a:lnTo>
                  <a:lnTo>
                    <a:pt x="205206" y="187452"/>
                  </a:lnTo>
                  <a:lnTo>
                    <a:pt x="158153" y="182501"/>
                  </a:lnTo>
                  <a:lnTo>
                    <a:pt x="114960" y="168399"/>
                  </a:lnTo>
                  <a:lnTo>
                    <a:pt x="76859" y="146272"/>
                  </a:lnTo>
                  <a:lnTo>
                    <a:pt x="45080" y="117243"/>
                  </a:lnTo>
                  <a:lnTo>
                    <a:pt x="20857" y="82438"/>
                  </a:lnTo>
                  <a:lnTo>
                    <a:pt x="5419" y="42982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55983" y="3379929"/>
            <a:ext cx="1699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LoRa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48666" y="5330999"/>
            <a:ext cx="2231390" cy="24765"/>
          </a:xfrm>
          <a:custGeom>
            <a:avLst/>
            <a:gdLst/>
            <a:ahLst/>
            <a:cxnLst/>
            <a:rect l="l" t="t" r="r" b="b"/>
            <a:pathLst>
              <a:path w="2231390" h="24764">
                <a:moveTo>
                  <a:pt x="2231136" y="0"/>
                </a:moveTo>
                <a:lnTo>
                  <a:pt x="0" y="0"/>
                </a:lnTo>
                <a:lnTo>
                  <a:pt x="0" y="24384"/>
                </a:lnTo>
                <a:lnTo>
                  <a:pt x="2231136" y="24384"/>
                </a:lnTo>
                <a:lnTo>
                  <a:pt x="22311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0598" y="4829095"/>
            <a:ext cx="42144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4240">
              <a:lnSpc>
                <a:spcPts val="2700"/>
              </a:lnSpc>
              <a:spcBef>
                <a:spcPts val="100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 dirty="0">
              <a:latin typeface="Cambria Math"/>
              <a:cs typeface="Cambria Math"/>
            </a:endParaRPr>
          </a:p>
          <a:p>
            <a:pPr marL="38100">
              <a:lnSpc>
                <a:spcPts val="270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 dirty="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10566" y="5389926"/>
            <a:ext cx="220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9524" y="4165116"/>
            <a:ext cx="310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Previously,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was: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50287" y="4148352"/>
            <a:ext cx="1985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Real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05067" y="5290420"/>
            <a:ext cx="2018030" cy="24765"/>
          </a:xfrm>
          <a:custGeom>
            <a:avLst/>
            <a:gdLst/>
            <a:ahLst/>
            <a:cxnLst/>
            <a:rect l="l" t="t" r="r" b="b"/>
            <a:pathLst>
              <a:path w="2018029" h="24764">
                <a:moveTo>
                  <a:pt x="2017776" y="0"/>
                </a:moveTo>
                <a:lnTo>
                  <a:pt x="0" y="0"/>
                </a:lnTo>
                <a:lnTo>
                  <a:pt x="0" y="24384"/>
                </a:lnTo>
                <a:lnTo>
                  <a:pt x="2017776" y="24384"/>
                </a:lnTo>
                <a:lnTo>
                  <a:pt x="20177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36997" y="4788515"/>
            <a:ext cx="41090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7560">
              <a:lnSpc>
                <a:spcPts val="2700"/>
              </a:lnSpc>
              <a:spcBef>
                <a:spcPts val="100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  <a:p>
            <a:pPr marL="38100">
              <a:lnSpc>
                <a:spcPts val="270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80681" y="5349347"/>
            <a:ext cx="1968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𝑓𝑟𝑎𝑚𝑒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742169" y="6069333"/>
            <a:ext cx="2181225" cy="599440"/>
          </a:xfrm>
          <a:custGeom>
            <a:avLst/>
            <a:gdLst/>
            <a:ahLst/>
            <a:cxnLst/>
            <a:rect l="l" t="t" r="r" b="b"/>
            <a:pathLst>
              <a:path w="2181225" h="599440">
                <a:moveTo>
                  <a:pt x="0" y="131965"/>
                </a:moveTo>
                <a:lnTo>
                  <a:pt x="6727" y="90253"/>
                </a:lnTo>
                <a:lnTo>
                  <a:pt x="25460" y="54027"/>
                </a:lnTo>
                <a:lnTo>
                  <a:pt x="54027" y="25460"/>
                </a:lnTo>
                <a:lnTo>
                  <a:pt x="90253" y="6727"/>
                </a:lnTo>
                <a:lnTo>
                  <a:pt x="131965" y="0"/>
                </a:lnTo>
                <a:lnTo>
                  <a:pt x="2048878" y="0"/>
                </a:lnTo>
                <a:lnTo>
                  <a:pt x="2090590" y="6727"/>
                </a:lnTo>
                <a:lnTo>
                  <a:pt x="2126816" y="25460"/>
                </a:lnTo>
                <a:lnTo>
                  <a:pt x="2155383" y="54027"/>
                </a:lnTo>
                <a:lnTo>
                  <a:pt x="2174116" y="90253"/>
                </a:lnTo>
                <a:lnTo>
                  <a:pt x="2180844" y="131965"/>
                </a:lnTo>
                <a:lnTo>
                  <a:pt x="2180844" y="466953"/>
                </a:lnTo>
                <a:lnTo>
                  <a:pt x="2174116" y="508667"/>
                </a:lnTo>
                <a:lnTo>
                  <a:pt x="2155383" y="544896"/>
                </a:lnTo>
                <a:lnTo>
                  <a:pt x="2126816" y="573466"/>
                </a:lnTo>
                <a:lnTo>
                  <a:pt x="2090590" y="592203"/>
                </a:lnTo>
                <a:lnTo>
                  <a:pt x="2048878" y="598931"/>
                </a:lnTo>
                <a:lnTo>
                  <a:pt x="131965" y="598931"/>
                </a:lnTo>
                <a:lnTo>
                  <a:pt x="90253" y="592203"/>
                </a:lnTo>
                <a:lnTo>
                  <a:pt x="54027" y="573466"/>
                </a:lnTo>
                <a:lnTo>
                  <a:pt x="25460" y="544896"/>
                </a:lnTo>
                <a:lnTo>
                  <a:pt x="6727" y="508667"/>
                </a:lnTo>
                <a:lnTo>
                  <a:pt x="0" y="466953"/>
                </a:lnTo>
                <a:lnTo>
                  <a:pt x="0" y="1319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866820" y="6117756"/>
            <a:ext cx="1928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1407" y="5431535"/>
            <a:ext cx="1200899" cy="73761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70" dirty="0"/>
              <a:t> </a:t>
            </a:r>
            <a:r>
              <a:rPr spc="-10" dirty="0"/>
              <a:t>Frame</a:t>
            </a:r>
          </a:p>
        </p:txBody>
      </p:sp>
      <p:sp>
        <p:nvSpPr>
          <p:cNvPr id="3" name="object 3"/>
          <p:cNvSpPr/>
          <p:nvPr/>
        </p:nvSpPr>
        <p:spPr>
          <a:xfrm>
            <a:off x="630885" y="4688509"/>
            <a:ext cx="329565" cy="494030"/>
          </a:xfrm>
          <a:custGeom>
            <a:avLst/>
            <a:gdLst/>
            <a:ahLst/>
            <a:cxnLst/>
            <a:rect l="l" t="t" r="r" b="b"/>
            <a:pathLst>
              <a:path w="329565" h="494029">
                <a:moveTo>
                  <a:pt x="329082" y="411734"/>
                </a:moveTo>
                <a:lnTo>
                  <a:pt x="191960" y="411734"/>
                </a:lnTo>
                <a:lnTo>
                  <a:pt x="191960" y="493966"/>
                </a:lnTo>
                <a:lnTo>
                  <a:pt x="329082" y="493966"/>
                </a:lnTo>
                <a:lnTo>
                  <a:pt x="329082" y="411734"/>
                </a:lnTo>
                <a:close/>
              </a:path>
              <a:path w="329565" h="494029">
                <a:moveTo>
                  <a:pt x="329082" y="0"/>
                </a:moveTo>
                <a:lnTo>
                  <a:pt x="0" y="0"/>
                </a:lnTo>
                <a:lnTo>
                  <a:pt x="0" y="82537"/>
                </a:lnTo>
                <a:lnTo>
                  <a:pt x="0" y="137147"/>
                </a:lnTo>
                <a:lnTo>
                  <a:pt x="0" y="493966"/>
                </a:lnTo>
                <a:lnTo>
                  <a:pt x="137121" y="493966"/>
                </a:lnTo>
                <a:lnTo>
                  <a:pt x="137121" y="411429"/>
                </a:lnTo>
                <a:lnTo>
                  <a:pt x="329082" y="411429"/>
                </a:lnTo>
                <a:lnTo>
                  <a:pt x="329082" y="356882"/>
                </a:lnTo>
                <a:lnTo>
                  <a:pt x="329082" y="302221"/>
                </a:lnTo>
                <a:lnTo>
                  <a:pt x="329082" y="302056"/>
                </a:lnTo>
                <a:lnTo>
                  <a:pt x="329082" y="247624"/>
                </a:lnTo>
                <a:lnTo>
                  <a:pt x="246824" y="247624"/>
                </a:lnTo>
                <a:lnTo>
                  <a:pt x="246824" y="302221"/>
                </a:lnTo>
                <a:lnTo>
                  <a:pt x="246824" y="356819"/>
                </a:lnTo>
                <a:lnTo>
                  <a:pt x="191960" y="356819"/>
                </a:lnTo>
                <a:lnTo>
                  <a:pt x="191960" y="302221"/>
                </a:lnTo>
                <a:lnTo>
                  <a:pt x="246824" y="302221"/>
                </a:lnTo>
                <a:lnTo>
                  <a:pt x="246824" y="247624"/>
                </a:lnTo>
                <a:lnTo>
                  <a:pt x="137134" y="247624"/>
                </a:lnTo>
                <a:lnTo>
                  <a:pt x="137134" y="302221"/>
                </a:lnTo>
                <a:lnTo>
                  <a:pt x="137134" y="356819"/>
                </a:lnTo>
                <a:lnTo>
                  <a:pt x="82270" y="356819"/>
                </a:lnTo>
                <a:lnTo>
                  <a:pt x="82270" y="302221"/>
                </a:lnTo>
                <a:lnTo>
                  <a:pt x="137134" y="302221"/>
                </a:lnTo>
                <a:lnTo>
                  <a:pt x="137134" y="247624"/>
                </a:lnTo>
                <a:lnTo>
                  <a:pt x="82270" y="247624"/>
                </a:lnTo>
                <a:lnTo>
                  <a:pt x="82270" y="193014"/>
                </a:lnTo>
                <a:lnTo>
                  <a:pt x="137134" y="193014"/>
                </a:lnTo>
                <a:lnTo>
                  <a:pt x="137134" y="247230"/>
                </a:lnTo>
                <a:lnTo>
                  <a:pt x="191960" y="247230"/>
                </a:lnTo>
                <a:lnTo>
                  <a:pt x="191960" y="193014"/>
                </a:lnTo>
                <a:lnTo>
                  <a:pt x="246824" y="193014"/>
                </a:lnTo>
                <a:lnTo>
                  <a:pt x="246824" y="247230"/>
                </a:lnTo>
                <a:lnTo>
                  <a:pt x="329082" y="247230"/>
                </a:lnTo>
                <a:lnTo>
                  <a:pt x="329082" y="82727"/>
                </a:lnTo>
                <a:lnTo>
                  <a:pt x="246824" y="82727"/>
                </a:lnTo>
                <a:lnTo>
                  <a:pt x="246824" y="137147"/>
                </a:lnTo>
                <a:lnTo>
                  <a:pt x="191960" y="137147"/>
                </a:lnTo>
                <a:lnTo>
                  <a:pt x="191960" y="82727"/>
                </a:lnTo>
                <a:lnTo>
                  <a:pt x="137134" y="82727"/>
                </a:lnTo>
                <a:lnTo>
                  <a:pt x="137134" y="137147"/>
                </a:lnTo>
                <a:lnTo>
                  <a:pt x="82270" y="137147"/>
                </a:lnTo>
                <a:lnTo>
                  <a:pt x="82270" y="82537"/>
                </a:lnTo>
                <a:lnTo>
                  <a:pt x="329082" y="82537"/>
                </a:lnTo>
                <a:lnTo>
                  <a:pt x="329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14831" y="4798986"/>
            <a:ext cx="329565" cy="383540"/>
          </a:xfrm>
          <a:custGeom>
            <a:avLst/>
            <a:gdLst/>
            <a:ahLst/>
            <a:cxnLst/>
            <a:rect l="l" t="t" r="r" b="b"/>
            <a:pathLst>
              <a:path w="329565" h="383539">
                <a:moveTo>
                  <a:pt x="329069" y="301256"/>
                </a:moveTo>
                <a:lnTo>
                  <a:pt x="191947" y="301256"/>
                </a:lnTo>
                <a:lnTo>
                  <a:pt x="191947" y="383489"/>
                </a:lnTo>
                <a:lnTo>
                  <a:pt x="329069" y="383489"/>
                </a:lnTo>
                <a:lnTo>
                  <a:pt x="329069" y="301256"/>
                </a:lnTo>
                <a:close/>
              </a:path>
              <a:path w="329565" h="383539">
                <a:moveTo>
                  <a:pt x="329069" y="0"/>
                </a:moveTo>
                <a:lnTo>
                  <a:pt x="0" y="0"/>
                </a:lnTo>
                <a:lnTo>
                  <a:pt x="0" y="82537"/>
                </a:lnTo>
                <a:lnTo>
                  <a:pt x="0" y="137147"/>
                </a:lnTo>
                <a:lnTo>
                  <a:pt x="0" y="191744"/>
                </a:lnTo>
                <a:lnTo>
                  <a:pt x="0" y="246341"/>
                </a:lnTo>
                <a:lnTo>
                  <a:pt x="0" y="300951"/>
                </a:lnTo>
                <a:lnTo>
                  <a:pt x="0" y="383489"/>
                </a:lnTo>
                <a:lnTo>
                  <a:pt x="137096" y="383489"/>
                </a:lnTo>
                <a:lnTo>
                  <a:pt x="137096" y="300951"/>
                </a:lnTo>
                <a:lnTo>
                  <a:pt x="329069" y="300951"/>
                </a:lnTo>
                <a:lnTo>
                  <a:pt x="329069" y="246405"/>
                </a:lnTo>
                <a:lnTo>
                  <a:pt x="329069" y="191744"/>
                </a:lnTo>
                <a:lnTo>
                  <a:pt x="329069" y="191579"/>
                </a:lnTo>
                <a:lnTo>
                  <a:pt x="329069" y="137147"/>
                </a:lnTo>
                <a:lnTo>
                  <a:pt x="246799" y="137147"/>
                </a:lnTo>
                <a:lnTo>
                  <a:pt x="246799" y="191744"/>
                </a:lnTo>
                <a:lnTo>
                  <a:pt x="246799" y="246341"/>
                </a:lnTo>
                <a:lnTo>
                  <a:pt x="191947" y="246341"/>
                </a:lnTo>
                <a:lnTo>
                  <a:pt x="191947" y="191744"/>
                </a:lnTo>
                <a:lnTo>
                  <a:pt x="246799" y="191744"/>
                </a:lnTo>
                <a:lnTo>
                  <a:pt x="246799" y="137147"/>
                </a:lnTo>
                <a:lnTo>
                  <a:pt x="137109" y="137147"/>
                </a:lnTo>
                <a:lnTo>
                  <a:pt x="137109" y="191744"/>
                </a:lnTo>
                <a:lnTo>
                  <a:pt x="137109" y="246341"/>
                </a:lnTo>
                <a:lnTo>
                  <a:pt x="82257" y="246341"/>
                </a:lnTo>
                <a:lnTo>
                  <a:pt x="82257" y="191744"/>
                </a:lnTo>
                <a:lnTo>
                  <a:pt x="137109" y="191744"/>
                </a:lnTo>
                <a:lnTo>
                  <a:pt x="137109" y="137147"/>
                </a:lnTo>
                <a:lnTo>
                  <a:pt x="82257" y="137147"/>
                </a:lnTo>
                <a:lnTo>
                  <a:pt x="82257" y="82537"/>
                </a:lnTo>
                <a:lnTo>
                  <a:pt x="137109" y="82537"/>
                </a:lnTo>
                <a:lnTo>
                  <a:pt x="137109" y="136753"/>
                </a:lnTo>
                <a:lnTo>
                  <a:pt x="191947" y="136753"/>
                </a:lnTo>
                <a:lnTo>
                  <a:pt x="191947" y="82537"/>
                </a:lnTo>
                <a:lnTo>
                  <a:pt x="246799" y="82537"/>
                </a:lnTo>
                <a:lnTo>
                  <a:pt x="246799" y="136753"/>
                </a:lnTo>
                <a:lnTo>
                  <a:pt x="329069" y="136753"/>
                </a:lnTo>
                <a:lnTo>
                  <a:pt x="329069" y="82537"/>
                </a:lnTo>
                <a:lnTo>
                  <a:pt x="329069" y="81915"/>
                </a:lnTo>
                <a:lnTo>
                  <a:pt x="329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98753" y="4360017"/>
            <a:ext cx="329565" cy="822960"/>
          </a:xfrm>
          <a:custGeom>
            <a:avLst/>
            <a:gdLst/>
            <a:ahLst/>
            <a:cxnLst/>
            <a:rect l="l" t="t" r="r" b="b"/>
            <a:pathLst>
              <a:path w="329564" h="822960">
                <a:moveTo>
                  <a:pt x="137115" y="822450"/>
                </a:moveTo>
                <a:lnTo>
                  <a:pt x="0" y="822450"/>
                </a:lnTo>
                <a:lnTo>
                  <a:pt x="0" y="0"/>
                </a:lnTo>
                <a:lnTo>
                  <a:pt x="329077" y="41109"/>
                </a:lnTo>
                <a:lnTo>
                  <a:pt x="329077" y="95926"/>
                </a:lnTo>
                <a:lnTo>
                  <a:pt x="82269" y="95926"/>
                </a:lnTo>
                <a:lnTo>
                  <a:pt x="82269" y="150771"/>
                </a:lnTo>
                <a:lnTo>
                  <a:pt x="329077" y="150771"/>
                </a:lnTo>
                <a:lnTo>
                  <a:pt x="329077" y="191894"/>
                </a:lnTo>
                <a:lnTo>
                  <a:pt x="82269" y="191894"/>
                </a:lnTo>
                <a:lnTo>
                  <a:pt x="82269" y="246739"/>
                </a:lnTo>
                <a:lnTo>
                  <a:pt x="329077" y="246739"/>
                </a:lnTo>
                <a:lnTo>
                  <a:pt x="329077" y="301556"/>
                </a:lnTo>
                <a:lnTo>
                  <a:pt x="82269" y="301556"/>
                </a:lnTo>
                <a:lnTo>
                  <a:pt x="82269" y="356387"/>
                </a:lnTo>
                <a:lnTo>
                  <a:pt x="329077" y="356387"/>
                </a:lnTo>
                <a:lnTo>
                  <a:pt x="329077" y="411218"/>
                </a:lnTo>
                <a:lnTo>
                  <a:pt x="82269" y="411218"/>
                </a:lnTo>
                <a:lnTo>
                  <a:pt x="82269" y="466049"/>
                </a:lnTo>
                <a:lnTo>
                  <a:pt x="329077" y="466049"/>
                </a:lnTo>
                <a:lnTo>
                  <a:pt x="329077" y="520880"/>
                </a:lnTo>
                <a:lnTo>
                  <a:pt x="82269" y="520880"/>
                </a:lnTo>
                <a:lnTo>
                  <a:pt x="82269" y="575711"/>
                </a:lnTo>
                <a:lnTo>
                  <a:pt x="329077" y="575711"/>
                </a:lnTo>
                <a:lnTo>
                  <a:pt x="329077" y="630542"/>
                </a:lnTo>
                <a:lnTo>
                  <a:pt x="82269" y="630542"/>
                </a:lnTo>
                <a:lnTo>
                  <a:pt x="82269" y="685373"/>
                </a:lnTo>
                <a:lnTo>
                  <a:pt x="329077" y="685373"/>
                </a:lnTo>
                <a:lnTo>
                  <a:pt x="329077" y="740217"/>
                </a:lnTo>
                <a:lnTo>
                  <a:pt x="137115" y="740217"/>
                </a:lnTo>
                <a:lnTo>
                  <a:pt x="137115" y="822450"/>
                </a:lnTo>
                <a:close/>
              </a:path>
              <a:path w="329564" h="822960">
                <a:moveTo>
                  <a:pt x="191961" y="150771"/>
                </a:moveTo>
                <a:lnTo>
                  <a:pt x="137115" y="150771"/>
                </a:lnTo>
                <a:lnTo>
                  <a:pt x="137115" y="95926"/>
                </a:lnTo>
                <a:lnTo>
                  <a:pt x="191961" y="95926"/>
                </a:lnTo>
                <a:lnTo>
                  <a:pt x="191961" y="150771"/>
                </a:lnTo>
                <a:close/>
              </a:path>
              <a:path w="329564" h="822960">
                <a:moveTo>
                  <a:pt x="329077" y="150771"/>
                </a:moveTo>
                <a:lnTo>
                  <a:pt x="246808" y="150771"/>
                </a:lnTo>
                <a:lnTo>
                  <a:pt x="246808" y="95926"/>
                </a:lnTo>
                <a:lnTo>
                  <a:pt x="329077" y="95926"/>
                </a:lnTo>
                <a:lnTo>
                  <a:pt x="329077" y="150771"/>
                </a:lnTo>
                <a:close/>
              </a:path>
              <a:path w="329564" h="822960">
                <a:moveTo>
                  <a:pt x="191961" y="246739"/>
                </a:moveTo>
                <a:lnTo>
                  <a:pt x="137115" y="246739"/>
                </a:lnTo>
                <a:lnTo>
                  <a:pt x="137115" y="191894"/>
                </a:lnTo>
                <a:lnTo>
                  <a:pt x="191961" y="191894"/>
                </a:lnTo>
                <a:lnTo>
                  <a:pt x="191961" y="246739"/>
                </a:lnTo>
                <a:close/>
              </a:path>
              <a:path w="329564" h="822960">
                <a:moveTo>
                  <a:pt x="329077" y="246739"/>
                </a:moveTo>
                <a:lnTo>
                  <a:pt x="246808" y="246739"/>
                </a:lnTo>
                <a:lnTo>
                  <a:pt x="246808" y="191894"/>
                </a:lnTo>
                <a:lnTo>
                  <a:pt x="329077" y="191894"/>
                </a:lnTo>
                <a:lnTo>
                  <a:pt x="329077" y="246739"/>
                </a:lnTo>
                <a:close/>
              </a:path>
              <a:path w="329564" h="822960">
                <a:moveTo>
                  <a:pt x="191961" y="356387"/>
                </a:moveTo>
                <a:lnTo>
                  <a:pt x="137115" y="356387"/>
                </a:lnTo>
                <a:lnTo>
                  <a:pt x="137115" y="301556"/>
                </a:lnTo>
                <a:lnTo>
                  <a:pt x="191961" y="301556"/>
                </a:lnTo>
                <a:lnTo>
                  <a:pt x="191961" y="356387"/>
                </a:lnTo>
                <a:close/>
              </a:path>
              <a:path w="329564" h="822960">
                <a:moveTo>
                  <a:pt x="329077" y="356387"/>
                </a:moveTo>
                <a:lnTo>
                  <a:pt x="246808" y="356387"/>
                </a:lnTo>
                <a:lnTo>
                  <a:pt x="246808" y="301556"/>
                </a:lnTo>
                <a:lnTo>
                  <a:pt x="329077" y="301556"/>
                </a:lnTo>
                <a:lnTo>
                  <a:pt x="329077" y="356387"/>
                </a:lnTo>
                <a:close/>
              </a:path>
              <a:path w="329564" h="822960">
                <a:moveTo>
                  <a:pt x="191961" y="466049"/>
                </a:moveTo>
                <a:lnTo>
                  <a:pt x="137115" y="466049"/>
                </a:lnTo>
                <a:lnTo>
                  <a:pt x="137115" y="411218"/>
                </a:lnTo>
                <a:lnTo>
                  <a:pt x="191961" y="411218"/>
                </a:lnTo>
                <a:lnTo>
                  <a:pt x="191961" y="466049"/>
                </a:lnTo>
                <a:close/>
              </a:path>
              <a:path w="329564" h="822960">
                <a:moveTo>
                  <a:pt x="329077" y="466049"/>
                </a:moveTo>
                <a:lnTo>
                  <a:pt x="246808" y="466049"/>
                </a:lnTo>
                <a:lnTo>
                  <a:pt x="246808" y="411218"/>
                </a:lnTo>
                <a:lnTo>
                  <a:pt x="329077" y="411218"/>
                </a:lnTo>
                <a:lnTo>
                  <a:pt x="329077" y="466049"/>
                </a:lnTo>
                <a:close/>
              </a:path>
              <a:path w="329564" h="822960">
                <a:moveTo>
                  <a:pt x="191961" y="575711"/>
                </a:moveTo>
                <a:lnTo>
                  <a:pt x="137115" y="575711"/>
                </a:lnTo>
                <a:lnTo>
                  <a:pt x="137115" y="520880"/>
                </a:lnTo>
                <a:lnTo>
                  <a:pt x="191961" y="520880"/>
                </a:lnTo>
                <a:lnTo>
                  <a:pt x="191961" y="575711"/>
                </a:lnTo>
                <a:close/>
              </a:path>
              <a:path w="329564" h="822960">
                <a:moveTo>
                  <a:pt x="329077" y="575711"/>
                </a:moveTo>
                <a:lnTo>
                  <a:pt x="246808" y="575711"/>
                </a:lnTo>
                <a:lnTo>
                  <a:pt x="246808" y="520880"/>
                </a:lnTo>
                <a:lnTo>
                  <a:pt x="329077" y="520880"/>
                </a:lnTo>
                <a:lnTo>
                  <a:pt x="329077" y="575711"/>
                </a:lnTo>
                <a:close/>
              </a:path>
              <a:path w="329564" h="822960">
                <a:moveTo>
                  <a:pt x="191961" y="685373"/>
                </a:moveTo>
                <a:lnTo>
                  <a:pt x="137115" y="685373"/>
                </a:lnTo>
                <a:lnTo>
                  <a:pt x="137115" y="630542"/>
                </a:lnTo>
                <a:lnTo>
                  <a:pt x="191961" y="630542"/>
                </a:lnTo>
                <a:lnTo>
                  <a:pt x="191961" y="685373"/>
                </a:lnTo>
                <a:close/>
              </a:path>
              <a:path w="329564" h="822960">
                <a:moveTo>
                  <a:pt x="329077" y="685373"/>
                </a:moveTo>
                <a:lnTo>
                  <a:pt x="246808" y="685373"/>
                </a:lnTo>
                <a:lnTo>
                  <a:pt x="246808" y="630542"/>
                </a:lnTo>
                <a:lnTo>
                  <a:pt x="329077" y="630542"/>
                </a:lnTo>
                <a:lnTo>
                  <a:pt x="329077" y="685373"/>
                </a:lnTo>
                <a:close/>
              </a:path>
              <a:path w="329564" h="822960">
                <a:moveTo>
                  <a:pt x="329077" y="822450"/>
                </a:moveTo>
                <a:lnTo>
                  <a:pt x="191961" y="822450"/>
                </a:lnTo>
                <a:lnTo>
                  <a:pt x="191961" y="740217"/>
                </a:lnTo>
                <a:lnTo>
                  <a:pt x="329077" y="740217"/>
                </a:lnTo>
                <a:lnTo>
                  <a:pt x="329077" y="82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2858" y="4332414"/>
            <a:ext cx="329565" cy="411480"/>
          </a:xfrm>
          <a:custGeom>
            <a:avLst/>
            <a:gdLst/>
            <a:ahLst/>
            <a:cxnLst/>
            <a:rect l="l" t="t" r="r" b="b"/>
            <a:pathLst>
              <a:path w="329565" h="411479">
                <a:moveTo>
                  <a:pt x="329082" y="0"/>
                </a:moveTo>
                <a:lnTo>
                  <a:pt x="246811" y="0"/>
                </a:lnTo>
                <a:lnTo>
                  <a:pt x="246811" y="82537"/>
                </a:lnTo>
                <a:lnTo>
                  <a:pt x="246811" y="137134"/>
                </a:lnTo>
                <a:lnTo>
                  <a:pt x="191960" y="137134"/>
                </a:lnTo>
                <a:lnTo>
                  <a:pt x="191960" y="82537"/>
                </a:lnTo>
                <a:lnTo>
                  <a:pt x="246811" y="82537"/>
                </a:lnTo>
                <a:lnTo>
                  <a:pt x="246811" y="0"/>
                </a:lnTo>
                <a:lnTo>
                  <a:pt x="137109" y="0"/>
                </a:lnTo>
                <a:lnTo>
                  <a:pt x="137109" y="82537"/>
                </a:lnTo>
                <a:lnTo>
                  <a:pt x="137109" y="137134"/>
                </a:lnTo>
                <a:lnTo>
                  <a:pt x="82270" y="137134"/>
                </a:lnTo>
                <a:lnTo>
                  <a:pt x="82270" y="82537"/>
                </a:lnTo>
                <a:lnTo>
                  <a:pt x="137109" y="82537"/>
                </a:lnTo>
                <a:lnTo>
                  <a:pt x="137109" y="0"/>
                </a:lnTo>
                <a:lnTo>
                  <a:pt x="0" y="0"/>
                </a:lnTo>
                <a:lnTo>
                  <a:pt x="0" y="82537"/>
                </a:lnTo>
                <a:lnTo>
                  <a:pt x="0" y="137134"/>
                </a:lnTo>
                <a:lnTo>
                  <a:pt x="0" y="191744"/>
                </a:lnTo>
                <a:lnTo>
                  <a:pt x="0" y="246341"/>
                </a:lnTo>
                <a:lnTo>
                  <a:pt x="0" y="302209"/>
                </a:lnTo>
                <a:lnTo>
                  <a:pt x="191960" y="302209"/>
                </a:lnTo>
                <a:lnTo>
                  <a:pt x="191960" y="411416"/>
                </a:lnTo>
                <a:lnTo>
                  <a:pt x="329082" y="411416"/>
                </a:lnTo>
                <a:lnTo>
                  <a:pt x="329082" y="302209"/>
                </a:lnTo>
                <a:lnTo>
                  <a:pt x="329082" y="246913"/>
                </a:lnTo>
                <a:lnTo>
                  <a:pt x="329082" y="246341"/>
                </a:lnTo>
                <a:lnTo>
                  <a:pt x="329082" y="192087"/>
                </a:lnTo>
                <a:lnTo>
                  <a:pt x="246811" y="192087"/>
                </a:lnTo>
                <a:lnTo>
                  <a:pt x="246811" y="246341"/>
                </a:lnTo>
                <a:lnTo>
                  <a:pt x="191960" y="246341"/>
                </a:lnTo>
                <a:lnTo>
                  <a:pt x="191960" y="192087"/>
                </a:lnTo>
                <a:lnTo>
                  <a:pt x="137109" y="192087"/>
                </a:lnTo>
                <a:lnTo>
                  <a:pt x="137109" y="246341"/>
                </a:lnTo>
                <a:lnTo>
                  <a:pt x="82270" y="246341"/>
                </a:lnTo>
                <a:lnTo>
                  <a:pt x="82270" y="191744"/>
                </a:lnTo>
                <a:lnTo>
                  <a:pt x="329082" y="191744"/>
                </a:lnTo>
                <a:lnTo>
                  <a:pt x="329082" y="137248"/>
                </a:lnTo>
                <a:lnTo>
                  <a:pt x="329082" y="82537"/>
                </a:lnTo>
                <a:lnTo>
                  <a:pt x="329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12271" y="4689500"/>
            <a:ext cx="328930" cy="493395"/>
          </a:xfrm>
          <a:custGeom>
            <a:avLst/>
            <a:gdLst/>
            <a:ahLst/>
            <a:cxnLst/>
            <a:rect l="l" t="t" r="r" b="b"/>
            <a:pathLst>
              <a:path w="328929" h="493395">
                <a:moveTo>
                  <a:pt x="328701" y="410743"/>
                </a:moveTo>
                <a:lnTo>
                  <a:pt x="191744" y="410743"/>
                </a:lnTo>
                <a:lnTo>
                  <a:pt x="191744" y="492975"/>
                </a:lnTo>
                <a:lnTo>
                  <a:pt x="328701" y="492975"/>
                </a:lnTo>
                <a:lnTo>
                  <a:pt x="328701" y="410743"/>
                </a:lnTo>
                <a:close/>
              </a:path>
              <a:path w="328929" h="493395">
                <a:moveTo>
                  <a:pt x="328701" y="0"/>
                </a:moveTo>
                <a:lnTo>
                  <a:pt x="0" y="0"/>
                </a:lnTo>
                <a:lnTo>
                  <a:pt x="0" y="81318"/>
                </a:lnTo>
                <a:lnTo>
                  <a:pt x="0" y="135953"/>
                </a:lnTo>
                <a:lnTo>
                  <a:pt x="0" y="492975"/>
                </a:lnTo>
                <a:lnTo>
                  <a:pt x="136956" y="492975"/>
                </a:lnTo>
                <a:lnTo>
                  <a:pt x="136956" y="410387"/>
                </a:lnTo>
                <a:lnTo>
                  <a:pt x="328701" y="410387"/>
                </a:lnTo>
                <a:lnTo>
                  <a:pt x="328701" y="355892"/>
                </a:lnTo>
                <a:lnTo>
                  <a:pt x="328701" y="355752"/>
                </a:lnTo>
                <a:lnTo>
                  <a:pt x="328701" y="301117"/>
                </a:lnTo>
                <a:lnTo>
                  <a:pt x="328701" y="246481"/>
                </a:lnTo>
                <a:lnTo>
                  <a:pt x="246532" y="246481"/>
                </a:lnTo>
                <a:lnTo>
                  <a:pt x="246532" y="301117"/>
                </a:lnTo>
                <a:lnTo>
                  <a:pt x="246532" y="355752"/>
                </a:lnTo>
                <a:lnTo>
                  <a:pt x="191744" y="355752"/>
                </a:lnTo>
                <a:lnTo>
                  <a:pt x="191744" y="301117"/>
                </a:lnTo>
                <a:lnTo>
                  <a:pt x="246532" y="301117"/>
                </a:lnTo>
                <a:lnTo>
                  <a:pt x="246532" y="246481"/>
                </a:lnTo>
                <a:lnTo>
                  <a:pt x="136956" y="246481"/>
                </a:lnTo>
                <a:lnTo>
                  <a:pt x="136956" y="301117"/>
                </a:lnTo>
                <a:lnTo>
                  <a:pt x="136956" y="355752"/>
                </a:lnTo>
                <a:lnTo>
                  <a:pt x="82181" y="355752"/>
                </a:lnTo>
                <a:lnTo>
                  <a:pt x="82181" y="301117"/>
                </a:lnTo>
                <a:lnTo>
                  <a:pt x="136956" y="301117"/>
                </a:lnTo>
                <a:lnTo>
                  <a:pt x="136956" y="246481"/>
                </a:lnTo>
                <a:lnTo>
                  <a:pt x="82181" y="246481"/>
                </a:lnTo>
                <a:lnTo>
                  <a:pt x="82181" y="191858"/>
                </a:lnTo>
                <a:lnTo>
                  <a:pt x="136956" y="191858"/>
                </a:lnTo>
                <a:lnTo>
                  <a:pt x="136956" y="246240"/>
                </a:lnTo>
                <a:lnTo>
                  <a:pt x="191744" y="246240"/>
                </a:lnTo>
                <a:lnTo>
                  <a:pt x="191744" y="191858"/>
                </a:lnTo>
                <a:lnTo>
                  <a:pt x="246532" y="191858"/>
                </a:lnTo>
                <a:lnTo>
                  <a:pt x="246532" y="246240"/>
                </a:lnTo>
                <a:lnTo>
                  <a:pt x="328701" y="246240"/>
                </a:lnTo>
                <a:lnTo>
                  <a:pt x="328701" y="81737"/>
                </a:lnTo>
                <a:lnTo>
                  <a:pt x="246532" y="81737"/>
                </a:lnTo>
                <a:lnTo>
                  <a:pt x="246532" y="135953"/>
                </a:lnTo>
                <a:lnTo>
                  <a:pt x="191744" y="135953"/>
                </a:lnTo>
                <a:lnTo>
                  <a:pt x="191744" y="81737"/>
                </a:lnTo>
                <a:lnTo>
                  <a:pt x="136956" y="81737"/>
                </a:lnTo>
                <a:lnTo>
                  <a:pt x="136956" y="135953"/>
                </a:lnTo>
                <a:lnTo>
                  <a:pt x="82181" y="135953"/>
                </a:lnTo>
                <a:lnTo>
                  <a:pt x="82181" y="81318"/>
                </a:lnTo>
                <a:lnTo>
                  <a:pt x="328701" y="81318"/>
                </a:lnTo>
                <a:lnTo>
                  <a:pt x="32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5760" y="4798771"/>
            <a:ext cx="328930" cy="384175"/>
          </a:xfrm>
          <a:custGeom>
            <a:avLst/>
            <a:gdLst/>
            <a:ahLst/>
            <a:cxnLst/>
            <a:rect l="l" t="t" r="r" b="b"/>
            <a:pathLst>
              <a:path w="328929" h="384175">
                <a:moveTo>
                  <a:pt x="328701" y="301472"/>
                </a:moveTo>
                <a:lnTo>
                  <a:pt x="191731" y="301472"/>
                </a:lnTo>
                <a:lnTo>
                  <a:pt x="191731" y="383705"/>
                </a:lnTo>
                <a:lnTo>
                  <a:pt x="328701" y="383705"/>
                </a:lnTo>
                <a:lnTo>
                  <a:pt x="328701" y="301472"/>
                </a:lnTo>
                <a:close/>
              </a:path>
              <a:path w="328929" h="384175">
                <a:moveTo>
                  <a:pt x="328701" y="0"/>
                </a:moveTo>
                <a:lnTo>
                  <a:pt x="0" y="0"/>
                </a:lnTo>
                <a:lnTo>
                  <a:pt x="0" y="82588"/>
                </a:lnTo>
                <a:lnTo>
                  <a:pt x="0" y="137210"/>
                </a:lnTo>
                <a:lnTo>
                  <a:pt x="0" y="191846"/>
                </a:lnTo>
                <a:lnTo>
                  <a:pt x="0" y="246481"/>
                </a:lnTo>
                <a:lnTo>
                  <a:pt x="0" y="301117"/>
                </a:lnTo>
                <a:lnTo>
                  <a:pt x="0" y="383705"/>
                </a:lnTo>
                <a:lnTo>
                  <a:pt x="136944" y="383705"/>
                </a:lnTo>
                <a:lnTo>
                  <a:pt x="136944" y="301117"/>
                </a:lnTo>
                <a:lnTo>
                  <a:pt x="328701" y="301117"/>
                </a:lnTo>
                <a:lnTo>
                  <a:pt x="328701" y="246621"/>
                </a:lnTo>
                <a:lnTo>
                  <a:pt x="328701" y="246481"/>
                </a:lnTo>
                <a:lnTo>
                  <a:pt x="328701" y="191846"/>
                </a:lnTo>
                <a:lnTo>
                  <a:pt x="328701" y="137210"/>
                </a:lnTo>
                <a:lnTo>
                  <a:pt x="246519" y="137210"/>
                </a:lnTo>
                <a:lnTo>
                  <a:pt x="246519" y="191846"/>
                </a:lnTo>
                <a:lnTo>
                  <a:pt x="246519" y="246481"/>
                </a:lnTo>
                <a:lnTo>
                  <a:pt x="191731" y="246481"/>
                </a:lnTo>
                <a:lnTo>
                  <a:pt x="191731" y="191846"/>
                </a:lnTo>
                <a:lnTo>
                  <a:pt x="246519" y="191846"/>
                </a:lnTo>
                <a:lnTo>
                  <a:pt x="246519" y="137210"/>
                </a:lnTo>
                <a:lnTo>
                  <a:pt x="136956" y="137210"/>
                </a:lnTo>
                <a:lnTo>
                  <a:pt x="136956" y="191846"/>
                </a:lnTo>
                <a:lnTo>
                  <a:pt x="136956" y="246481"/>
                </a:lnTo>
                <a:lnTo>
                  <a:pt x="82169" y="246481"/>
                </a:lnTo>
                <a:lnTo>
                  <a:pt x="82169" y="191846"/>
                </a:lnTo>
                <a:lnTo>
                  <a:pt x="136956" y="191846"/>
                </a:lnTo>
                <a:lnTo>
                  <a:pt x="136956" y="137210"/>
                </a:lnTo>
                <a:lnTo>
                  <a:pt x="82169" y="137210"/>
                </a:lnTo>
                <a:lnTo>
                  <a:pt x="82169" y="82588"/>
                </a:lnTo>
                <a:lnTo>
                  <a:pt x="136956" y="82588"/>
                </a:lnTo>
                <a:lnTo>
                  <a:pt x="136956" y="136969"/>
                </a:lnTo>
                <a:lnTo>
                  <a:pt x="191731" y="136969"/>
                </a:lnTo>
                <a:lnTo>
                  <a:pt x="191731" y="82588"/>
                </a:lnTo>
                <a:lnTo>
                  <a:pt x="246519" y="82588"/>
                </a:lnTo>
                <a:lnTo>
                  <a:pt x="246519" y="136969"/>
                </a:lnTo>
                <a:lnTo>
                  <a:pt x="328701" y="136969"/>
                </a:lnTo>
                <a:lnTo>
                  <a:pt x="328701" y="82588"/>
                </a:lnTo>
                <a:lnTo>
                  <a:pt x="328701" y="82130"/>
                </a:lnTo>
                <a:lnTo>
                  <a:pt x="32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79244" y="4360016"/>
            <a:ext cx="328930" cy="822960"/>
          </a:xfrm>
          <a:custGeom>
            <a:avLst/>
            <a:gdLst/>
            <a:ahLst/>
            <a:cxnLst/>
            <a:rect l="l" t="t" r="r" b="b"/>
            <a:pathLst>
              <a:path w="328929" h="822960">
                <a:moveTo>
                  <a:pt x="136944" y="822450"/>
                </a:moveTo>
                <a:lnTo>
                  <a:pt x="0" y="822450"/>
                </a:lnTo>
                <a:lnTo>
                  <a:pt x="0" y="0"/>
                </a:lnTo>
                <a:lnTo>
                  <a:pt x="328700" y="41109"/>
                </a:lnTo>
                <a:lnTo>
                  <a:pt x="328700" y="95926"/>
                </a:lnTo>
                <a:lnTo>
                  <a:pt x="82175" y="95926"/>
                </a:lnTo>
                <a:lnTo>
                  <a:pt x="82175" y="150771"/>
                </a:lnTo>
                <a:lnTo>
                  <a:pt x="328700" y="150771"/>
                </a:lnTo>
                <a:lnTo>
                  <a:pt x="328700" y="191894"/>
                </a:lnTo>
                <a:lnTo>
                  <a:pt x="82175" y="191894"/>
                </a:lnTo>
                <a:lnTo>
                  <a:pt x="82175" y="246739"/>
                </a:lnTo>
                <a:lnTo>
                  <a:pt x="328700" y="246739"/>
                </a:lnTo>
                <a:lnTo>
                  <a:pt x="328700" y="301556"/>
                </a:lnTo>
                <a:lnTo>
                  <a:pt x="82175" y="301556"/>
                </a:lnTo>
                <a:lnTo>
                  <a:pt x="82175" y="356387"/>
                </a:lnTo>
                <a:lnTo>
                  <a:pt x="328700" y="356387"/>
                </a:lnTo>
                <a:lnTo>
                  <a:pt x="328700" y="411218"/>
                </a:lnTo>
                <a:lnTo>
                  <a:pt x="82175" y="411218"/>
                </a:lnTo>
                <a:lnTo>
                  <a:pt x="82175" y="466049"/>
                </a:lnTo>
                <a:lnTo>
                  <a:pt x="328700" y="466049"/>
                </a:lnTo>
                <a:lnTo>
                  <a:pt x="328700" y="520880"/>
                </a:lnTo>
                <a:lnTo>
                  <a:pt x="82175" y="520880"/>
                </a:lnTo>
                <a:lnTo>
                  <a:pt x="82175" y="575711"/>
                </a:lnTo>
                <a:lnTo>
                  <a:pt x="328700" y="575711"/>
                </a:lnTo>
                <a:lnTo>
                  <a:pt x="328700" y="630542"/>
                </a:lnTo>
                <a:lnTo>
                  <a:pt x="82175" y="630542"/>
                </a:lnTo>
                <a:lnTo>
                  <a:pt x="82175" y="685373"/>
                </a:lnTo>
                <a:lnTo>
                  <a:pt x="328700" y="685373"/>
                </a:lnTo>
                <a:lnTo>
                  <a:pt x="328700" y="740217"/>
                </a:lnTo>
                <a:lnTo>
                  <a:pt x="136944" y="740217"/>
                </a:lnTo>
                <a:lnTo>
                  <a:pt x="136944" y="822450"/>
                </a:lnTo>
                <a:close/>
              </a:path>
              <a:path w="328929" h="822960">
                <a:moveTo>
                  <a:pt x="191742" y="150771"/>
                </a:moveTo>
                <a:lnTo>
                  <a:pt x="136958" y="150771"/>
                </a:lnTo>
                <a:lnTo>
                  <a:pt x="136958" y="95926"/>
                </a:lnTo>
                <a:lnTo>
                  <a:pt x="191742" y="95926"/>
                </a:lnTo>
                <a:lnTo>
                  <a:pt x="191742" y="150771"/>
                </a:lnTo>
                <a:close/>
              </a:path>
              <a:path w="328929" h="822960">
                <a:moveTo>
                  <a:pt x="328700" y="150771"/>
                </a:moveTo>
                <a:lnTo>
                  <a:pt x="246525" y="150771"/>
                </a:lnTo>
                <a:lnTo>
                  <a:pt x="246525" y="95926"/>
                </a:lnTo>
                <a:lnTo>
                  <a:pt x="328700" y="95926"/>
                </a:lnTo>
                <a:lnTo>
                  <a:pt x="328700" y="150771"/>
                </a:lnTo>
                <a:close/>
              </a:path>
              <a:path w="328929" h="822960">
                <a:moveTo>
                  <a:pt x="191742" y="246739"/>
                </a:moveTo>
                <a:lnTo>
                  <a:pt x="136958" y="246739"/>
                </a:lnTo>
                <a:lnTo>
                  <a:pt x="136958" y="191894"/>
                </a:lnTo>
                <a:lnTo>
                  <a:pt x="191742" y="191894"/>
                </a:lnTo>
                <a:lnTo>
                  <a:pt x="191742" y="246739"/>
                </a:lnTo>
                <a:close/>
              </a:path>
              <a:path w="328929" h="822960">
                <a:moveTo>
                  <a:pt x="328700" y="246739"/>
                </a:moveTo>
                <a:lnTo>
                  <a:pt x="246525" y="246739"/>
                </a:lnTo>
                <a:lnTo>
                  <a:pt x="246525" y="191894"/>
                </a:lnTo>
                <a:lnTo>
                  <a:pt x="328700" y="191894"/>
                </a:lnTo>
                <a:lnTo>
                  <a:pt x="328700" y="246739"/>
                </a:lnTo>
                <a:close/>
              </a:path>
              <a:path w="328929" h="822960">
                <a:moveTo>
                  <a:pt x="191742" y="356387"/>
                </a:moveTo>
                <a:lnTo>
                  <a:pt x="136958" y="356387"/>
                </a:lnTo>
                <a:lnTo>
                  <a:pt x="136958" y="301556"/>
                </a:lnTo>
                <a:lnTo>
                  <a:pt x="191742" y="301556"/>
                </a:lnTo>
                <a:lnTo>
                  <a:pt x="191742" y="356387"/>
                </a:lnTo>
                <a:close/>
              </a:path>
              <a:path w="328929" h="822960">
                <a:moveTo>
                  <a:pt x="328700" y="356387"/>
                </a:moveTo>
                <a:lnTo>
                  <a:pt x="246525" y="356387"/>
                </a:lnTo>
                <a:lnTo>
                  <a:pt x="246525" y="301556"/>
                </a:lnTo>
                <a:lnTo>
                  <a:pt x="328700" y="301556"/>
                </a:lnTo>
                <a:lnTo>
                  <a:pt x="328700" y="356387"/>
                </a:lnTo>
                <a:close/>
              </a:path>
              <a:path w="328929" h="822960">
                <a:moveTo>
                  <a:pt x="191742" y="466049"/>
                </a:moveTo>
                <a:lnTo>
                  <a:pt x="136958" y="466049"/>
                </a:lnTo>
                <a:lnTo>
                  <a:pt x="136958" y="411218"/>
                </a:lnTo>
                <a:lnTo>
                  <a:pt x="191742" y="411218"/>
                </a:lnTo>
                <a:lnTo>
                  <a:pt x="191742" y="466049"/>
                </a:lnTo>
                <a:close/>
              </a:path>
              <a:path w="328929" h="822960">
                <a:moveTo>
                  <a:pt x="328700" y="466049"/>
                </a:moveTo>
                <a:lnTo>
                  <a:pt x="246525" y="466049"/>
                </a:lnTo>
                <a:lnTo>
                  <a:pt x="246525" y="411218"/>
                </a:lnTo>
                <a:lnTo>
                  <a:pt x="328700" y="411218"/>
                </a:lnTo>
                <a:lnTo>
                  <a:pt x="328700" y="466049"/>
                </a:lnTo>
                <a:close/>
              </a:path>
              <a:path w="328929" h="822960">
                <a:moveTo>
                  <a:pt x="191742" y="575711"/>
                </a:moveTo>
                <a:lnTo>
                  <a:pt x="136958" y="575711"/>
                </a:lnTo>
                <a:lnTo>
                  <a:pt x="136958" y="520880"/>
                </a:lnTo>
                <a:lnTo>
                  <a:pt x="191742" y="520880"/>
                </a:lnTo>
                <a:lnTo>
                  <a:pt x="191742" y="575711"/>
                </a:lnTo>
                <a:close/>
              </a:path>
              <a:path w="328929" h="822960">
                <a:moveTo>
                  <a:pt x="328700" y="575711"/>
                </a:moveTo>
                <a:lnTo>
                  <a:pt x="246525" y="575711"/>
                </a:lnTo>
                <a:lnTo>
                  <a:pt x="246525" y="520880"/>
                </a:lnTo>
                <a:lnTo>
                  <a:pt x="328700" y="520880"/>
                </a:lnTo>
                <a:lnTo>
                  <a:pt x="328700" y="575711"/>
                </a:lnTo>
                <a:close/>
              </a:path>
              <a:path w="328929" h="822960">
                <a:moveTo>
                  <a:pt x="191742" y="685373"/>
                </a:moveTo>
                <a:lnTo>
                  <a:pt x="136958" y="685373"/>
                </a:lnTo>
                <a:lnTo>
                  <a:pt x="136958" y="630542"/>
                </a:lnTo>
                <a:lnTo>
                  <a:pt x="191742" y="630542"/>
                </a:lnTo>
                <a:lnTo>
                  <a:pt x="191742" y="685373"/>
                </a:lnTo>
                <a:close/>
              </a:path>
              <a:path w="328929" h="822960">
                <a:moveTo>
                  <a:pt x="328700" y="685373"/>
                </a:moveTo>
                <a:lnTo>
                  <a:pt x="246525" y="685373"/>
                </a:lnTo>
                <a:lnTo>
                  <a:pt x="246525" y="630542"/>
                </a:lnTo>
                <a:lnTo>
                  <a:pt x="328700" y="630542"/>
                </a:lnTo>
                <a:lnTo>
                  <a:pt x="328700" y="685373"/>
                </a:lnTo>
                <a:close/>
              </a:path>
              <a:path w="328929" h="822960">
                <a:moveTo>
                  <a:pt x="328700" y="822450"/>
                </a:moveTo>
                <a:lnTo>
                  <a:pt x="191742" y="822450"/>
                </a:lnTo>
                <a:lnTo>
                  <a:pt x="191742" y="740217"/>
                </a:lnTo>
                <a:lnTo>
                  <a:pt x="328700" y="740217"/>
                </a:lnTo>
                <a:lnTo>
                  <a:pt x="328700" y="82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04002" y="4332173"/>
            <a:ext cx="328930" cy="412115"/>
          </a:xfrm>
          <a:custGeom>
            <a:avLst/>
            <a:gdLst/>
            <a:ahLst/>
            <a:cxnLst/>
            <a:rect l="l" t="t" r="r" b="b"/>
            <a:pathLst>
              <a:path w="328929" h="412114">
                <a:moveTo>
                  <a:pt x="191744" y="192316"/>
                </a:moveTo>
                <a:lnTo>
                  <a:pt x="136982" y="192316"/>
                </a:lnTo>
                <a:lnTo>
                  <a:pt x="136982" y="247154"/>
                </a:lnTo>
                <a:lnTo>
                  <a:pt x="191744" y="247154"/>
                </a:lnTo>
                <a:lnTo>
                  <a:pt x="191744" y="192316"/>
                </a:lnTo>
                <a:close/>
              </a:path>
              <a:path w="328929" h="412114">
                <a:moveTo>
                  <a:pt x="328701" y="192316"/>
                </a:moveTo>
                <a:lnTo>
                  <a:pt x="246532" y="192316"/>
                </a:lnTo>
                <a:lnTo>
                  <a:pt x="246532" y="247154"/>
                </a:lnTo>
                <a:lnTo>
                  <a:pt x="328701" y="247154"/>
                </a:lnTo>
                <a:lnTo>
                  <a:pt x="328701" y="192316"/>
                </a:lnTo>
                <a:close/>
              </a:path>
              <a:path w="328929" h="412114">
                <a:moveTo>
                  <a:pt x="328701" y="0"/>
                </a:moveTo>
                <a:lnTo>
                  <a:pt x="0" y="0"/>
                </a:lnTo>
                <a:lnTo>
                  <a:pt x="0" y="82588"/>
                </a:lnTo>
                <a:lnTo>
                  <a:pt x="0" y="137223"/>
                </a:lnTo>
                <a:lnTo>
                  <a:pt x="0" y="191858"/>
                </a:lnTo>
                <a:lnTo>
                  <a:pt x="0" y="247764"/>
                </a:lnTo>
                <a:lnTo>
                  <a:pt x="0" y="302387"/>
                </a:lnTo>
                <a:lnTo>
                  <a:pt x="191744" y="302387"/>
                </a:lnTo>
                <a:lnTo>
                  <a:pt x="191744" y="411657"/>
                </a:lnTo>
                <a:lnTo>
                  <a:pt x="328701" y="411657"/>
                </a:lnTo>
                <a:lnTo>
                  <a:pt x="328701" y="302387"/>
                </a:lnTo>
                <a:lnTo>
                  <a:pt x="328701" y="247764"/>
                </a:lnTo>
                <a:lnTo>
                  <a:pt x="82181" y="247764"/>
                </a:lnTo>
                <a:lnTo>
                  <a:pt x="82181" y="191858"/>
                </a:lnTo>
                <a:lnTo>
                  <a:pt x="328701" y="191858"/>
                </a:lnTo>
                <a:lnTo>
                  <a:pt x="328701" y="137490"/>
                </a:lnTo>
                <a:lnTo>
                  <a:pt x="328701" y="137223"/>
                </a:lnTo>
                <a:lnTo>
                  <a:pt x="328701" y="82664"/>
                </a:lnTo>
                <a:lnTo>
                  <a:pt x="246532" y="82664"/>
                </a:lnTo>
                <a:lnTo>
                  <a:pt x="246532" y="137223"/>
                </a:lnTo>
                <a:lnTo>
                  <a:pt x="191744" y="137223"/>
                </a:lnTo>
                <a:lnTo>
                  <a:pt x="191744" y="82664"/>
                </a:lnTo>
                <a:lnTo>
                  <a:pt x="136982" y="82664"/>
                </a:lnTo>
                <a:lnTo>
                  <a:pt x="136982" y="137223"/>
                </a:lnTo>
                <a:lnTo>
                  <a:pt x="82181" y="137223"/>
                </a:lnTo>
                <a:lnTo>
                  <a:pt x="82181" y="82588"/>
                </a:lnTo>
                <a:lnTo>
                  <a:pt x="328701" y="82588"/>
                </a:lnTo>
                <a:lnTo>
                  <a:pt x="32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898455" y="4844379"/>
            <a:ext cx="828675" cy="414655"/>
            <a:chOff x="1898455" y="4844379"/>
            <a:chExt cx="828675" cy="4146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411" y="5108171"/>
              <a:ext cx="150607" cy="1507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3233" y="5108171"/>
              <a:ext cx="150607" cy="15073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98455" y="4844379"/>
              <a:ext cx="828675" cy="339725"/>
            </a:xfrm>
            <a:custGeom>
              <a:avLst/>
              <a:gdLst/>
              <a:ahLst/>
              <a:cxnLst/>
              <a:rect l="l" t="t" r="r" b="b"/>
              <a:pathLst>
                <a:path w="828675" h="339725">
                  <a:moveTo>
                    <a:pt x="84716" y="339160"/>
                  </a:moveTo>
                  <a:lnTo>
                    <a:pt x="75303" y="339160"/>
                  </a:lnTo>
                  <a:lnTo>
                    <a:pt x="46064" y="333213"/>
                  </a:lnTo>
                  <a:lnTo>
                    <a:pt x="22120" y="317020"/>
                  </a:lnTo>
                  <a:lnTo>
                    <a:pt x="5941" y="293055"/>
                  </a:lnTo>
                  <a:lnTo>
                    <a:pt x="0" y="263791"/>
                  </a:lnTo>
                  <a:lnTo>
                    <a:pt x="0" y="166753"/>
                  </a:lnTo>
                  <a:lnTo>
                    <a:pt x="128016" y="21668"/>
                  </a:lnTo>
                  <a:lnTo>
                    <a:pt x="166933" y="1398"/>
                  </a:lnTo>
                  <a:lnTo>
                    <a:pt x="181670" y="0"/>
                  </a:lnTo>
                  <a:lnTo>
                    <a:pt x="457470" y="0"/>
                  </a:lnTo>
                  <a:lnTo>
                    <a:pt x="499696" y="12321"/>
                  </a:lnTo>
                  <a:lnTo>
                    <a:pt x="527254" y="37684"/>
                  </a:lnTo>
                  <a:lnTo>
                    <a:pt x="181670" y="37684"/>
                  </a:lnTo>
                  <a:lnTo>
                    <a:pt x="174639" y="38391"/>
                  </a:lnTo>
                  <a:lnTo>
                    <a:pt x="167786" y="40510"/>
                  </a:lnTo>
                  <a:lnTo>
                    <a:pt x="161285" y="44043"/>
                  </a:lnTo>
                  <a:lnTo>
                    <a:pt x="155313" y="48989"/>
                  </a:lnTo>
                  <a:lnTo>
                    <a:pt x="53653" y="150738"/>
                  </a:lnTo>
                  <a:lnTo>
                    <a:pt x="734211" y="150738"/>
                  </a:lnTo>
                  <a:lnTo>
                    <a:pt x="770760" y="158171"/>
                  </a:lnTo>
                  <a:lnTo>
                    <a:pt x="800690" y="178412"/>
                  </a:lnTo>
                  <a:lnTo>
                    <a:pt x="820913" y="208368"/>
                  </a:lnTo>
                  <a:lnTo>
                    <a:pt x="826428" y="235528"/>
                  </a:lnTo>
                  <a:lnTo>
                    <a:pt x="188259" y="235528"/>
                  </a:lnTo>
                  <a:lnTo>
                    <a:pt x="147857" y="243639"/>
                  </a:lnTo>
                  <a:lnTo>
                    <a:pt x="114955" y="265793"/>
                  </a:lnTo>
                  <a:lnTo>
                    <a:pt x="92820" y="298723"/>
                  </a:lnTo>
                  <a:lnTo>
                    <a:pt x="84716" y="339160"/>
                  </a:lnTo>
                  <a:close/>
                </a:path>
                <a:path w="828675" h="339725">
                  <a:moveTo>
                    <a:pt x="329453" y="150738"/>
                  </a:moveTo>
                  <a:lnTo>
                    <a:pt x="291802" y="150738"/>
                  </a:lnTo>
                  <a:lnTo>
                    <a:pt x="291802" y="37684"/>
                  </a:lnTo>
                  <a:lnTo>
                    <a:pt x="329453" y="37684"/>
                  </a:lnTo>
                  <a:lnTo>
                    <a:pt x="329453" y="150738"/>
                  </a:lnTo>
                  <a:close/>
                </a:path>
                <a:path w="828675" h="339725">
                  <a:moveTo>
                    <a:pt x="656083" y="150738"/>
                  </a:moveTo>
                  <a:lnTo>
                    <a:pt x="586427" y="150738"/>
                  </a:lnTo>
                  <a:lnTo>
                    <a:pt x="484767" y="48989"/>
                  </a:lnTo>
                  <a:lnTo>
                    <a:pt x="479325" y="44043"/>
                  </a:lnTo>
                  <a:lnTo>
                    <a:pt x="473001" y="40510"/>
                  </a:lnTo>
                  <a:lnTo>
                    <a:pt x="465971" y="38391"/>
                  </a:lnTo>
                  <a:lnTo>
                    <a:pt x="458411" y="37684"/>
                  </a:lnTo>
                  <a:lnTo>
                    <a:pt x="527254" y="37684"/>
                  </a:lnTo>
                  <a:lnTo>
                    <a:pt x="629727" y="139432"/>
                  </a:lnTo>
                  <a:lnTo>
                    <a:pt x="635169" y="144378"/>
                  </a:lnTo>
                  <a:lnTo>
                    <a:pt x="641493" y="147911"/>
                  </a:lnTo>
                  <a:lnTo>
                    <a:pt x="648524" y="150031"/>
                  </a:lnTo>
                  <a:lnTo>
                    <a:pt x="656083" y="150738"/>
                  </a:lnTo>
                  <a:close/>
                </a:path>
                <a:path w="828675" h="339725">
                  <a:moveTo>
                    <a:pt x="536539" y="339160"/>
                  </a:moveTo>
                  <a:lnTo>
                    <a:pt x="291802" y="339160"/>
                  </a:lnTo>
                  <a:lnTo>
                    <a:pt x="283698" y="298723"/>
                  </a:lnTo>
                  <a:lnTo>
                    <a:pt x="261562" y="265793"/>
                  </a:lnTo>
                  <a:lnTo>
                    <a:pt x="228661" y="243639"/>
                  </a:lnTo>
                  <a:lnTo>
                    <a:pt x="188259" y="235528"/>
                  </a:lnTo>
                  <a:lnTo>
                    <a:pt x="640081" y="235528"/>
                  </a:lnTo>
                  <a:lnTo>
                    <a:pt x="599679" y="243639"/>
                  </a:lnTo>
                  <a:lnTo>
                    <a:pt x="566778" y="265793"/>
                  </a:lnTo>
                  <a:lnTo>
                    <a:pt x="544643" y="298723"/>
                  </a:lnTo>
                  <a:lnTo>
                    <a:pt x="536539" y="339160"/>
                  </a:lnTo>
                  <a:close/>
                </a:path>
                <a:path w="828675" h="339725">
                  <a:moveTo>
                    <a:pt x="790689" y="339160"/>
                  </a:moveTo>
                  <a:lnTo>
                    <a:pt x="743624" y="339160"/>
                  </a:lnTo>
                  <a:lnTo>
                    <a:pt x="735520" y="298723"/>
                  </a:lnTo>
                  <a:lnTo>
                    <a:pt x="713385" y="265793"/>
                  </a:lnTo>
                  <a:lnTo>
                    <a:pt x="680484" y="243639"/>
                  </a:lnTo>
                  <a:lnTo>
                    <a:pt x="640081" y="235528"/>
                  </a:lnTo>
                  <a:lnTo>
                    <a:pt x="826428" y="235528"/>
                  </a:lnTo>
                  <a:lnTo>
                    <a:pt x="828341" y="244949"/>
                  </a:lnTo>
                  <a:lnTo>
                    <a:pt x="828341" y="301476"/>
                  </a:lnTo>
                  <a:lnTo>
                    <a:pt x="825370" y="316108"/>
                  </a:lnTo>
                  <a:lnTo>
                    <a:pt x="817280" y="328090"/>
                  </a:lnTo>
                  <a:lnTo>
                    <a:pt x="805308" y="336186"/>
                  </a:lnTo>
                  <a:lnTo>
                    <a:pt x="790689" y="339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96688" y="4307429"/>
            <a:ext cx="1224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km/h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53948" y="4709154"/>
            <a:ext cx="3050540" cy="114300"/>
            <a:chOff x="1853948" y="4709154"/>
            <a:chExt cx="3050540" cy="114300"/>
          </a:xfrm>
        </p:grpSpPr>
        <p:sp>
          <p:nvSpPr>
            <p:cNvPr id="17" name="object 17"/>
            <p:cNvSpPr/>
            <p:nvPr/>
          </p:nvSpPr>
          <p:spPr>
            <a:xfrm>
              <a:off x="1949195" y="4766309"/>
              <a:ext cx="2860040" cy="0"/>
            </a:xfrm>
            <a:custGeom>
              <a:avLst/>
              <a:gdLst/>
              <a:ahLst/>
              <a:cxnLst/>
              <a:rect l="l" t="t" r="r" b="b"/>
              <a:pathLst>
                <a:path w="2860040">
                  <a:moveTo>
                    <a:pt x="0" y="0"/>
                  </a:moveTo>
                  <a:lnTo>
                    <a:pt x="2859659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53946" y="4709159"/>
              <a:ext cx="3050540" cy="114300"/>
            </a:xfrm>
            <a:custGeom>
              <a:avLst/>
              <a:gdLst/>
              <a:ahLst/>
              <a:cxnLst/>
              <a:rect l="l" t="t" r="r" b="b"/>
              <a:pathLst>
                <a:path w="305054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3050540" h="114300">
                  <a:moveTo>
                    <a:pt x="3050159" y="57150"/>
                  </a:moveTo>
                  <a:lnTo>
                    <a:pt x="2935859" y="0"/>
                  </a:lnTo>
                  <a:lnTo>
                    <a:pt x="2935859" y="114300"/>
                  </a:lnTo>
                  <a:lnTo>
                    <a:pt x="3050159" y="571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639914" y="5905334"/>
            <a:ext cx="328930" cy="494665"/>
          </a:xfrm>
          <a:custGeom>
            <a:avLst/>
            <a:gdLst/>
            <a:ahLst/>
            <a:cxnLst/>
            <a:rect l="l" t="t" r="r" b="b"/>
            <a:pathLst>
              <a:path w="328930" h="494664">
                <a:moveTo>
                  <a:pt x="328701" y="412203"/>
                </a:moveTo>
                <a:lnTo>
                  <a:pt x="191744" y="412203"/>
                </a:lnTo>
                <a:lnTo>
                  <a:pt x="191744" y="494538"/>
                </a:lnTo>
                <a:lnTo>
                  <a:pt x="328701" y="494538"/>
                </a:lnTo>
                <a:lnTo>
                  <a:pt x="328701" y="412203"/>
                </a:lnTo>
                <a:close/>
              </a:path>
              <a:path w="328930" h="494664">
                <a:moveTo>
                  <a:pt x="328701" y="0"/>
                </a:moveTo>
                <a:lnTo>
                  <a:pt x="0" y="0"/>
                </a:lnTo>
                <a:lnTo>
                  <a:pt x="0" y="82638"/>
                </a:lnTo>
                <a:lnTo>
                  <a:pt x="0" y="137299"/>
                </a:lnTo>
                <a:lnTo>
                  <a:pt x="0" y="494538"/>
                </a:lnTo>
                <a:lnTo>
                  <a:pt x="136944" y="494538"/>
                </a:lnTo>
                <a:lnTo>
                  <a:pt x="136944" y="411899"/>
                </a:lnTo>
                <a:lnTo>
                  <a:pt x="328701" y="411899"/>
                </a:lnTo>
                <a:lnTo>
                  <a:pt x="328701" y="357301"/>
                </a:lnTo>
                <a:lnTo>
                  <a:pt x="328701" y="302564"/>
                </a:lnTo>
                <a:lnTo>
                  <a:pt x="328701" y="302399"/>
                </a:lnTo>
                <a:lnTo>
                  <a:pt x="328701" y="247904"/>
                </a:lnTo>
                <a:lnTo>
                  <a:pt x="246532" y="247904"/>
                </a:lnTo>
                <a:lnTo>
                  <a:pt x="246532" y="302564"/>
                </a:lnTo>
                <a:lnTo>
                  <a:pt x="246532" y="357238"/>
                </a:lnTo>
                <a:lnTo>
                  <a:pt x="191744" y="357238"/>
                </a:lnTo>
                <a:lnTo>
                  <a:pt x="191744" y="302564"/>
                </a:lnTo>
                <a:lnTo>
                  <a:pt x="246532" y="302564"/>
                </a:lnTo>
                <a:lnTo>
                  <a:pt x="246532" y="247904"/>
                </a:lnTo>
                <a:lnTo>
                  <a:pt x="136956" y="247904"/>
                </a:lnTo>
                <a:lnTo>
                  <a:pt x="136956" y="302564"/>
                </a:lnTo>
                <a:lnTo>
                  <a:pt x="136956" y="357238"/>
                </a:lnTo>
                <a:lnTo>
                  <a:pt x="82181" y="357238"/>
                </a:lnTo>
                <a:lnTo>
                  <a:pt x="82181" y="302564"/>
                </a:lnTo>
                <a:lnTo>
                  <a:pt x="136956" y="302564"/>
                </a:lnTo>
                <a:lnTo>
                  <a:pt x="136956" y="247904"/>
                </a:lnTo>
                <a:lnTo>
                  <a:pt x="82181" y="247904"/>
                </a:lnTo>
                <a:lnTo>
                  <a:pt x="82181" y="193243"/>
                </a:lnTo>
                <a:lnTo>
                  <a:pt x="136956" y="193243"/>
                </a:lnTo>
                <a:lnTo>
                  <a:pt x="136956" y="247510"/>
                </a:lnTo>
                <a:lnTo>
                  <a:pt x="191744" y="247510"/>
                </a:lnTo>
                <a:lnTo>
                  <a:pt x="191744" y="193243"/>
                </a:lnTo>
                <a:lnTo>
                  <a:pt x="246532" y="193243"/>
                </a:lnTo>
                <a:lnTo>
                  <a:pt x="246532" y="247510"/>
                </a:lnTo>
                <a:lnTo>
                  <a:pt x="328701" y="247510"/>
                </a:lnTo>
                <a:lnTo>
                  <a:pt x="328701" y="82829"/>
                </a:lnTo>
                <a:lnTo>
                  <a:pt x="246532" y="82829"/>
                </a:lnTo>
                <a:lnTo>
                  <a:pt x="246532" y="137299"/>
                </a:lnTo>
                <a:lnTo>
                  <a:pt x="191744" y="137299"/>
                </a:lnTo>
                <a:lnTo>
                  <a:pt x="191744" y="82829"/>
                </a:lnTo>
                <a:lnTo>
                  <a:pt x="136956" y="82829"/>
                </a:lnTo>
                <a:lnTo>
                  <a:pt x="136956" y="137299"/>
                </a:lnTo>
                <a:lnTo>
                  <a:pt x="82181" y="137299"/>
                </a:lnTo>
                <a:lnTo>
                  <a:pt x="82181" y="82638"/>
                </a:lnTo>
                <a:lnTo>
                  <a:pt x="328701" y="82638"/>
                </a:lnTo>
                <a:lnTo>
                  <a:pt x="32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3404" y="6015938"/>
            <a:ext cx="328930" cy="384175"/>
          </a:xfrm>
          <a:custGeom>
            <a:avLst/>
            <a:gdLst/>
            <a:ahLst/>
            <a:cxnLst/>
            <a:rect l="l" t="t" r="r" b="b"/>
            <a:pathLst>
              <a:path w="328930" h="384175">
                <a:moveTo>
                  <a:pt x="328701" y="301599"/>
                </a:moveTo>
                <a:lnTo>
                  <a:pt x="191744" y="301599"/>
                </a:lnTo>
                <a:lnTo>
                  <a:pt x="191744" y="383933"/>
                </a:lnTo>
                <a:lnTo>
                  <a:pt x="328701" y="383933"/>
                </a:lnTo>
                <a:lnTo>
                  <a:pt x="328701" y="301599"/>
                </a:lnTo>
                <a:close/>
              </a:path>
              <a:path w="328930" h="384175">
                <a:moveTo>
                  <a:pt x="328701" y="0"/>
                </a:moveTo>
                <a:lnTo>
                  <a:pt x="0" y="0"/>
                </a:lnTo>
                <a:lnTo>
                  <a:pt x="0" y="82638"/>
                </a:lnTo>
                <a:lnTo>
                  <a:pt x="0" y="137299"/>
                </a:lnTo>
                <a:lnTo>
                  <a:pt x="0" y="191960"/>
                </a:lnTo>
                <a:lnTo>
                  <a:pt x="0" y="246634"/>
                </a:lnTo>
                <a:lnTo>
                  <a:pt x="0" y="301294"/>
                </a:lnTo>
                <a:lnTo>
                  <a:pt x="0" y="383933"/>
                </a:lnTo>
                <a:lnTo>
                  <a:pt x="136944" y="383933"/>
                </a:lnTo>
                <a:lnTo>
                  <a:pt x="136944" y="301294"/>
                </a:lnTo>
                <a:lnTo>
                  <a:pt x="328701" y="301294"/>
                </a:lnTo>
                <a:lnTo>
                  <a:pt x="328701" y="246697"/>
                </a:lnTo>
                <a:lnTo>
                  <a:pt x="328701" y="191960"/>
                </a:lnTo>
                <a:lnTo>
                  <a:pt x="328701" y="191795"/>
                </a:lnTo>
                <a:lnTo>
                  <a:pt x="328701" y="137299"/>
                </a:lnTo>
                <a:lnTo>
                  <a:pt x="246519" y="137299"/>
                </a:lnTo>
                <a:lnTo>
                  <a:pt x="246519" y="191960"/>
                </a:lnTo>
                <a:lnTo>
                  <a:pt x="246519" y="246634"/>
                </a:lnTo>
                <a:lnTo>
                  <a:pt x="191744" y="246634"/>
                </a:lnTo>
                <a:lnTo>
                  <a:pt x="191744" y="191960"/>
                </a:lnTo>
                <a:lnTo>
                  <a:pt x="246519" y="191960"/>
                </a:lnTo>
                <a:lnTo>
                  <a:pt x="246519" y="137299"/>
                </a:lnTo>
                <a:lnTo>
                  <a:pt x="136956" y="137299"/>
                </a:lnTo>
                <a:lnTo>
                  <a:pt x="136956" y="191960"/>
                </a:lnTo>
                <a:lnTo>
                  <a:pt x="136956" y="246634"/>
                </a:lnTo>
                <a:lnTo>
                  <a:pt x="82169" y="246634"/>
                </a:lnTo>
                <a:lnTo>
                  <a:pt x="82169" y="191960"/>
                </a:lnTo>
                <a:lnTo>
                  <a:pt x="136956" y="191960"/>
                </a:lnTo>
                <a:lnTo>
                  <a:pt x="136956" y="137299"/>
                </a:lnTo>
                <a:lnTo>
                  <a:pt x="82169" y="137299"/>
                </a:lnTo>
                <a:lnTo>
                  <a:pt x="82169" y="82638"/>
                </a:lnTo>
                <a:lnTo>
                  <a:pt x="136956" y="82638"/>
                </a:lnTo>
                <a:lnTo>
                  <a:pt x="136956" y="136906"/>
                </a:lnTo>
                <a:lnTo>
                  <a:pt x="191744" y="136906"/>
                </a:lnTo>
                <a:lnTo>
                  <a:pt x="191744" y="82638"/>
                </a:lnTo>
                <a:lnTo>
                  <a:pt x="246519" y="82638"/>
                </a:lnTo>
                <a:lnTo>
                  <a:pt x="246519" y="136906"/>
                </a:lnTo>
                <a:lnTo>
                  <a:pt x="328701" y="136906"/>
                </a:lnTo>
                <a:lnTo>
                  <a:pt x="328701" y="82638"/>
                </a:lnTo>
                <a:lnTo>
                  <a:pt x="328701" y="82016"/>
                </a:lnTo>
                <a:lnTo>
                  <a:pt x="32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06890" y="5576468"/>
            <a:ext cx="328930" cy="823594"/>
          </a:xfrm>
          <a:custGeom>
            <a:avLst/>
            <a:gdLst/>
            <a:ahLst/>
            <a:cxnLst/>
            <a:rect l="l" t="t" r="r" b="b"/>
            <a:pathLst>
              <a:path w="328930" h="823595">
                <a:moveTo>
                  <a:pt x="136944" y="823392"/>
                </a:moveTo>
                <a:lnTo>
                  <a:pt x="0" y="823392"/>
                </a:lnTo>
                <a:lnTo>
                  <a:pt x="0" y="0"/>
                </a:lnTo>
                <a:lnTo>
                  <a:pt x="328700" y="41156"/>
                </a:lnTo>
                <a:lnTo>
                  <a:pt x="328700" y="96050"/>
                </a:lnTo>
                <a:lnTo>
                  <a:pt x="82175" y="96050"/>
                </a:lnTo>
                <a:lnTo>
                  <a:pt x="82175" y="150944"/>
                </a:lnTo>
                <a:lnTo>
                  <a:pt x="328700" y="150944"/>
                </a:lnTo>
                <a:lnTo>
                  <a:pt x="328700" y="192114"/>
                </a:lnTo>
                <a:lnTo>
                  <a:pt x="82175" y="192114"/>
                </a:lnTo>
                <a:lnTo>
                  <a:pt x="82175" y="247021"/>
                </a:lnTo>
                <a:lnTo>
                  <a:pt x="328700" y="247021"/>
                </a:lnTo>
                <a:lnTo>
                  <a:pt x="328700" y="301901"/>
                </a:lnTo>
                <a:lnTo>
                  <a:pt x="82175" y="301901"/>
                </a:lnTo>
                <a:lnTo>
                  <a:pt x="82175" y="356795"/>
                </a:lnTo>
                <a:lnTo>
                  <a:pt x="328700" y="356795"/>
                </a:lnTo>
                <a:lnTo>
                  <a:pt x="328700" y="411689"/>
                </a:lnTo>
                <a:lnTo>
                  <a:pt x="82175" y="411689"/>
                </a:lnTo>
                <a:lnTo>
                  <a:pt x="82175" y="466583"/>
                </a:lnTo>
                <a:lnTo>
                  <a:pt x="328700" y="466583"/>
                </a:lnTo>
                <a:lnTo>
                  <a:pt x="328700" y="521476"/>
                </a:lnTo>
                <a:lnTo>
                  <a:pt x="82175" y="521476"/>
                </a:lnTo>
                <a:lnTo>
                  <a:pt x="82175" y="576370"/>
                </a:lnTo>
                <a:lnTo>
                  <a:pt x="328700" y="576370"/>
                </a:lnTo>
                <a:lnTo>
                  <a:pt x="328700" y="631264"/>
                </a:lnTo>
                <a:lnTo>
                  <a:pt x="82175" y="631264"/>
                </a:lnTo>
                <a:lnTo>
                  <a:pt x="82175" y="686158"/>
                </a:lnTo>
                <a:lnTo>
                  <a:pt x="328700" y="686158"/>
                </a:lnTo>
                <a:lnTo>
                  <a:pt x="328700" y="741065"/>
                </a:lnTo>
                <a:lnTo>
                  <a:pt x="136944" y="741065"/>
                </a:lnTo>
                <a:lnTo>
                  <a:pt x="136944" y="823392"/>
                </a:lnTo>
                <a:close/>
              </a:path>
              <a:path w="328930" h="823595">
                <a:moveTo>
                  <a:pt x="191742" y="150944"/>
                </a:moveTo>
                <a:lnTo>
                  <a:pt x="136958" y="150944"/>
                </a:lnTo>
                <a:lnTo>
                  <a:pt x="136958" y="96050"/>
                </a:lnTo>
                <a:lnTo>
                  <a:pt x="191742" y="96050"/>
                </a:lnTo>
                <a:lnTo>
                  <a:pt x="191742" y="150944"/>
                </a:lnTo>
                <a:close/>
              </a:path>
              <a:path w="328930" h="823595">
                <a:moveTo>
                  <a:pt x="328700" y="150944"/>
                </a:moveTo>
                <a:lnTo>
                  <a:pt x="246525" y="150944"/>
                </a:lnTo>
                <a:lnTo>
                  <a:pt x="246525" y="96050"/>
                </a:lnTo>
                <a:lnTo>
                  <a:pt x="328700" y="96050"/>
                </a:lnTo>
                <a:lnTo>
                  <a:pt x="328700" y="150944"/>
                </a:lnTo>
                <a:close/>
              </a:path>
              <a:path w="328930" h="823595">
                <a:moveTo>
                  <a:pt x="191742" y="247021"/>
                </a:moveTo>
                <a:lnTo>
                  <a:pt x="136958" y="247021"/>
                </a:lnTo>
                <a:lnTo>
                  <a:pt x="136958" y="192114"/>
                </a:lnTo>
                <a:lnTo>
                  <a:pt x="191742" y="192114"/>
                </a:lnTo>
                <a:lnTo>
                  <a:pt x="191742" y="247021"/>
                </a:lnTo>
                <a:close/>
              </a:path>
              <a:path w="328930" h="823595">
                <a:moveTo>
                  <a:pt x="328700" y="247021"/>
                </a:moveTo>
                <a:lnTo>
                  <a:pt x="246525" y="247021"/>
                </a:lnTo>
                <a:lnTo>
                  <a:pt x="246525" y="192114"/>
                </a:lnTo>
                <a:lnTo>
                  <a:pt x="328700" y="192114"/>
                </a:lnTo>
                <a:lnTo>
                  <a:pt x="328700" y="247021"/>
                </a:lnTo>
                <a:close/>
              </a:path>
              <a:path w="328930" h="823595">
                <a:moveTo>
                  <a:pt x="191742" y="356795"/>
                </a:moveTo>
                <a:lnTo>
                  <a:pt x="136958" y="356795"/>
                </a:lnTo>
                <a:lnTo>
                  <a:pt x="136958" y="301901"/>
                </a:lnTo>
                <a:lnTo>
                  <a:pt x="191742" y="301901"/>
                </a:lnTo>
                <a:lnTo>
                  <a:pt x="191742" y="356795"/>
                </a:lnTo>
                <a:close/>
              </a:path>
              <a:path w="328930" h="823595">
                <a:moveTo>
                  <a:pt x="328700" y="356795"/>
                </a:moveTo>
                <a:lnTo>
                  <a:pt x="246525" y="356795"/>
                </a:lnTo>
                <a:lnTo>
                  <a:pt x="246525" y="301901"/>
                </a:lnTo>
                <a:lnTo>
                  <a:pt x="328700" y="301901"/>
                </a:lnTo>
                <a:lnTo>
                  <a:pt x="328700" y="356795"/>
                </a:lnTo>
                <a:close/>
              </a:path>
              <a:path w="328930" h="823595">
                <a:moveTo>
                  <a:pt x="191742" y="466583"/>
                </a:moveTo>
                <a:lnTo>
                  <a:pt x="136958" y="466583"/>
                </a:lnTo>
                <a:lnTo>
                  <a:pt x="136958" y="411689"/>
                </a:lnTo>
                <a:lnTo>
                  <a:pt x="191742" y="411689"/>
                </a:lnTo>
                <a:lnTo>
                  <a:pt x="191742" y="466583"/>
                </a:lnTo>
                <a:close/>
              </a:path>
              <a:path w="328930" h="823595">
                <a:moveTo>
                  <a:pt x="328700" y="466583"/>
                </a:moveTo>
                <a:lnTo>
                  <a:pt x="246525" y="466583"/>
                </a:lnTo>
                <a:lnTo>
                  <a:pt x="246525" y="411689"/>
                </a:lnTo>
                <a:lnTo>
                  <a:pt x="328700" y="411689"/>
                </a:lnTo>
                <a:lnTo>
                  <a:pt x="328700" y="466583"/>
                </a:lnTo>
                <a:close/>
              </a:path>
              <a:path w="328930" h="823595">
                <a:moveTo>
                  <a:pt x="191742" y="576370"/>
                </a:moveTo>
                <a:lnTo>
                  <a:pt x="136958" y="576370"/>
                </a:lnTo>
                <a:lnTo>
                  <a:pt x="136958" y="521476"/>
                </a:lnTo>
                <a:lnTo>
                  <a:pt x="191742" y="521476"/>
                </a:lnTo>
                <a:lnTo>
                  <a:pt x="191742" y="576370"/>
                </a:lnTo>
                <a:close/>
              </a:path>
              <a:path w="328930" h="823595">
                <a:moveTo>
                  <a:pt x="328700" y="576370"/>
                </a:moveTo>
                <a:lnTo>
                  <a:pt x="246525" y="576370"/>
                </a:lnTo>
                <a:lnTo>
                  <a:pt x="246525" y="521476"/>
                </a:lnTo>
                <a:lnTo>
                  <a:pt x="328700" y="521476"/>
                </a:lnTo>
                <a:lnTo>
                  <a:pt x="328700" y="576370"/>
                </a:lnTo>
                <a:close/>
              </a:path>
              <a:path w="328930" h="823595">
                <a:moveTo>
                  <a:pt x="191742" y="686158"/>
                </a:moveTo>
                <a:lnTo>
                  <a:pt x="136958" y="686158"/>
                </a:lnTo>
                <a:lnTo>
                  <a:pt x="136958" y="631264"/>
                </a:lnTo>
                <a:lnTo>
                  <a:pt x="191742" y="631264"/>
                </a:lnTo>
                <a:lnTo>
                  <a:pt x="191742" y="686158"/>
                </a:lnTo>
                <a:close/>
              </a:path>
              <a:path w="328930" h="823595">
                <a:moveTo>
                  <a:pt x="328700" y="686158"/>
                </a:moveTo>
                <a:lnTo>
                  <a:pt x="246525" y="686158"/>
                </a:lnTo>
                <a:lnTo>
                  <a:pt x="246525" y="631264"/>
                </a:lnTo>
                <a:lnTo>
                  <a:pt x="328700" y="631264"/>
                </a:lnTo>
                <a:lnTo>
                  <a:pt x="328700" y="686158"/>
                </a:lnTo>
                <a:close/>
              </a:path>
              <a:path w="328930" h="823595">
                <a:moveTo>
                  <a:pt x="328700" y="823392"/>
                </a:moveTo>
                <a:lnTo>
                  <a:pt x="191742" y="823392"/>
                </a:lnTo>
                <a:lnTo>
                  <a:pt x="191742" y="741065"/>
                </a:lnTo>
                <a:lnTo>
                  <a:pt x="328700" y="741065"/>
                </a:lnTo>
                <a:lnTo>
                  <a:pt x="328700" y="823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1672" y="5548833"/>
            <a:ext cx="328930" cy="412115"/>
          </a:xfrm>
          <a:custGeom>
            <a:avLst/>
            <a:gdLst/>
            <a:ahLst/>
            <a:cxnLst/>
            <a:rect l="l" t="t" r="r" b="b"/>
            <a:pathLst>
              <a:path w="328930" h="412114">
                <a:moveTo>
                  <a:pt x="328676" y="0"/>
                </a:moveTo>
                <a:lnTo>
                  <a:pt x="246519" y="0"/>
                </a:lnTo>
                <a:lnTo>
                  <a:pt x="246519" y="82626"/>
                </a:lnTo>
                <a:lnTo>
                  <a:pt x="246519" y="137299"/>
                </a:lnTo>
                <a:lnTo>
                  <a:pt x="191719" y="137299"/>
                </a:lnTo>
                <a:lnTo>
                  <a:pt x="191719" y="82626"/>
                </a:lnTo>
                <a:lnTo>
                  <a:pt x="246519" y="82626"/>
                </a:lnTo>
                <a:lnTo>
                  <a:pt x="246519" y="0"/>
                </a:lnTo>
                <a:lnTo>
                  <a:pt x="136956" y="0"/>
                </a:lnTo>
                <a:lnTo>
                  <a:pt x="136956" y="82626"/>
                </a:lnTo>
                <a:lnTo>
                  <a:pt x="136956" y="137299"/>
                </a:lnTo>
                <a:lnTo>
                  <a:pt x="82156" y="137299"/>
                </a:lnTo>
                <a:lnTo>
                  <a:pt x="82156" y="82626"/>
                </a:lnTo>
                <a:lnTo>
                  <a:pt x="136956" y="82626"/>
                </a:lnTo>
                <a:lnTo>
                  <a:pt x="136956" y="0"/>
                </a:lnTo>
                <a:lnTo>
                  <a:pt x="0" y="0"/>
                </a:lnTo>
                <a:lnTo>
                  <a:pt x="0" y="82626"/>
                </a:lnTo>
                <a:lnTo>
                  <a:pt x="0" y="137299"/>
                </a:lnTo>
                <a:lnTo>
                  <a:pt x="0" y="191960"/>
                </a:lnTo>
                <a:lnTo>
                  <a:pt x="0" y="246621"/>
                </a:lnTo>
                <a:lnTo>
                  <a:pt x="0" y="302564"/>
                </a:lnTo>
                <a:lnTo>
                  <a:pt x="191719" y="302564"/>
                </a:lnTo>
                <a:lnTo>
                  <a:pt x="191719" y="411886"/>
                </a:lnTo>
                <a:lnTo>
                  <a:pt x="328676" y="411886"/>
                </a:lnTo>
                <a:lnTo>
                  <a:pt x="328676" y="302564"/>
                </a:lnTo>
                <a:lnTo>
                  <a:pt x="328676" y="247192"/>
                </a:lnTo>
                <a:lnTo>
                  <a:pt x="328676" y="246621"/>
                </a:lnTo>
                <a:lnTo>
                  <a:pt x="328676" y="192303"/>
                </a:lnTo>
                <a:lnTo>
                  <a:pt x="246519" y="192303"/>
                </a:lnTo>
                <a:lnTo>
                  <a:pt x="246519" y="246621"/>
                </a:lnTo>
                <a:lnTo>
                  <a:pt x="191719" y="246621"/>
                </a:lnTo>
                <a:lnTo>
                  <a:pt x="191719" y="192303"/>
                </a:lnTo>
                <a:lnTo>
                  <a:pt x="136956" y="192303"/>
                </a:lnTo>
                <a:lnTo>
                  <a:pt x="136956" y="246621"/>
                </a:lnTo>
                <a:lnTo>
                  <a:pt x="82156" y="246621"/>
                </a:lnTo>
                <a:lnTo>
                  <a:pt x="82156" y="191960"/>
                </a:lnTo>
                <a:lnTo>
                  <a:pt x="328676" y="191960"/>
                </a:lnTo>
                <a:lnTo>
                  <a:pt x="328676" y="137414"/>
                </a:lnTo>
                <a:lnTo>
                  <a:pt x="328676" y="82626"/>
                </a:lnTo>
                <a:lnTo>
                  <a:pt x="3286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20018" y="5905627"/>
            <a:ext cx="329565" cy="494665"/>
          </a:xfrm>
          <a:custGeom>
            <a:avLst/>
            <a:gdLst/>
            <a:ahLst/>
            <a:cxnLst/>
            <a:rect l="l" t="t" r="r" b="b"/>
            <a:pathLst>
              <a:path w="329564" h="494664">
                <a:moveTo>
                  <a:pt x="191960" y="192328"/>
                </a:moveTo>
                <a:lnTo>
                  <a:pt x="137121" y="192328"/>
                </a:lnTo>
                <a:lnTo>
                  <a:pt x="137121" y="247218"/>
                </a:lnTo>
                <a:lnTo>
                  <a:pt x="191960" y="247218"/>
                </a:lnTo>
                <a:lnTo>
                  <a:pt x="191960" y="192328"/>
                </a:lnTo>
                <a:close/>
              </a:path>
              <a:path w="329564" h="494664">
                <a:moveTo>
                  <a:pt x="329069" y="411911"/>
                </a:moveTo>
                <a:lnTo>
                  <a:pt x="191960" y="411911"/>
                </a:lnTo>
                <a:lnTo>
                  <a:pt x="191960" y="494245"/>
                </a:lnTo>
                <a:lnTo>
                  <a:pt x="329069" y="494245"/>
                </a:lnTo>
                <a:lnTo>
                  <a:pt x="329069" y="411911"/>
                </a:lnTo>
                <a:close/>
              </a:path>
              <a:path w="329564" h="494664">
                <a:moveTo>
                  <a:pt x="329069" y="192328"/>
                </a:moveTo>
                <a:lnTo>
                  <a:pt x="246799" y="192328"/>
                </a:lnTo>
                <a:lnTo>
                  <a:pt x="246799" y="247218"/>
                </a:lnTo>
                <a:lnTo>
                  <a:pt x="329069" y="247218"/>
                </a:lnTo>
                <a:lnTo>
                  <a:pt x="329069" y="192328"/>
                </a:lnTo>
                <a:close/>
              </a:path>
              <a:path w="329564" h="494664">
                <a:moveTo>
                  <a:pt x="329069" y="0"/>
                </a:moveTo>
                <a:lnTo>
                  <a:pt x="246799" y="0"/>
                </a:lnTo>
                <a:lnTo>
                  <a:pt x="246799" y="82588"/>
                </a:lnTo>
                <a:lnTo>
                  <a:pt x="246799" y="137210"/>
                </a:lnTo>
                <a:lnTo>
                  <a:pt x="191960" y="137210"/>
                </a:lnTo>
                <a:lnTo>
                  <a:pt x="191960" y="82588"/>
                </a:lnTo>
                <a:lnTo>
                  <a:pt x="246799" y="82588"/>
                </a:lnTo>
                <a:lnTo>
                  <a:pt x="246799" y="0"/>
                </a:lnTo>
                <a:lnTo>
                  <a:pt x="137121" y="0"/>
                </a:lnTo>
                <a:lnTo>
                  <a:pt x="137121" y="82588"/>
                </a:lnTo>
                <a:lnTo>
                  <a:pt x="137121" y="137210"/>
                </a:lnTo>
                <a:lnTo>
                  <a:pt x="82270" y="137210"/>
                </a:lnTo>
                <a:lnTo>
                  <a:pt x="82270" y="82588"/>
                </a:lnTo>
                <a:lnTo>
                  <a:pt x="137121" y="82588"/>
                </a:lnTo>
                <a:lnTo>
                  <a:pt x="137121" y="0"/>
                </a:lnTo>
                <a:lnTo>
                  <a:pt x="0" y="0"/>
                </a:lnTo>
                <a:lnTo>
                  <a:pt x="0" y="82588"/>
                </a:lnTo>
                <a:lnTo>
                  <a:pt x="0" y="137210"/>
                </a:lnTo>
                <a:lnTo>
                  <a:pt x="0" y="494245"/>
                </a:lnTo>
                <a:lnTo>
                  <a:pt x="137109" y="494245"/>
                </a:lnTo>
                <a:lnTo>
                  <a:pt x="137109" y="411657"/>
                </a:lnTo>
                <a:lnTo>
                  <a:pt x="329069" y="411657"/>
                </a:lnTo>
                <a:lnTo>
                  <a:pt x="329069" y="357022"/>
                </a:lnTo>
                <a:lnTo>
                  <a:pt x="82270" y="357022"/>
                </a:lnTo>
                <a:lnTo>
                  <a:pt x="82270" y="302387"/>
                </a:lnTo>
                <a:lnTo>
                  <a:pt x="137121" y="302387"/>
                </a:lnTo>
                <a:lnTo>
                  <a:pt x="137121" y="357009"/>
                </a:lnTo>
                <a:lnTo>
                  <a:pt x="191960" y="357009"/>
                </a:lnTo>
                <a:lnTo>
                  <a:pt x="191960" y="302387"/>
                </a:lnTo>
                <a:lnTo>
                  <a:pt x="246799" y="302387"/>
                </a:lnTo>
                <a:lnTo>
                  <a:pt x="246799" y="357009"/>
                </a:lnTo>
                <a:lnTo>
                  <a:pt x="329069" y="357009"/>
                </a:lnTo>
                <a:lnTo>
                  <a:pt x="329069" y="302387"/>
                </a:lnTo>
                <a:lnTo>
                  <a:pt x="329069" y="302107"/>
                </a:lnTo>
                <a:lnTo>
                  <a:pt x="329069" y="247751"/>
                </a:lnTo>
                <a:lnTo>
                  <a:pt x="82270" y="247751"/>
                </a:lnTo>
                <a:lnTo>
                  <a:pt x="82270" y="191846"/>
                </a:lnTo>
                <a:lnTo>
                  <a:pt x="329069" y="191846"/>
                </a:lnTo>
                <a:lnTo>
                  <a:pt x="329069" y="137426"/>
                </a:lnTo>
                <a:lnTo>
                  <a:pt x="329069" y="137210"/>
                </a:lnTo>
                <a:lnTo>
                  <a:pt x="329069" y="82588"/>
                </a:lnTo>
                <a:lnTo>
                  <a:pt x="329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03951" y="6016154"/>
            <a:ext cx="329565" cy="384175"/>
          </a:xfrm>
          <a:custGeom>
            <a:avLst/>
            <a:gdLst/>
            <a:ahLst/>
            <a:cxnLst/>
            <a:rect l="l" t="t" r="r" b="b"/>
            <a:pathLst>
              <a:path w="329564" h="384175">
                <a:moveTo>
                  <a:pt x="191947" y="81800"/>
                </a:moveTo>
                <a:lnTo>
                  <a:pt x="137096" y="81800"/>
                </a:lnTo>
                <a:lnTo>
                  <a:pt x="137096" y="136690"/>
                </a:lnTo>
                <a:lnTo>
                  <a:pt x="191947" y="136690"/>
                </a:lnTo>
                <a:lnTo>
                  <a:pt x="191947" y="81800"/>
                </a:lnTo>
                <a:close/>
              </a:path>
              <a:path w="329564" h="384175">
                <a:moveTo>
                  <a:pt x="329057" y="301383"/>
                </a:moveTo>
                <a:lnTo>
                  <a:pt x="191947" y="301383"/>
                </a:lnTo>
                <a:lnTo>
                  <a:pt x="191947" y="383717"/>
                </a:lnTo>
                <a:lnTo>
                  <a:pt x="329057" y="383717"/>
                </a:lnTo>
                <a:lnTo>
                  <a:pt x="329057" y="301383"/>
                </a:lnTo>
                <a:close/>
              </a:path>
              <a:path w="329564" h="384175">
                <a:moveTo>
                  <a:pt x="329057" y="81800"/>
                </a:moveTo>
                <a:lnTo>
                  <a:pt x="246811" y="81800"/>
                </a:lnTo>
                <a:lnTo>
                  <a:pt x="246811" y="136690"/>
                </a:lnTo>
                <a:lnTo>
                  <a:pt x="329057" y="136690"/>
                </a:lnTo>
                <a:lnTo>
                  <a:pt x="329057" y="81800"/>
                </a:lnTo>
                <a:close/>
              </a:path>
              <a:path w="329564" h="384175">
                <a:moveTo>
                  <a:pt x="329057" y="0"/>
                </a:moveTo>
                <a:lnTo>
                  <a:pt x="0" y="0"/>
                </a:lnTo>
                <a:lnTo>
                  <a:pt x="0" y="81318"/>
                </a:lnTo>
                <a:lnTo>
                  <a:pt x="0" y="137223"/>
                </a:lnTo>
                <a:lnTo>
                  <a:pt x="0" y="191858"/>
                </a:lnTo>
                <a:lnTo>
                  <a:pt x="0" y="246494"/>
                </a:lnTo>
                <a:lnTo>
                  <a:pt x="0" y="301129"/>
                </a:lnTo>
                <a:lnTo>
                  <a:pt x="0" y="383717"/>
                </a:lnTo>
                <a:lnTo>
                  <a:pt x="137096" y="383717"/>
                </a:lnTo>
                <a:lnTo>
                  <a:pt x="137096" y="301129"/>
                </a:lnTo>
                <a:lnTo>
                  <a:pt x="329057" y="301129"/>
                </a:lnTo>
                <a:lnTo>
                  <a:pt x="329057" y="246494"/>
                </a:lnTo>
                <a:lnTo>
                  <a:pt x="82257" y="246494"/>
                </a:lnTo>
                <a:lnTo>
                  <a:pt x="82257" y="191858"/>
                </a:lnTo>
                <a:lnTo>
                  <a:pt x="137096" y="191858"/>
                </a:lnTo>
                <a:lnTo>
                  <a:pt x="137096" y="246481"/>
                </a:lnTo>
                <a:lnTo>
                  <a:pt x="191947" y="246481"/>
                </a:lnTo>
                <a:lnTo>
                  <a:pt x="191947" y="191858"/>
                </a:lnTo>
                <a:lnTo>
                  <a:pt x="246811" y="191858"/>
                </a:lnTo>
                <a:lnTo>
                  <a:pt x="246811" y="246481"/>
                </a:lnTo>
                <a:lnTo>
                  <a:pt x="329057" y="246481"/>
                </a:lnTo>
                <a:lnTo>
                  <a:pt x="329057" y="191858"/>
                </a:lnTo>
                <a:lnTo>
                  <a:pt x="329057" y="191579"/>
                </a:lnTo>
                <a:lnTo>
                  <a:pt x="329057" y="137223"/>
                </a:lnTo>
                <a:lnTo>
                  <a:pt x="82257" y="137223"/>
                </a:lnTo>
                <a:lnTo>
                  <a:pt x="82257" y="81318"/>
                </a:lnTo>
                <a:lnTo>
                  <a:pt x="329057" y="81318"/>
                </a:lnTo>
                <a:lnTo>
                  <a:pt x="3290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87864" y="5576468"/>
            <a:ext cx="329565" cy="823594"/>
          </a:xfrm>
          <a:custGeom>
            <a:avLst/>
            <a:gdLst/>
            <a:ahLst/>
            <a:cxnLst/>
            <a:rect l="l" t="t" r="r" b="b"/>
            <a:pathLst>
              <a:path w="329564" h="823595">
                <a:moveTo>
                  <a:pt x="137115" y="823392"/>
                </a:moveTo>
                <a:lnTo>
                  <a:pt x="0" y="823392"/>
                </a:lnTo>
                <a:lnTo>
                  <a:pt x="0" y="0"/>
                </a:lnTo>
                <a:lnTo>
                  <a:pt x="329077" y="41156"/>
                </a:lnTo>
                <a:lnTo>
                  <a:pt x="329077" y="96050"/>
                </a:lnTo>
                <a:lnTo>
                  <a:pt x="82269" y="96050"/>
                </a:lnTo>
                <a:lnTo>
                  <a:pt x="82269" y="150944"/>
                </a:lnTo>
                <a:lnTo>
                  <a:pt x="329077" y="150944"/>
                </a:lnTo>
                <a:lnTo>
                  <a:pt x="329077" y="192114"/>
                </a:lnTo>
                <a:lnTo>
                  <a:pt x="82269" y="192114"/>
                </a:lnTo>
                <a:lnTo>
                  <a:pt x="82269" y="247021"/>
                </a:lnTo>
                <a:lnTo>
                  <a:pt x="329077" y="247021"/>
                </a:lnTo>
                <a:lnTo>
                  <a:pt x="329077" y="301901"/>
                </a:lnTo>
                <a:lnTo>
                  <a:pt x="82269" y="301901"/>
                </a:lnTo>
                <a:lnTo>
                  <a:pt x="82269" y="356795"/>
                </a:lnTo>
                <a:lnTo>
                  <a:pt x="329077" y="356795"/>
                </a:lnTo>
                <a:lnTo>
                  <a:pt x="329077" y="411689"/>
                </a:lnTo>
                <a:lnTo>
                  <a:pt x="82269" y="411689"/>
                </a:lnTo>
                <a:lnTo>
                  <a:pt x="82269" y="466583"/>
                </a:lnTo>
                <a:lnTo>
                  <a:pt x="329077" y="466583"/>
                </a:lnTo>
                <a:lnTo>
                  <a:pt x="329077" y="521476"/>
                </a:lnTo>
                <a:lnTo>
                  <a:pt x="82269" y="521476"/>
                </a:lnTo>
                <a:lnTo>
                  <a:pt x="82269" y="576370"/>
                </a:lnTo>
                <a:lnTo>
                  <a:pt x="329077" y="576370"/>
                </a:lnTo>
                <a:lnTo>
                  <a:pt x="329077" y="631264"/>
                </a:lnTo>
                <a:lnTo>
                  <a:pt x="82269" y="631264"/>
                </a:lnTo>
                <a:lnTo>
                  <a:pt x="82269" y="686158"/>
                </a:lnTo>
                <a:lnTo>
                  <a:pt x="329077" y="686158"/>
                </a:lnTo>
                <a:lnTo>
                  <a:pt x="329077" y="741065"/>
                </a:lnTo>
                <a:lnTo>
                  <a:pt x="137115" y="741065"/>
                </a:lnTo>
                <a:lnTo>
                  <a:pt x="137115" y="823392"/>
                </a:lnTo>
                <a:close/>
              </a:path>
              <a:path w="329564" h="823595">
                <a:moveTo>
                  <a:pt x="191961" y="150944"/>
                </a:moveTo>
                <a:lnTo>
                  <a:pt x="137115" y="150944"/>
                </a:lnTo>
                <a:lnTo>
                  <a:pt x="137115" y="96050"/>
                </a:lnTo>
                <a:lnTo>
                  <a:pt x="191961" y="96050"/>
                </a:lnTo>
                <a:lnTo>
                  <a:pt x="191961" y="150944"/>
                </a:lnTo>
                <a:close/>
              </a:path>
              <a:path w="329564" h="823595">
                <a:moveTo>
                  <a:pt x="329077" y="150944"/>
                </a:moveTo>
                <a:lnTo>
                  <a:pt x="246808" y="150944"/>
                </a:lnTo>
                <a:lnTo>
                  <a:pt x="246808" y="96050"/>
                </a:lnTo>
                <a:lnTo>
                  <a:pt x="329077" y="96050"/>
                </a:lnTo>
                <a:lnTo>
                  <a:pt x="329077" y="150944"/>
                </a:lnTo>
                <a:close/>
              </a:path>
              <a:path w="329564" h="823595">
                <a:moveTo>
                  <a:pt x="191961" y="247021"/>
                </a:moveTo>
                <a:lnTo>
                  <a:pt x="137115" y="247021"/>
                </a:lnTo>
                <a:lnTo>
                  <a:pt x="137115" y="192114"/>
                </a:lnTo>
                <a:lnTo>
                  <a:pt x="191961" y="192114"/>
                </a:lnTo>
                <a:lnTo>
                  <a:pt x="191961" y="247021"/>
                </a:lnTo>
                <a:close/>
              </a:path>
              <a:path w="329564" h="823595">
                <a:moveTo>
                  <a:pt x="329077" y="247021"/>
                </a:moveTo>
                <a:lnTo>
                  <a:pt x="246808" y="247021"/>
                </a:lnTo>
                <a:lnTo>
                  <a:pt x="246808" y="192114"/>
                </a:lnTo>
                <a:lnTo>
                  <a:pt x="329077" y="192114"/>
                </a:lnTo>
                <a:lnTo>
                  <a:pt x="329077" y="247021"/>
                </a:lnTo>
                <a:close/>
              </a:path>
              <a:path w="329564" h="823595">
                <a:moveTo>
                  <a:pt x="191961" y="356795"/>
                </a:moveTo>
                <a:lnTo>
                  <a:pt x="137115" y="356795"/>
                </a:lnTo>
                <a:lnTo>
                  <a:pt x="137115" y="301901"/>
                </a:lnTo>
                <a:lnTo>
                  <a:pt x="191961" y="301901"/>
                </a:lnTo>
                <a:lnTo>
                  <a:pt x="191961" y="356795"/>
                </a:lnTo>
                <a:close/>
              </a:path>
              <a:path w="329564" h="823595">
                <a:moveTo>
                  <a:pt x="329077" y="356795"/>
                </a:moveTo>
                <a:lnTo>
                  <a:pt x="246808" y="356795"/>
                </a:lnTo>
                <a:lnTo>
                  <a:pt x="246808" y="301901"/>
                </a:lnTo>
                <a:lnTo>
                  <a:pt x="329077" y="301901"/>
                </a:lnTo>
                <a:lnTo>
                  <a:pt x="329077" y="356795"/>
                </a:lnTo>
                <a:close/>
              </a:path>
              <a:path w="329564" h="823595">
                <a:moveTo>
                  <a:pt x="191961" y="466583"/>
                </a:moveTo>
                <a:lnTo>
                  <a:pt x="137115" y="466583"/>
                </a:lnTo>
                <a:lnTo>
                  <a:pt x="137115" y="411689"/>
                </a:lnTo>
                <a:lnTo>
                  <a:pt x="191961" y="411689"/>
                </a:lnTo>
                <a:lnTo>
                  <a:pt x="191961" y="466583"/>
                </a:lnTo>
                <a:close/>
              </a:path>
              <a:path w="329564" h="823595">
                <a:moveTo>
                  <a:pt x="329077" y="466583"/>
                </a:moveTo>
                <a:lnTo>
                  <a:pt x="246808" y="466583"/>
                </a:lnTo>
                <a:lnTo>
                  <a:pt x="246808" y="411689"/>
                </a:lnTo>
                <a:lnTo>
                  <a:pt x="329077" y="411689"/>
                </a:lnTo>
                <a:lnTo>
                  <a:pt x="329077" y="466583"/>
                </a:lnTo>
                <a:close/>
              </a:path>
              <a:path w="329564" h="823595">
                <a:moveTo>
                  <a:pt x="191961" y="576370"/>
                </a:moveTo>
                <a:lnTo>
                  <a:pt x="137115" y="576370"/>
                </a:lnTo>
                <a:lnTo>
                  <a:pt x="137115" y="521476"/>
                </a:lnTo>
                <a:lnTo>
                  <a:pt x="191961" y="521476"/>
                </a:lnTo>
                <a:lnTo>
                  <a:pt x="191961" y="576370"/>
                </a:lnTo>
                <a:close/>
              </a:path>
              <a:path w="329564" h="823595">
                <a:moveTo>
                  <a:pt x="329077" y="576370"/>
                </a:moveTo>
                <a:lnTo>
                  <a:pt x="246808" y="576370"/>
                </a:lnTo>
                <a:lnTo>
                  <a:pt x="246808" y="521476"/>
                </a:lnTo>
                <a:lnTo>
                  <a:pt x="329077" y="521476"/>
                </a:lnTo>
                <a:lnTo>
                  <a:pt x="329077" y="576370"/>
                </a:lnTo>
                <a:close/>
              </a:path>
              <a:path w="329564" h="823595">
                <a:moveTo>
                  <a:pt x="191961" y="686158"/>
                </a:moveTo>
                <a:lnTo>
                  <a:pt x="137115" y="686158"/>
                </a:lnTo>
                <a:lnTo>
                  <a:pt x="137115" y="631264"/>
                </a:lnTo>
                <a:lnTo>
                  <a:pt x="191961" y="631264"/>
                </a:lnTo>
                <a:lnTo>
                  <a:pt x="191961" y="686158"/>
                </a:lnTo>
                <a:close/>
              </a:path>
              <a:path w="329564" h="823595">
                <a:moveTo>
                  <a:pt x="329077" y="686158"/>
                </a:moveTo>
                <a:lnTo>
                  <a:pt x="246808" y="686158"/>
                </a:lnTo>
                <a:lnTo>
                  <a:pt x="246808" y="631264"/>
                </a:lnTo>
                <a:lnTo>
                  <a:pt x="329077" y="631264"/>
                </a:lnTo>
                <a:lnTo>
                  <a:pt x="329077" y="686158"/>
                </a:lnTo>
                <a:close/>
              </a:path>
              <a:path w="329564" h="823595">
                <a:moveTo>
                  <a:pt x="329077" y="823392"/>
                </a:moveTo>
                <a:lnTo>
                  <a:pt x="191961" y="823392"/>
                </a:lnTo>
                <a:lnTo>
                  <a:pt x="191961" y="741065"/>
                </a:lnTo>
                <a:lnTo>
                  <a:pt x="329077" y="741065"/>
                </a:lnTo>
                <a:lnTo>
                  <a:pt x="329077" y="823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11978" y="5549061"/>
            <a:ext cx="329565" cy="412115"/>
          </a:xfrm>
          <a:custGeom>
            <a:avLst/>
            <a:gdLst/>
            <a:ahLst/>
            <a:cxnLst/>
            <a:rect l="l" t="t" r="r" b="b"/>
            <a:pathLst>
              <a:path w="329564" h="412114">
                <a:moveTo>
                  <a:pt x="329082" y="0"/>
                </a:moveTo>
                <a:lnTo>
                  <a:pt x="0" y="0"/>
                </a:lnTo>
                <a:lnTo>
                  <a:pt x="0" y="82588"/>
                </a:lnTo>
                <a:lnTo>
                  <a:pt x="0" y="137223"/>
                </a:lnTo>
                <a:lnTo>
                  <a:pt x="0" y="191858"/>
                </a:lnTo>
                <a:lnTo>
                  <a:pt x="0" y="246494"/>
                </a:lnTo>
                <a:lnTo>
                  <a:pt x="0" y="302399"/>
                </a:lnTo>
                <a:lnTo>
                  <a:pt x="191960" y="302399"/>
                </a:lnTo>
                <a:lnTo>
                  <a:pt x="191960" y="411657"/>
                </a:lnTo>
                <a:lnTo>
                  <a:pt x="329082" y="411657"/>
                </a:lnTo>
                <a:lnTo>
                  <a:pt x="329082" y="302399"/>
                </a:lnTo>
                <a:lnTo>
                  <a:pt x="329082" y="246964"/>
                </a:lnTo>
                <a:lnTo>
                  <a:pt x="329082" y="246494"/>
                </a:lnTo>
                <a:lnTo>
                  <a:pt x="329082" y="192074"/>
                </a:lnTo>
                <a:lnTo>
                  <a:pt x="246811" y="192074"/>
                </a:lnTo>
                <a:lnTo>
                  <a:pt x="246811" y="246494"/>
                </a:lnTo>
                <a:lnTo>
                  <a:pt x="191960" y="246494"/>
                </a:lnTo>
                <a:lnTo>
                  <a:pt x="191960" y="192074"/>
                </a:lnTo>
                <a:lnTo>
                  <a:pt x="137121" y="192074"/>
                </a:lnTo>
                <a:lnTo>
                  <a:pt x="137121" y="246494"/>
                </a:lnTo>
                <a:lnTo>
                  <a:pt x="82270" y="246494"/>
                </a:lnTo>
                <a:lnTo>
                  <a:pt x="82270" y="191858"/>
                </a:lnTo>
                <a:lnTo>
                  <a:pt x="329082" y="191858"/>
                </a:lnTo>
                <a:lnTo>
                  <a:pt x="329082" y="137223"/>
                </a:lnTo>
                <a:lnTo>
                  <a:pt x="82270" y="137223"/>
                </a:lnTo>
                <a:lnTo>
                  <a:pt x="82270" y="82588"/>
                </a:lnTo>
                <a:lnTo>
                  <a:pt x="137121" y="82588"/>
                </a:lnTo>
                <a:lnTo>
                  <a:pt x="137121" y="137185"/>
                </a:lnTo>
                <a:lnTo>
                  <a:pt x="191960" y="137185"/>
                </a:lnTo>
                <a:lnTo>
                  <a:pt x="191960" y="82588"/>
                </a:lnTo>
                <a:lnTo>
                  <a:pt x="246811" y="82588"/>
                </a:lnTo>
                <a:lnTo>
                  <a:pt x="246811" y="137185"/>
                </a:lnTo>
                <a:lnTo>
                  <a:pt x="329082" y="137185"/>
                </a:lnTo>
                <a:lnTo>
                  <a:pt x="329082" y="82588"/>
                </a:lnTo>
                <a:lnTo>
                  <a:pt x="329082" y="82283"/>
                </a:lnTo>
                <a:lnTo>
                  <a:pt x="329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907600" y="6060532"/>
            <a:ext cx="828675" cy="414655"/>
            <a:chOff x="1907600" y="6060532"/>
            <a:chExt cx="828675" cy="41465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0556" y="6324324"/>
              <a:ext cx="150607" cy="1507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2378" y="6324324"/>
              <a:ext cx="150607" cy="15073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07600" y="6060532"/>
              <a:ext cx="828675" cy="339725"/>
            </a:xfrm>
            <a:custGeom>
              <a:avLst/>
              <a:gdLst/>
              <a:ahLst/>
              <a:cxnLst/>
              <a:rect l="l" t="t" r="r" b="b"/>
              <a:pathLst>
                <a:path w="828675" h="339725">
                  <a:moveTo>
                    <a:pt x="84716" y="339160"/>
                  </a:moveTo>
                  <a:lnTo>
                    <a:pt x="75303" y="339160"/>
                  </a:lnTo>
                  <a:lnTo>
                    <a:pt x="46064" y="333213"/>
                  </a:lnTo>
                  <a:lnTo>
                    <a:pt x="22120" y="317020"/>
                  </a:lnTo>
                  <a:lnTo>
                    <a:pt x="5941" y="293055"/>
                  </a:lnTo>
                  <a:lnTo>
                    <a:pt x="0" y="263791"/>
                  </a:lnTo>
                  <a:lnTo>
                    <a:pt x="0" y="166753"/>
                  </a:lnTo>
                  <a:lnTo>
                    <a:pt x="128016" y="21668"/>
                  </a:lnTo>
                  <a:lnTo>
                    <a:pt x="166933" y="1398"/>
                  </a:lnTo>
                  <a:lnTo>
                    <a:pt x="181670" y="0"/>
                  </a:lnTo>
                  <a:lnTo>
                    <a:pt x="457470" y="0"/>
                  </a:lnTo>
                  <a:lnTo>
                    <a:pt x="499696" y="12321"/>
                  </a:lnTo>
                  <a:lnTo>
                    <a:pt x="527254" y="37684"/>
                  </a:lnTo>
                  <a:lnTo>
                    <a:pt x="181670" y="37684"/>
                  </a:lnTo>
                  <a:lnTo>
                    <a:pt x="174639" y="38391"/>
                  </a:lnTo>
                  <a:lnTo>
                    <a:pt x="167786" y="40510"/>
                  </a:lnTo>
                  <a:lnTo>
                    <a:pt x="161285" y="44043"/>
                  </a:lnTo>
                  <a:lnTo>
                    <a:pt x="155313" y="48989"/>
                  </a:lnTo>
                  <a:lnTo>
                    <a:pt x="53653" y="150738"/>
                  </a:lnTo>
                  <a:lnTo>
                    <a:pt x="734211" y="150738"/>
                  </a:lnTo>
                  <a:lnTo>
                    <a:pt x="770760" y="158171"/>
                  </a:lnTo>
                  <a:lnTo>
                    <a:pt x="800690" y="178412"/>
                  </a:lnTo>
                  <a:lnTo>
                    <a:pt x="820913" y="208368"/>
                  </a:lnTo>
                  <a:lnTo>
                    <a:pt x="826428" y="235528"/>
                  </a:lnTo>
                  <a:lnTo>
                    <a:pt x="188259" y="235528"/>
                  </a:lnTo>
                  <a:lnTo>
                    <a:pt x="147857" y="243639"/>
                  </a:lnTo>
                  <a:lnTo>
                    <a:pt x="114955" y="265793"/>
                  </a:lnTo>
                  <a:lnTo>
                    <a:pt x="92820" y="298723"/>
                  </a:lnTo>
                  <a:lnTo>
                    <a:pt x="84716" y="339160"/>
                  </a:lnTo>
                  <a:close/>
                </a:path>
                <a:path w="828675" h="339725">
                  <a:moveTo>
                    <a:pt x="329453" y="150738"/>
                  </a:moveTo>
                  <a:lnTo>
                    <a:pt x="291802" y="150738"/>
                  </a:lnTo>
                  <a:lnTo>
                    <a:pt x="291802" y="37684"/>
                  </a:lnTo>
                  <a:lnTo>
                    <a:pt x="329453" y="37684"/>
                  </a:lnTo>
                  <a:lnTo>
                    <a:pt x="329453" y="150738"/>
                  </a:lnTo>
                  <a:close/>
                </a:path>
                <a:path w="828675" h="339725">
                  <a:moveTo>
                    <a:pt x="656083" y="150738"/>
                  </a:moveTo>
                  <a:lnTo>
                    <a:pt x="586427" y="150738"/>
                  </a:lnTo>
                  <a:lnTo>
                    <a:pt x="484767" y="48989"/>
                  </a:lnTo>
                  <a:lnTo>
                    <a:pt x="479325" y="44043"/>
                  </a:lnTo>
                  <a:lnTo>
                    <a:pt x="473001" y="40510"/>
                  </a:lnTo>
                  <a:lnTo>
                    <a:pt x="465971" y="38391"/>
                  </a:lnTo>
                  <a:lnTo>
                    <a:pt x="458411" y="37684"/>
                  </a:lnTo>
                  <a:lnTo>
                    <a:pt x="527254" y="37684"/>
                  </a:lnTo>
                  <a:lnTo>
                    <a:pt x="629727" y="139432"/>
                  </a:lnTo>
                  <a:lnTo>
                    <a:pt x="635169" y="144378"/>
                  </a:lnTo>
                  <a:lnTo>
                    <a:pt x="641493" y="147911"/>
                  </a:lnTo>
                  <a:lnTo>
                    <a:pt x="648524" y="150031"/>
                  </a:lnTo>
                  <a:lnTo>
                    <a:pt x="656083" y="150738"/>
                  </a:lnTo>
                  <a:close/>
                </a:path>
                <a:path w="828675" h="339725">
                  <a:moveTo>
                    <a:pt x="536539" y="339160"/>
                  </a:moveTo>
                  <a:lnTo>
                    <a:pt x="291802" y="339160"/>
                  </a:lnTo>
                  <a:lnTo>
                    <a:pt x="283698" y="298723"/>
                  </a:lnTo>
                  <a:lnTo>
                    <a:pt x="261562" y="265793"/>
                  </a:lnTo>
                  <a:lnTo>
                    <a:pt x="228661" y="243639"/>
                  </a:lnTo>
                  <a:lnTo>
                    <a:pt x="188259" y="235528"/>
                  </a:lnTo>
                  <a:lnTo>
                    <a:pt x="640081" y="235528"/>
                  </a:lnTo>
                  <a:lnTo>
                    <a:pt x="599679" y="243639"/>
                  </a:lnTo>
                  <a:lnTo>
                    <a:pt x="566778" y="265793"/>
                  </a:lnTo>
                  <a:lnTo>
                    <a:pt x="544643" y="298723"/>
                  </a:lnTo>
                  <a:lnTo>
                    <a:pt x="536539" y="339160"/>
                  </a:lnTo>
                  <a:close/>
                </a:path>
                <a:path w="828675" h="339725">
                  <a:moveTo>
                    <a:pt x="790689" y="339160"/>
                  </a:moveTo>
                  <a:lnTo>
                    <a:pt x="743624" y="339160"/>
                  </a:lnTo>
                  <a:lnTo>
                    <a:pt x="735520" y="298723"/>
                  </a:lnTo>
                  <a:lnTo>
                    <a:pt x="713385" y="265793"/>
                  </a:lnTo>
                  <a:lnTo>
                    <a:pt x="680484" y="243639"/>
                  </a:lnTo>
                  <a:lnTo>
                    <a:pt x="640081" y="235528"/>
                  </a:lnTo>
                  <a:lnTo>
                    <a:pt x="826428" y="235528"/>
                  </a:lnTo>
                  <a:lnTo>
                    <a:pt x="828341" y="244949"/>
                  </a:lnTo>
                  <a:lnTo>
                    <a:pt x="828341" y="301476"/>
                  </a:lnTo>
                  <a:lnTo>
                    <a:pt x="825370" y="316108"/>
                  </a:lnTo>
                  <a:lnTo>
                    <a:pt x="817280" y="328090"/>
                  </a:lnTo>
                  <a:lnTo>
                    <a:pt x="805308" y="336186"/>
                  </a:lnTo>
                  <a:lnTo>
                    <a:pt x="790689" y="339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94917" y="5504501"/>
            <a:ext cx="960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70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km/h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09243" y="5901246"/>
            <a:ext cx="1135380" cy="117475"/>
            <a:chOff x="3809243" y="5901246"/>
            <a:chExt cx="1135380" cy="117475"/>
          </a:xfrm>
        </p:grpSpPr>
        <p:sp>
          <p:nvSpPr>
            <p:cNvPr id="33" name="object 33"/>
            <p:cNvSpPr/>
            <p:nvPr/>
          </p:nvSpPr>
          <p:spPr>
            <a:xfrm>
              <a:off x="3904487" y="5958348"/>
              <a:ext cx="944880" cy="3175"/>
            </a:xfrm>
            <a:custGeom>
              <a:avLst/>
              <a:gdLst/>
              <a:ahLst/>
              <a:cxnLst/>
              <a:rect l="l" t="t" r="r" b="b"/>
              <a:pathLst>
                <a:path w="944879" h="3175">
                  <a:moveTo>
                    <a:pt x="0" y="0"/>
                  </a:moveTo>
                  <a:lnTo>
                    <a:pt x="944753" y="2679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09238" y="5901258"/>
              <a:ext cx="1135380" cy="117475"/>
            </a:xfrm>
            <a:custGeom>
              <a:avLst/>
              <a:gdLst/>
              <a:ahLst/>
              <a:cxnLst/>
              <a:rect l="l" t="t" r="r" b="b"/>
              <a:pathLst>
                <a:path w="1135379" h="117475">
                  <a:moveTo>
                    <a:pt x="114452" y="0"/>
                  </a:moveTo>
                  <a:lnTo>
                    <a:pt x="0" y="56832"/>
                  </a:lnTo>
                  <a:lnTo>
                    <a:pt x="114134" y="114300"/>
                  </a:lnTo>
                  <a:lnTo>
                    <a:pt x="114452" y="0"/>
                  </a:lnTo>
                  <a:close/>
                </a:path>
                <a:path w="1135379" h="117475">
                  <a:moveTo>
                    <a:pt x="1135253" y="60045"/>
                  </a:moveTo>
                  <a:lnTo>
                    <a:pt x="1021118" y="2565"/>
                  </a:lnTo>
                  <a:lnTo>
                    <a:pt x="1020787" y="116865"/>
                  </a:lnTo>
                  <a:lnTo>
                    <a:pt x="1135253" y="6004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799084" y="5900922"/>
            <a:ext cx="1955800" cy="114935"/>
            <a:chOff x="1799084" y="5900922"/>
            <a:chExt cx="1955800" cy="114935"/>
          </a:xfrm>
        </p:grpSpPr>
        <p:sp>
          <p:nvSpPr>
            <p:cNvPr id="36" name="object 36"/>
            <p:cNvSpPr/>
            <p:nvPr/>
          </p:nvSpPr>
          <p:spPr>
            <a:xfrm>
              <a:off x="1894332" y="5958077"/>
              <a:ext cx="521334" cy="0"/>
            </a:xfrm>
            <a:custGeom>
              <a:avLst/>
              <a:gdLst/>
              <a:ahLst/>
              <a:cxnLst/>
              <a:rect l="l" t="t" r="r" b="b"/>
              <a:pathLst>
                <a:path w="521335">
                  <a:moveTo>
                    <a:pt x="0" y="0"/>
                  </a:moveTo>
                  <a:lnTo>
                    <a:pt x="521208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99082" y="5900940"/>
              <a:ext cx="711835" cy="114300"/>
            </a:xfrm>
            <a:custGeom>
              <a:avLst/>
              <a:gdLst/>
              <a:ahLst/>
              <a:cxnLst/>
              <a:rect l="l" t="t" r="r" b="b"/>
              <a:pathLst>
                <a:path w="71183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711835" h="114300">
                  <a:moveTo>
                    <a:pt x="711708" y="57150"/>
                  </a:moveTo>
                  <a:lnTo>
                    <a:pt x="597408" y="0"/>
                  </a:lnTo>
                  <a:lnTo>
                    <a:pt x="597408" y="114300"/>
                  </a:lnTo>
                  <a:lnTo>
                    <a:pt x="711708" y="571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50236" y="5958077"/>
              <a:ext cx="1009650" cy="0"/>
            </a:xfrm>
            <a:custGeom>
              <a:avLst/>
              <a:gdLst/>
              <a:ahLst/>
              <a:cxnLst/>
              <a:rect l="l" t="t" r="r" b="b"/>
              <a:pathLst>
                <a:path w="1009650">
                  <a:moveTo>
                    <a:pt x="0" y="0"/>
                  </a:moveTo>
                  <a:lnTo>
                    <a:pt x="1009357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54986" y="5900927"/>
              <a:ext cx="1200150" cy="114300"/>
            </a:xfrm>
            <a:custGeom>
              <a:avLst/>
              <a:gdLst/>
              <a:ahLst/>
              <a:cxnLst/>
              <a:rect l="l" t="t" r="r" b="b"/>
              <a:pathLst>
                <a:path w="120015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200150" h="114300">
                  <a:moveTo>
                    <a:pt x="1199857" y="57150"/>
                  </a:moveTo>
                  <a:lnTo>
                    <a:pt x="1085557" y="0"/>
                  </a:lnTo>
                  <a:lnTo>
                    <a:pt x="1085557" y="114300"/>
                  </a:lnTo>
                  <a:lnTo>
                    <a:pt x="1199857" y="571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807806" y="5495173"/>
            <a:ext cx="19519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b="1" baseline="1984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3000" b="1" baseline="2777" dirty="0">
                <a:solidFill>
                  <a:srgbClr val="FF0000"/>
                </a:solidFill>
                <a:latin typeface="Calibri"/>
                <a:cs typeface="Calibri"/>
              </a:rPr>
              <a:t>km/h</a:t>
            </a:r>
            <a:r>
              <a:rPr sz="3000" b="1" spc="-75" baseline="27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km/h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10072" y="5746817"/>
            <a:ext cx="2599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58390" algn="l"/>
              </a:tabLst>
            </a:pP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Average</a:t>
            </a:r>
            <a:r>
              <a:rPr sz="28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speed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081554" y="6018597"/>
            <a:ext cx="2575560" cy="20320"/>
          </a:xfrm>
          <a:custGeom>
            <a:avLst/>
            <a:gdLst/>
            <a:ahLst/>
            <a:cxnLst/>
            <a:rect l="l" t="t" r="r" b="b"/>
            <a:pathLst>
              <a:path w="2575559" h="20320">
                <a:moveTo>
                  <a:pt x="2575560" y="0"/>
                </a:moveTo>
                <a:lnTo>
                  <a:pt x="0" y="0"/>
                </a:lnTo>
                <a:lnTo>
                  <a:pt x="0" y="19811"/>
                </a:lnTo>
                <a:lnTo>
                  <a:pt x="2575560" y="19811"/>
                </a:lnTo>
                <a:lnTo>
                  <a:pt x="25755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068854" y="5566985"/>
            <a:ext cx="259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0" dirty="0">
                <a:solidFill>
                  <a:srgbClr val="FF0000"/>
                </a:solidFill>
                <a:latin typeface="Cambria Math"/>
                <a:cs typeface="Cambria Math"/>
              </a:rPr>
              <a:t>𝐽𝑜𝑢𝑟𝑛𝑒𝑦</a:t>
            </a:r>
            <a:r>
              <a:rPr sz="2400" spc="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105" dirty="0">
                <a:solidFill>
                  <a:srgbClr val="FF0000"/>
                </a:solidFill>
                <a:latin typeface="Cambria Math"/>
                <a:cs typeface="Cambria Math"/>
              </a:rPr>
              <a:t>𝑑𝑖𝑠𝑡𝑎𝑛𝑐𝑒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338603" y="6001325"/>
            <a:ext cx="1991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0" dirty="0">
                <a:solidFill>
                  <a:srgbClr val="FF0000"/>
                </a:solidFill>
                <a:latin typeface="Cambria Math"/>
                <a:cs typeface="Cambria Math"/>
              </a:rPr>
              <a:t>𝐽𝑜𝑢𝑟𝑛𝑒𝑦</a:t>
            </a:r>
            <a:r>
              <a:rPr sz="2400" spc="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95" dirty="0">
                <a:solidFill>
                  <a:srgbClr val="FF0000"/>
                </a:solidFill>
                <a:latin typeface="Cambria Math"/>
                <a:cs typeface="Cambria Math"/>
              </a:rPr>
              <a:t>𝑡𝑖𝑚𝑒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542193" y="2564645"/>
            <a:ext cx="2231390" cy="24765"/>
          </a:xfrm>
          <a:custGeom>
            <a:avLst/>
            <a:gdLst/>
            <a:ahLst/>
            <a:cxnLst/>
            <a:rect l="l" t="t" r="r" b="b"/>
            <a:pathLst>
              <a:path w="2231390" h="24764">
                <a:moveTo>
                  <a:pt x="2231136" y="0"/>
                </a:moveTo>
                <a:lnTo>
                  <a:pt x="0" y="0"/>
                </a:lnTo>
                <a:lnTo>
                  <a:pt x="0" y="24384"/>
                </a:lnTo>
                <a:lnTo>
                  <a:pt x="2231136" y="24384"/>
                </a:lnTo>
                <a:lnTo>
                  <a:pt x="22311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48725" y="1398761"/>
            <a:ext cx="4277360" cy="1707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Previously,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was:</a:t>
            </a:r>
            <a:endParaRPr sz="2400">
              <a:latin typeface="Calibri"/>
              <a:cs typeface="Calibri"/>
            </a:endParaRPr>
          </a:p>
          <a:p>
            <a:pPr marL="2199640">
              <a:lnSpc>
                <a:spcPts val="2700"/>
              </a:lnSpc>
              <a:spcBef>
                <a:spcPts val="2345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  <a:p>
            <a:pPr marL="63500">
              <a:lnSpc>
                <a:spcPts val="221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>
              <a:latin typeface="Cambria Math"/>
              <a:cs typeface="Cambria Math"/>
            </a:endParaRPr>
          </a:p>
          <a:p>
            <a:pPr marL="2092960">
              <a:lnSpc>
                <a:spcPts val="3110"/>
              </a:lnSpc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034939" y="2500615"/>
            <a:ext cx="2018030" cy="24765"/>
          </a:xfrm>
          <a:custGeom>
            <a:avLst/>
            <a:gdLst/>
            <a:ahLst/>
            <a:cxnLst/>
            <a:rect l="l" t="t" r="r" b="b"/>
            <a:pathLst>
              <a:path w="2018029" h="24764">
                <a:moveTo>
                  <a:pt x="2017776" y="0"/>
                </a:moveTo>
                <a:lnTo>
                  <a:pt x="0" y="0"/>
                </a:lnTo>
                <a:lnTo>
                  <a:pt x="0" y="24384"/>
                </a:lnTo>
                <a:lnTo>
                  <a:pt x="2017776" y="24384"/>
                </a:lnTo>
                <a:lnTo>
                  <a:pt x="20177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742169" y="3303273"/>
            <a:ext cx="2181225" cy="599440"/>
          </a:xfrm>
          <a:custGeom>
            <a:avLst/>
            <a:gdLst/>
            <a:ahLst/>
            <a:cxnLst/>
            <a:rect l="l" t="t" r="r" b="b"/>
            <a:pathLst>
              <a:path w="2181225" h="599439">
                <a:moveTo>
                  <a:pt x="0" y="131965"/>
                </a:moveTo>
                <a:lnTo>
                  <a:pt x="6727" y="90253"/>
                </a:lnTo>
                <a:lnTo>
                  <a:pt x="25460" y="54027"/>
                </a:lnTo>
                <a:lnTo>
                  <a:pt x="54027" y="25460"/>
                </a:lnTo>
                <a:lnTo>
                  <a:pt x="90253" y="6727"/>
                </a:lnTo>
                <a:lnTo>
                  <a:pt x="131965" y="0"/>
                </a:lnTo>
                <a:lnTo>
                  <a:pt x="2048878" y="0"/>
                </a:lnTo>
                <a:lnTo>
                  <a:pt x="2090590" y="6727"/>
                </a:lnTo>
                <a:lnTo>
                  <a:pt x="2126816" y="25460"/>
                </a:lnTo>
                <a:lnTo>
                  <a:pt x="2155383" y="54027"/>
                </a:lnTo>
                <a:lnTo>
                  <a:pt x="2174116" y="90253"/>
                </a:lnTo>
                <a:lnTo>
                  <a:pt x="2180844" y="131965"/>
                </a:lnTo>
                <a:lnTo>
                  <a:pt x="2180844" y="466953"/>
                </a:lnTo>
                <a:lnTo>
                  <a:pt x="2174116" y="508667"/>
                </a:lnTo>
                <a:lnTo>
                  <a:pt x="2155383" y="544896"/>
                </a:lnTo>
                <a:lnTo>
                  <a:pt x="2126816" y="573466"/>
                </a:lnTo>
                <a:lnTo>
                  <a:pt x="2090590" y="592203"/>
                </a:lnTo>
                <a:lnTo>
                  <a:pt x="2048878" y="598932"/>
                </a:lnTo>
                <a:lnTo>
                  <a:pt x="131965" y="598932"/>
                </a:lnTo>
                <a:lnTo>
                  <a:pt x="90253" y="592203"/>
                </a:lnTo>
                <a:lnTo>
                  <a:pt x="54027" y="573466"/>
                </a:lnTo>
                <a:lnTo>
                  <a:pt x="25460" y="544896"/>
                </a:lnTo>
                <a:lnTo>
                  <a:pt x="6727" y="508667"/>
                </a:lnTo>
                <a:lnTo>
                  <a:pt x="0" y="466953"/>
                </a:lnTo>
                <a:lnTo>
                  <a:pt x="0" y="1319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907185" y="1220187"/>
            <a:ext cx="5913120" cy="3745229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R="3792854" algn="ctr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Real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  <a:p>
            <a:pPr marL="344805" algn="ctr">
              <a:lnSpc>
                <a:spcPts val="2700"/>
              </a:lnSpc>
              <a:spcBef>
                <a:spcPts val="1805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  <a:p>
            <a:pPr marR="3785235" algn="ctr">
              <a:lnSpc>
                <a:spcPts val="221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>
              <a:latin typeface="Cambria Math"/>
              <a:cs typeface="Cambria Math"/>
            </a:endParaRPr>
          </a:p>
          <a:p>
            <a:pPr marL="261620" algn="ctr">
              <a:lnSpc>
                <a:spcPts val="3110"/>
              </a:lnSpc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𝑓𝑟𝑎𝑚𝑒</a:t>
            </a:r>
            <a:endParaRPr sz="2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Cambria Math"/>
              <a:cs typeface="Cambria Math"/>
            </a:endParaRPr>
          </a:p>
          <a:p>
            <a:pPr marR="30480" algn="r">
              <a:lnSpc>
                <a:spcPct val="100000"/>
              </a:lnSpc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70"/>
              </a:spcBef>
            </a:pPr>
            <a:endParaRPr sz="2800">
              <a:latin typeface="Calibri"/>
              <a:cs typeface="Calibri"/>
            </a:endParaRPr>
          </a:p>
          <a:p>
            <a:pPr marL="51308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Speed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capacity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1992" y="2665476"/>
            <a:ext cx="1100327" cy="737615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7228309" y="5247132"/>
            <a:ext cx="498475" cy="393700"/>
          </a:xfrm>
          <a:custGeom>
            <a:avLst/>
            <a:gdLst/>
            <a:ahLst/>
            <a:cxnLst/>
            <a:rect l="l" t="t" r="r" b="b"/>
            <a:pathLst>
              <a:path w="498475" h="393700">
                <a:moveTo>
                  <a:pt x="283718" y="0"/>
                </a:moveTo>
                <a:lnTo>
                  <a:pt x="245910" y="103886"/>
                </a:lnTo>
                <a:lnTo>
                  <a:pt x="0" y="103886"/>
                </a:lnTo>
                <a:lnTo>
                  <a:pt x="0" y="173482"/>
                </a:lnTo>
                <a:lnTo>
                  <a:pt x="220586" y="173482"/>
                </a:lnTo>
                <a:lnTo>
                  <a:pt x="203758" y="219722"/>
                </a:lnTo>
                <a:lnTo>
                  <a:pt x="0" y="219722"/>
                </a:lnTo>
                <a:lnTo>
                  <a:pt x="0" y="289306"/>
                </a:lnTo>
                <a:lnTo>
                  <a:pt x="178422" y="289306"/>
                </a:lnTo>
                <a:lnTo>
                  <a:pt x="149275" y="369392"/>
                </a:lnTo>
                <a:lnTo>
                  <a:pt x="214668" y="393192"/>
                </a:lnTo>
                <a:lnTo>
                  <a:pt x="252476" y="289306"/>
                </a:lnTo>
                <a:lnTo>
                  <a:pt x="498398" y="289306"/>
                </a:lnTo>
                <a:lnTo>
                  <a:pt x="498398" y="219722"/>
                </a:lnTo>
                <a:lnTo>
                  <a:pt x="277812" y="219722"/>
                </a:lnTo>
                <a:lnTo>
                  <a:pt x="294640" y="173482"/>
                </a:lnTo>
                <a:lnTo>
                  <a:pt x="498398" y="173482"/>
                </a:lnTo>
                <a:lnTo>
                  <a:pt x="498398" y="103886"/>
                </a:lnTo>
                <a:lnTo>
                  <a:pt x="319963" y="103886"/>
                </a:lnTo>
                <a:lnTo>
                  <a:pt x="349123" y="23799"/>
                </a:lnTo>
                <a:lnTo>
                  <a:pt x="28371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70" dirty="0"/>
              <a:t> </a:t>
            </a:r>
            <a:r>
              <a:rPr spc="-10" dirty="0"/>
              <a:t>Frame</a:t>
            </a:r>
          </a:p>
        </p:txBody>
      </p:sp>
      <p:sp>
        <p:nvSpPr>
          <p:cNvPr id="3" name="object 3"/>
          <p:cNvSpPr/>
          <p:nvPr/>
        </p:nvSpPr>
        <p:spPr>
          <a:xfrm>
            <a:off x="2542193" y="2564645"/>
            <a:ext cx="2231390" cy="24765"/>
          </a:xfrm>
          <a:custGeom>
            <a:avLst/>
            <a:gdLst/>
            <a:ahLst/>
            <a:cxnLst/>
            <a:rect l="l" t="t" r="r" b="b"/>
            <a:pathLst>
              <a:path w="2231390" h="24764">
                <a:moveTo>
                  <a:pt x="2231136" y="0"/>
                </a:moveTo>
                <a:lnTo>
                  <a:pt x="0" y="0"/>
                </a:lnTo>
                <a:lnTo>
                  <a:pt x="0" y="24384"/>
                </a:lnTo>
                <a:lnTo>
                  <a:pt x="2231136" y="24384"/>
                </a:lnTo>
                <a:lnTo>
                  <a:pt x="22311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125" y="2062740"/>
            <a:ext cx="42144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4240">
              <a:lnSpc>
                <a:spcPts val="2700"/>
              </a:lnSpc>
              <a:spcBef>
                <a:spcPts val="100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  <a:p>
            <a:pPr marL="38100">
              <a:lnSpc>
                <a:spcPts val="270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4093" y="2623572"/>
            <a:ext cx="220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525" y="1398761"/>
            <a:ext cx="310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Previously,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was: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01508" y="2531079"/>
            <a:ext cx="2018030" cy="24765"/>
          </a:xfrm>
          <a:custGeom>
            <a:avLst/>
            <a:gdLst/>
            <a:ahLst/>
            <a:cxnLst/>
            <a:rect l="l" t="t" r="r" b="b"/>
            <a:pathLst>
              <a:path w="2018029" h="24764">
                <a:moveTo>
                  <a:pt x="2017776" y="0"/>
                </a:moveTo>
                <a:lnTo>
                  <a:pt x="0" y="0"/>
                </a:lnTo>
                <a:lnTo>
                  <a:pt x="0" y="24384"/>
                </a:lnTo>
                <a:lnTo>
                  <a:pt x="2017776" y="24384"/>
                </a:lnTo>
                <a:lnTo>
                  <a:pt x="20177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33440" y="1249583"/>
            <a:ext cx="4109085" cy="149098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Real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  <a:p>
            <a:pPr marL="2067560">
              <a:lnSpc>
                <a:spcPts val="2700"/>
              </a:lnSpc>
              <a:spcBef>
                <a:spcPts val="1810"/>
              </a:spcBef>
            </a:pPr>
            <a:r>
              <a:rPr sz="4500" spc="150" baseline="11111" dirty="0">
                <a:solidFill>
                  <a:srgbClr val="FF0000"/>
                </a:solidFill>
                <a:latin typeface="Cambria Math"/>
                <a:cs typeface="Cambria Math"/>
              </a:rPr>
              <a:t>𝑆𝐼𝑍𝐸</a:t>
            </a:r>
            <a:r>
              <a:rPr sz="2200" spc="100" dirty="0">
                <a:solidFill>
                  <a:srgbClr val="FF0000"/>
                </a:solidFill>
                <a:latin typeface="Cambria Math"/>
                <a:cs typeface="Cambria Math"/>
              </a:rPr>
              <a:t>𝑝𝑎𝑦𝑙𝑜𝑎𝑑</a:t>
            </a:r>
            <a:endParaRPr sz="2200">
              <a:latin typeface="Cambria Math"/>
              <a:cs typeface="Cambria Math"/>
            </a:endParaRPr>
          </a:p>
          <a:p>
            <a:pPr marL="38100">
              <a:lnSpc>
                <a:spcPts val="2700"/>
              </a:lnSpc>
            </a:pPr>
            <a:r>
              <a:rPr sz="3000" spc="135" dirty="0">
                <a:solidFill>
                  <a:srgbClr val="FF0000"/>
                </a:solidFill>
                <a:latin typeface="Cambria Math"/>
                <a:cs typeface="Cambria Math"/>
              </a:rPr>
              <a:t>𝐵𝑖𝑡</a:t>
            </a:r>
            <a:r>
              <a:rPr sz="3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185" dirty="0">
                <a:solidFill>
                  <a:srgbClr val="FF0000"/>
                </a:solidFill>
                <a:latin typeface="Cambria Math"/>
                <a:cs typeface="Cambria Math"/>
              </a:rPr>
              <a:t>𝘙𝑎𝑡𝑒</a:t>
            </a:r>
            <a:r>
              <a:rPr sz="300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7125" y="2590007"/>
            <a:ext cx="1968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0" spc="157" baseline="11111" dirty="0">
                <a:solidFill>
                  <a:srgbClr val="FF0000"/>
                </a:solidFill>
                <a:latin typeface="Cambria Math"/>
                <a:cs typeface="Cambria Math"/>
              </a:rPr>
              <a:t>𝑇𝐼𝑀𝐸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𝑓𝑟𝑎𝑚𝑒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42169" y="3303273"/>
            <a:ext cx="2181225" cy="599440"/>
          </a:xfrm>
          <a:custGeom>
            <a:avLst/>
            <a:gdLst/>
            <a:ahLst/>
            <a:cxnLst/>
            <a:rect l="l" t="t" r="r" b="b"/>
            <a:pathLst>
              <a:path w="2181225" h="599439">
                <a:moveTo>
                  <a:pt x="0" y="131965"/>
                </a:moveTo>
                <a:lnTo>
                  <a:pt x="6727" y="90253"/>
                </a:lnTo>
                <a:lnTo>
                  <a:pt x="25460" y="54027"/>
                </a:lnTo>
                <a:lnTo>
                  <a:pt x="54027" y="25460"/>
                </a:lnTo>
                <a:lnTo>
                  <a:pt x="90253" y="6727"/>
                </a:lnTo>
                <a:lnTo>
                  <a:pt x="131965" y="0"/>
                </a:lnTo>
                <a:lnTo>
                  <a:pt x="2048878" y="0"/>
                </a:lnTo>
                <a:lnTo>
                  <a:pt x="2090590" y="6727"/>
                </a:lnTo>
                <a:lnTo>
                  <a:pt x="2126816" y="25460"/>
                </a:lnTo>
                <a:lnTo>
                  <a:pt x="2155383" y="54027"/>
                </a:lnTo>
                <a:lnTo>
                  <a:pt x="2174116" y="90253"/>
                </a:lnTo>
                <a:lnTo>
                  <a:pt x="2180844" y="131965"/>
                </a:lnTo>
                <a:lnTo>
                  <a:pt x="2180844" y="466953"/>
                </a:lnTo>
                <a:lnTo>
                  <a:pt x="2174116" y="508667"/>
                </a:lnTo>
                <a:lnTo>
                  <a:pt x="2155383" y="544896"/>
                </a:lnTo>
                <a:lnTo>
                  <a:pt x="2126816" y="573466"/>
                </a:lnTo>
                <a:lnTo>
                  <a:pt x="2090590" y="592203"/>
                </a:lnTo>
                <a:lnTo>
                  <a:pt x="2048878" y="598932"/>
                </a:lnTo>
                <a:lnTo>
                  <a:pt x="131965" y="598932"/>
                </a:lnTo>
                <a:lnTo>
                  <a:pt x="90253" y="592203"/>
                </a:lnTo>
                <a:lnTo>
                  <a:pt x="54027" y="573466"/>
                </a:lnTo>
                <a:lnTo>
                  <a:pt x="25460" y="544896"/>
                </a:lnTo>
                <a:lnTo>
                  <a:pt x="6727" y="508667"/>
                </a:lnTo>
                <a:lnTo>
                  <a:pt x="0" y="466953"/>
                </a:lnTo>
                <a:lnTo>
                  <a:pt x="0" y="1319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66820" y="3351401"/>
            <a:ext cx="1928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4728" y="2665476"/>
            <a:ext cx="1307591" cy="73761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8844" y="4805028"/>
            <a:ext cx="546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16434" y="4805028"/>
            <a:ext cx="143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75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20" dirty="0">
                <a:latin typeface="Segoe UI"/>
                <a:cs typeface="Segoe UI"/>
              </a:rPr>
              <a:t> Rate</a:t>
            </a:r>
            <a:r>
              <a:rPr sz="2400" dirty="0">
                <a:latin typeface="Segoe UI"/>
                <a:cs typeface="Segoe UI"/>
              </a:rPr>
              <a:t>	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8844" y="5841348"/>
            <a:ext cx="72110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5786755" algn="l"/>
                <a:tab pos="698944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r>
              <a:rPr sz="2400" dirty="0">
                <a:latin typeface="Segoe UI"/>
                <a:cs typeface="Segoe UI"/>
              </a:rPr>
              <a:t>	Bit</a:t>
            </a:r>
            <a:r>
              <a:rPr sz="2400" spc="-20" dirty="0">
                <a:latin typeface="Segoe UI"/>
                <a:cs typeface="Segoe UI"/>
              </a:rPr>
              <a:t> Rate</a:t>
            </a:r>
            <a:r>
              <a:rPr sz="2400" dirty="0">
                <a:latin typeface="Segoe UI"/>
                <a:cs typeface="Segoe UI"/>
              </a:rPr>
              <a:t>	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96089" y="5023672"/>
            <a:ext cx="1361440" cy="17145"/>
          </a:xfrm>
          <a:custGeom>
            <a:avLst/>
            <a:gdLst/>
            <a:ahLst/>
            <a:cxnLst/>
            <a:rect l="l" t="t" r="r" b="b"/>
            <a:pathLst>
              <a:path w="1361440" h="17145">
                <a:moveTo>
                  <a:pt x="1360932" y="0"/>
                </a:moveTo>
                <a:lnTo>
                  <a:pt x="0" y="0"/>
                </a:lnTo>
                <a:lnTo>
                  <a:pt x="0" y="16764"/>
                </a:lnTo>
                <a:lnTo>
                  <a:pt x="1360932" y="16764"/>
                </a:lnTo>
                <a:lnTo>
                  <a:pt x="13609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258054" y="4645212"/>
            <a:ext cx="29591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0">
              <a:lnSpc>
                <a:spcPts val="1955"/>
              </a:lnSpc>
              <a:spcBef>
                <a:spcPts val="100"/>
              </a:spcBef>
            </a:pP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𝟖𝟖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ts val="1955"/>
              </a:lnSpc>
            </a:pPr>
            <a:r>
              <a:rPr sz="3000" spc="-772" baseline="-37500" dirty="0">
                <a:solidFill>
                  <a:srgbClr val="FF0000"/>
                </a:solidFill>
                <a:latin typeface="Cambria Math"/>
                <a:cs typeface="Cambria Math"/>
              </a:rPr>
              <a:t>𝟐𝟐𝟓𝟓,</a:t>
            </a:r>
            <a:r>
              <a:rPr sz="3000" spc="-150" baseline="-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72" baseline="-37500" dirty="0">
                <a:solidFill>
                  <a:srgbClr val="FF0000"/>
                </a:solidFill>
                <a:latin typeface="Cambria Math"/>
                <a:cs typeface="Cambria Math"/>
              </a:rPr>
              <a:t>𝟖𝟖𝟓𝟓.</a:t>
            </a:r>
            <a:r>
              <a:rPr sz="3000" spc="-150" baseline="-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17" baseline="-37500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175" spc="-517" baseline="-28735" dirty="0">
                <a:solidFill>
                  <a:srgbClr val="FF0000"/>
                </a:solidFill>
                <a:latin typeface="Cambria Math"/>
                <a:cs typeface="Cambria Math"/>
              </a:rPr>
              <a:t>−𝟑𝟑</a:t>
            </a:r>
            <a:r>
              <a:rPr sz="2175" spc="517" baseline="-287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50" dirty="0">
                <a:solidFill>
                  <a:srgbClr val="FF0000"/>
                </a:solidFill>
                <a:latin typeface="Cambria Math"/>
                <a:cs typeface="Cambria Math"/>
              </a:rPr>
              <a:t>𝟑𝟑𝟏𝟏𝟗𝟗,</a:t>
            </a:r>
            <a:r>
              <a:rPr sz="20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15" dirty="0">
                <a:solidFill>
                  <a:srgbClr val="FF0000"/>
                </a:solidFill>
                <a:latin typeface="Cambria Math"/>
                <a:cs typeface="Cambria Math"/>
              </a:rPr>
              <a:t>𝟑𝟑</a:t>
            </a:r>
            <a:r>
              <a:rPr sz="2000" spc="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7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4036" y="6044334"/>
            <a:ext cx="1513840" cy="17145"/>
          </a:xfrm>
          <a:custGeom>
            <a:avLst/>
            <a:gdLst/>
            <a:ahLst/>
            <a:cxnLst/>
            <a:rect l="l" t="t" r="r" b="b"/>
            <a:pathLst>
              <a:path w="1513840" h="17145">
                <a:moveTo>
                  <a:pt x="1513332" y="0"/>
                </a:moveTo>
                <a:lnTo>
                  <a:pt x="0" y="0"/>
                </a:lnTo>
                <a:lnTo>
                  <a:pt x="0" y="16764"/>
                </a:lnTo>
                <a:lnTo>
                  <a:pt x="1513332" y="16764"/>
                </a:lnTo>
                <a:lnTo>
                  <a:pt x="15133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325936" y="5608572"/>
            <a:ext cx="2806065" cy="7512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717550">
              <a:lnSpc>
                <a:spcPct val="100000"/>
              </a:lnSpc>
              <a:spcBef>
                <a:spcPts val="555"/>
              </a:spcBef>
            </a:pP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𝟖𝟖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2000" spc="-550" dirty="0">
                <a:solidFill>
                  <a:srgbClr val="FF0000"/>
                </a:solidFill>
                <a:latin typeface="Cambria Math"/>
                <a:cs typeface="Cambria Math"/>
              </a:rPr>
              <a:t>𝟖𝟖𝟐𝟐𝟕𝟕,</a:t>
            </a:r>
            <a:r>
              <a:rPr sz="20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15" dirty="0">
                <a:solidFill>
                  <a:srgbClr val="FF0000"/>
                </a:solidFill>
                <a:latin typeface="Cambria Math"/>
                <a:cs typeface="Cambria Math"/>
              </a:rPr>
              <a:t>𝟑𝟑𝟗𝟗.</a:t>
            </a:r>
            <a:r>
              <a:rPr sz="20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34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175" spc="-517" baseline="22988" dirty="0">
                <a:solidFill>
                  <a:srgbClr val="FF0000"/>
                </a:solidFill>
                <a:latin typeface="Cambria Math"/>
                <a:cs typeface="Cambria Math"/>
              </a:rPr>
              <a:t>−𝟑𝟑</a:t>
            </a:r>
            <a:r>
              <a:rPr sz="2175" spc="509" baseline="2298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375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95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615" baseline="37500" dirty="0">
                <a:solidFill>
                  <a:srgbClr val="FF0000"/>
                </a:solidFill>
                <a:latin typeface="Cambria Math"/>
                <a:cs typeface="Cambria Math"/>
              </a:rPr>
              <a:t>𝟗𝟗,</a:t>
            </a:r>
            <a:r>
              <a:rPr sz="3000" spc="-150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922" baseline="37500" dirty="0">
                <a:solidFill>
                  <a:srgbClr val="FF0000"/>
                </a:solidFill>
                <a:latin typeface="Cambria Math"/>
                <a:cs typeface="Cambria Math"/>
              </a:rPr>
              <a:t>𝟔𝟔</a:t>
            </a:r>
            <a:r>
              <a:rPr sz="3000" spc="22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1005" baseline="3750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3000" baseline="375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70" dirty="0"/>
              <a:t> </a:t>
            </a:r>
            <a:r>
              <a:rPr spc="-20" dirty="0"/>
              <a:t>Frame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5962" y="2230884"/>
            <a:ext cx="8141334" cy="1187450"/>
            <a:chOff x="1985962" y="2230884"/>
            <a:chExt cx="8141334" cy="1187450"/>
          </a:xfrm>
        </p:grpSpPr>
        <p:sp>
          <p:nvSpPr>
            <p:cNvPr id="4" name="object 4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00250" y="3028950"/>
              <a:ext cx="8112759" cy="375285"/>
            </a:xfrm>
            <a:custGeom>
              <a:avLst/>
              <a:gdLst/>
              <a:ahLst/>
              <a:cxnLst/>
              <a:rect l="l" t="t" r="r" b="b"/>
              <a:pathLst>
                <a:path w="8112759" h="375285">
                  <a:moveTo>
                    <a:pt x="8112252" y="0"/>
                  </a:moveTo>
                  <a:lnTo>
                    <a:pt x="8106832" y="42982"/>
                  </a:lnTo>
                  <a:lnTo>
                    <a:pt x="8091394" y="82438"/>
                  </a:lnTo>
                  <a:lnTo>
                    <a:pt x="8067171" y="117243"/>
                  </a:lnTo>
                  <a:lnTo>
                    <a:pt x="8035392" y="146272"/>
                  </a:lnTo>
                  <a:lnTo>
                    <a:pt x="7997291" y="168399"/>
                  </a:lnTo>
                  <a:lnTo>
                    <a:pt x="7954098" y="182501"/>
                  </a:lnTo>
                  <a:lnTo>
                    <a:pt x="7907045" y="187452"/>
                  </a:lnTo>
                  <a:lnTo>
                    <a:pt x="4249889" y="187452"/>
                  </a:lnTo>
                  <a:lnTo>
                    <a:pt x="4202841" y="192402"/>
                  </a:lnTo>
                  <a:lnTo>
                    <a:pt x="4159652" y="206504"/>
                  </a:lnTo>
                  <a:lnTo>
                    <a:pt x="4121552" y="228631"/>
                  </a:lnTo>
                  <a:lnTo>
                    <a:pt x="4089775" y="257660"/>
                  </a:lnTo>
                  <a:lnTo>
                    <a:pt x="4065552" y="292465"/>
                  </a:lnTo>
                  <a:lnTo>
                    <a:pt x="4050115" y="331921"/>
                  </a:lnTo>
                  <a:lnTo>
                    <a:pt x="4044696" y="374904"/>
                  </a:lnTo>
                  <a:lnTo>
                    <a:pt x="4039276" y="331921"/>
                  </a:lnTo>
                  <a:lnTo>
                    <a:pt x="4023838" y="292465"/>
                  </a:lnTo>
                  <a:lnTo>
                    <a:pt x="3999615" y="257660"/>
                  </a:lnTo>
                  <a:lnTo>
                    <a:pt x="3967836" y="228631"/>
                  </a:lnTo>
                  <a:lnTo>
                    <a:pt x="3929735" y="206504"/>
                  </a:lnTo>
                  <a:lnTo>
                    <a:pt x="3886542" y="192402"/>
                  </a:lnTo>
                  <a:lnTo>
                    <a:pt x="3839489" y="187452"/>
                  </a:lnTo>
                  <a:lnTo>
                    <a:pt x="205206" y="187452"/>
                  </a:lnTo>
                  <a:lnTo>
                    <a:pt x="158153" y="182501"/>
                  </a:lnTo>
                  <a:lnTo>
                    <a:pt x="114960" y="168399"/>
                  </a:lnTo>
                  <a:lnTo>
                    <a:pt x="76859" y="146272"/>
                  </a:lnTo>
                  <a:lnTo>
                    <a:pt x="45080" y="117243"/>
                  </a:lnTo>
                  <a:lnTo>
                    <a:pt x="20857" y="82438"/>
                  </a:lnTo>
                  <a:lnTo>
                    <a:pt x="5419" y="42982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483339" y="1339621"/>
            <a:ext cx="264160" cy="584835"/>
          </a:xfrm>
          <a:custGeom>
            <a:avLst/>
            <a:gdLst/>
            <a:ahLst/>
            <a:cxnLst/>
            <a:rect l="l" t="t" r="r" b="b"/>
            <a:pathLst>
              <a:path w="264160" h="584835">
                <a:moveTo>
                  <a:pt x="197104" y="458990"/>
                </a:moveTo>
                <a:lnTo>
                  <a:pt x="195275" y="434606"/>
                </a:lnTo>
                <a:lnTo>
                  <a:pt x="184924" y="413245"/>
                </a:lnTo>
                <a:lnTo>
                  <a:pt x="167640" y="396951"/>
                </a:lnTo>
                <a:lnTo>
                  <a:pt x="145059" y="387769"/>
                </a:lnTo>
                <a:lnTo>
                  <a:pt x="145059" y="228180"/>
                </a:lnTo>
                <a:lnTo>
                  <a:pt x="118694" y="228180"/>
                </a:lnTo>
                <a:lnTo>
                  <a:pt x="118694" y="387769"/>
                </a:lnTo>
                <a:lnTo>
                  <a:pt x="96113" y="396951"/>
                </a:lnTo>
                <a:lnTo>
                  <a:pt x="78841" y="413245"/>
                </a:lnTo>
                <a:lnTo>
                  <a:pt x="68478" y="434606"/>
                </a:lnTo>
                <a:lnTo>
                  <a:pt x="66649" y="458990"/>
                </a:lnTo>
                <a:lnTo>
                  <a:pt x="73507" y="482460"/>
                </a:lnTo>
                <a:lnTo>
                  <a:pt x="87896" y="501281"/>
                </a:lnTo>
                <a:lnTo>
                  <a:pt x="107975" y="513803"/>
                </a:lnTo>
                <a:lnTo>
                  <a:pt x="131876" y="518350"/>
                </a:lnTo>
                <a:lnTo>
                  <a:pt x="155778" y="513803"/>
                </a:lnTo>
                <a:lnTo>
                  <a:pt x="175856" y="501281"/>
                </a:lnTo>
                <a:lnTo>
                  <a:pt x="190258" y="482460"/>
                </a:lnTo>
                <a:lnTo>
                  <a:pt x="197104" y="458990"/>
                </a:lnTo>
                <a:close/>
              </a:path>
              <a:path w="264160" h="584835">
                <a:moveTo>
                  <a:pt x="263766" y="453250"/>
                </a:moveTo>
                <a:lnTo>
                  <a:pt x="257733" y="413245"/>
                </a:lnTo>
                <a:lnTo>
                  <a:pt x="239839" y="376821"/>
                </a:lnTo>
                <a:lnTo>
                  <a:pt x="223024" y="359410"/>
                </a:lnTo>
                <a:lnTo>
                  <a:pt x="223024" y="441452"/>
                </a:lnTo>
                <a:lnTo>
                  <a:pt x="221488" y="472846"/>
                </a:lnTo>
                <a:lnTo>
                  <a:pt x="209346" y="501510"/>
                </a:lnTo>
                <a:lnTo>
                  <a:pt x="189039" y="524116"/>
                </a:lnTo>
                <a:lnTo>
                  <a:pt x="162560" y="539064"/>
                </a:lnTo>
                <a:lnTo>
                  <a:pt x="131876" y="544728"/>
                </a:lnTo>
                <a:lnTo>
                  <a:pt x="101104" y="539343"/>
                </a:lnTo>
                <a:lnTo>
                  <a:pt x="74472" y="524370"/>
                </a:lnTo>
                <a:lnTo>
                  <a:pt x="54102" y="501510"/>
                </a:lnTo>
                <a:lnTo>
                  <a:pt x="42265" y="472846"/>
                </a:lnTo>
                <a:lnTo>
                  <a:pt x="40449" y="441452"/>
                </a:lnTo>
                <a:lnTo>
                  <a:pt x="49022" y="412165"/>
                </a:lnTo>
                <a:lnTo>
                  <a:pt x="66725" y="387337"/>
                </a:lnTo>
                <a:lnTo>
                  <a:pt x="92341" y="369303"/>
                </a:lnTo>
                <a:lnTo>
                  <a:pt x="92341" y="79133"/>
                </a:lnTo>
                <a:lnTo>
                  <a:pt x="95465" y="63766"/>
                </a:lnTo>
                <a:lnTo>
                  <a:pt x="103962" y="51193"/>
                </a:lnTo>
                <a:lnTo>
                  <a:pt x="116522" y="42684"/>
                </a:lnTo>
                <a:lnTo>
                  <a:pt x="131876" y="39560"/>
                </a:lnTo>
                <a:lnTo>
                  <a:pt x="147231" y="42684"/>
                </a:lnTo>
                <a:lnTo>
                  <a:pt x="159804" y="51193"/>
                </a:lnTo>
                <a:lnTo>
                  <a:pt x="168287" y="63766"/>
                </a:lnTo>
                <a:lnTo>
                  <a:pt x="171411" y="79133"/>
                </a:lnTo>
                <a:lnTo>
                  <a:pt x="171411" y="369303"/>
                </a:lnTo>
                <a:lnTo>
                  <a:pt x="196938" y="387337"/>
                </a:lnTo>
                <a:lnTo>
                  <a:pt x="214490" y="412165"/>
                </a:lnTo>
                <a:lnTo>
                  <a:pt x="223024" y="441452"/>
                </a:lnTo>
                <a:lnTo>
                  <a:pt x="223024" y="359410"/>
                </a:lnTo>
                <a:lnTo>
                  <a:pt x="210947" y="346887"/>
                </a:lnTo>
                <a:lnTo>
                  <a:pt x="210947" y="79133"/>
                </a:lnTo>
                <a:lnTo>
                  <a:pt x="204711" y="48412"/>
                </a:lnTo>
                <a:lnTo>
                  <a:pt x="198742" y="39560"/>
                </a:lnTo>
                <a:lnTo>
                  <a:pt x="187718" y="23241"/>
                </a:lnTo>
                <a:lnTo>
                  <a:pt x="162445" y="6146"/>
                </a:lnTo>
                <a:lnTo>
                  <a:pt x="162128" y="6146"/>
                </a:lnTo>
                <a:lnTo>
                  <a:pt x="131876" y="0"/>
                </a:lnTo>
                <a:lnTo>
                  <a:pt x="101180" y="6146"/>
                </a:lnTo>
                <a:lnTo>
                  <a:pt x="76034" y="22999"/>
                </a:lnTo>
                <a:lnTo>
                  <a:pt x="59042" y="48133"/>
                </a:lnTo>
                <a:lnTo>
                  <a:pt x="58991" y="48412"/>
                </a:lnTo>
                <a:lnTo>
                  <a:pt x="52806" y="79133"/>
                </a:lnTo>
                <a:lnTo>
                  <a:pt x="52806" y="346887"/>
                </a:lnTo>
                <a:lnTo>
                  <a:pt x="23926" y="376821"/>
                </a:lnTo>
                <a:lnTo>
                  <a:pt x="6032" y="413245"/>
                </a:lnTo>
                <a:lnTo>
                  <a:pt x="0" y="453250"/>
                </a:lnTo>
                <a:lnTo>
                  <a:pt x="6680" y="493941"/>
                </a:lnTo>
                <a:lnTo>
                  <a:pt x="25781" y="530872"/>
                </a:lnTo>
                <a:lnTo>
                  <a:pt x="54698" y="559396"/>
                </a:lnTo>
                <a:lnTo>
                  <a:pt x="90906" y="577786"/>
                </a:lnTo>
                <a:lnTo>
                  <a:pt x="131876" y="584288"/>
                </a:lnTo>
                <a:lnTo>
                  <a:pt x="172847" y="577786"/>
                </a:lnTo>
                <a:lnTo>
                  <a:pt x="209054" y="559396"/>
                </a:lnTo>
                <a:lnTo>
                  <a:pt x="223926" y="544728"/>
                </a:lnTo>
                <a:lnTo>
                  <a:pt x="237972" y="530872"/>
                </a:lnTo>
                <a:lnTo>
                  <a:pt x="257073" y="493941"/>
                </a:lnTo>
                <a:lnTo>
                  <a:pt x="263766" y="45325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62397" y="1242496"/>
            <a:ext cx="768350" cy="69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85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2060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265"/>
              </a:lnSpc>
            </a:pPr>
            <a:r>
              <a:rPr sz="2200" b="1" spc="-10" dirty="0">
                <a:solidFill>
                  <a:srgbClr val="002060"/>
                </a:solidFill>
                <a:latin typeface="Calibri"/>
                <a:cs typeface="Calibri"/>
              </a:rPr>
              <a:t>1-</a:t>
            </a:r>
            <a:r>
              <a:rPr sz="2200" b="1" spc="-20" dirty="0">
                <a:solidFill>
                  <a:srgbClr val="002060"/>
                </a:solidFill>
                <a:latin typeface="Calibri"/>
                <a:cs typeface="Calibri"/>
              </a:rPr>
              <a:t>byte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5983" y="3379929"/>
            <a:ext cx="1699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LoRa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73910" y="2232408"/>
            <a:ext cx="1946910" cy="869315"/>
            <a:chOff x="2073910" y="2232408"/>
            <a:chExt cx="1946910" cy="869315"/>
          </a:xfrm>
        </p:grpSpPr>
        <p:sp>
          <p:nvSpPr>
            <p:cNvPr id="15" name="object 15"/>
            <p:cNvSpPr/>
            <p:nvPr/>
          </p:nvSpPr>
          <p:spPr>
            <a:xfrm>
              <a:off x="2080260" y="2238758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80260" y="2238758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26403" y="2511130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Preamble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111997" y="2232409"/>
            <a:ext cx="1945639" cy="869315"/>
            <a:chOff x="8111997" y="2232409"/>
            <a:chExt cx="1945639" cy="869315"/>
          </a:xfrm>
        </p:grpSpPr>
        <p:sp>
          <p:nvSpPr>
            <p:cNvPr id="19" name="object 19"/>
            <p:cNvSpPr/>
            <p:nvPr/>
          </p:nvSpPr>
          <p:spPr>
            <a:xfrm>
              <a:off x="8118347" y="2238759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18347" y="2238759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54999" y="2511130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Segoe UI"/>
                <a:cs typeface="Segoe UI"/>
              </a:rPr>
              <a:t>CRC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87114" y="2232409"/>
            <a:ext cx="1945639" cy="869315"/>
            <a:chOff x="4087114" y="2232409"/>
            <a:chExt cx="1945639" cy="869315"/>
          </a:xfrm>
        </p:grpSpPr>
        <p:sp>
          <p:nvSpPr>
            <p:cNvPr id="23" name="object 23"/>
            <p:cNvSpPr/>
            <p:nvPr/>
          </p:nvSpPr>
          <p:spPr>
            <a:xfrm>
              <a:off x="4093464" y="2238759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93464" y="2238759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57757" y="2511130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4221" y="2221740"/>
            <a:ext cx="1950085" cy="871219"/>
            <a:chOff x="6094221" y="2221740"/>
            <a:chExt cx="1950085" cy="871219"/>
          </a:xfrm>
        </p:grpSpPr>
        <p:sp>
          <p:nvSpPr>
            <p:cNvPr id="27" name="object 27"/>
            <p:cNvSpPr/>
            <p:nvPr/>
          </p:nvSpPr>
          <p:spPr>
            <a:xfrm>
              <a:off x="6100571" y="222961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00571" y="222961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03619" y="2228090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03619" y="2228090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33739" y="2500141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Payload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12118" y="1776106"/>
            <a:ext cx="577850" cy="540385"/>
          </a:xfrm>
          <a:custGeom>
            <a:avLst/>
            <a:gdLst/>
            <a:ahLst/>
            <a:cxnLst/>
            <a:rect l="l" t="t" r="r" b="b"/>
            <a:pathLst>
              <a:path w="577850" h="540385">
                <a:moveTo>
                  <a:pt x="181211" y="394109"/>
                </a:moveTo>
                <a:lnTo>
                  <a:pt x="427385" y="540334"/>
                </a:lnTo>
                <a:lnTo>
                  <a:pt x="577441" y="287708"/>
                </a:lnTo>
                <a:lnTo>
                  <a:pt x="470226" y="316499"/>
                </a:lnTo>
                <a:lnTo>
                  <a:pt x="468418" y="311498"/>
                </a:lnTo>
                <a:lnTo>
                  <a:pt x="439642" y="251134"/>
                </a:lnTo>
                <a:lnTo>
                  <a:pt x="399529" y="189815"/>
                </a:lnTo>
                <a:lnTo>
                  <a:pt x="297025" y="362385"/>
                </a:lnTo>
                <a:lnTo>
                  <a:pt x="181211" y="394109"/>
                </a:lnTo>
                <a:close/>
              </a:path>
              <a:path w="577850" h="540385">
                <a:moveTo>
                  <a:pt x="124311" y="11157"/>
                </a:moveTo>
                <a:lnTo>
                  <a:pt x="196620" y="52585"/>
                </a:lnTo>
                <a:lnTo>
                  <a:pt x="244927" y="158346"/>
                </a:lnTo>
                <a:lnTo>
                  <a:pt x="297025" y="362385"/>
                </a:lnTo>
                <a:lnTo>
                  <a:pt x="399529" y="189815"/>
                </a:lnTo>
                <a:lnTo>
                  <a:pt x="369553" y="153295"/>
                </a:lnTo>
                <a:lnTo>
                  <a:pt x="335615" y="119145"/>
                </a:lnTo>
                <a:lnTo>
                  <a:pt x="295889" y="86654"/>
                </a:lnTo>
                <a:lnTo>
                  <a:pt x="250079" y="57275"/>
                </a:lnTo>
                <a:lnTo>
                  <a:pt x="197883" y="32465"/>
                </a:lnTo>
                <a:lnTo>
                  <a:pt x="139004" y="13679"/>
                </a:lnTo>
                <a:lnTo>
                  <a:pt x="124311" y="11157"/>
                </a:lnTo>
                <a:close/>
              </a:path>
              <a:path w="577850" h="540385">
                <a:moveTo>
                  <a:pt x="0" y="0"/>
                </a:moveTo>
                <a:lnTo>
                  <a:pt x="124009" y="11105"/>
                </a:lnTo>
                <a:lnTo>
                  <a:pt x="73143" y="237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70" dirty="0"/>
              <a:t> </a:t>
            </a:r>
            <a:r>
              <a:rPr spc="-20" dirty="0"/>
              <a:t>Frame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73910" y="2230884"/>
            <a:ext cx="1946910" cy="869315"/>
            <a:chOff x="2073910" y="2230884"/>
            <a:chExt cx="1946910" cy="869315"/>
          </a:xfrm>
        </p:grpSpPr>
        <p:sp>
          <p:nvSpPr>
            <p:cNvPr id="4" name="object 4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0260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26403" y="2510144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Preamble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3339" y="1339621"/>
            <a:ext cx="264160" cy="584835"/>
          </a:xfrm>
          <a:custGeom>
            <a:avLst/>
            <a:gdLst/>
            <a:ahLst/>
            <a:cxnLst/>
            <a:rect l="l" t="t" r="r" b="b"/>
            <a:pathLst>
              <a:path w="264160" h="584835">
                <a:moveTo>
                  <a:pt x="197104" y="458990"/>
                </a:moveTo>
                <a:lnTo>
                  <a:pt x="195275" y="434606"/>
                </a:lnTo>
                <a:lnTo>
                  <a:pt x="184924" y="413245"/>
                </a:lnTo>
                <a:lnTo>
                  <a:pt x="167640" y="396951"/>
                </a:lnTo>
                <a:lnTo>
                  <a:pt x="145059" y="387769"/>
                </a:lnTo>
                <a:lnTo>
                  <a:pt x="145059" y="228180"/>
                </a:lnTo>
                <a:lnTo>
                  <a:pt x="118694" y="228180"/>
                </a:lnTo>
                <a:lnTo>
                  <a:pt x="118694" y="387769"/>
                </a:lnTo>
                <a:lnTo>
                  <a:pt x="96113" y="396951"/>
                </a:lnTo>
                <a:lnTo>
                  <a:pt x="78841" y="413245"/>
                </a:lnTo>
                <a:lnTo>
                  <a:pt x="68478" y="434606"/>
                </a:lnTo>
                <a:lnTo>
                  <a:pt x="66649" y="458990"/>
                </a:lnTo>
                <a:lnTo>
                  <a:pt x="73507" y="482460"/>
                </a:lnTo>
                <a:lnTo>
                  <a:pt x="87896" y="501281"/>
                </a:lnTo>
                <a:lnTo>
                  <a:pt x="107975" y="513803"/>
                </a:lnTo>
                <a:lnTo>
                  <a:pt x="131876" y="518350"/>
                </a:lnTo>
                <a:lnTo>
                  <a:pt x="155778" y="513803"/>
                </a:lnTo>
                <a:lnTo>
                  <a:pt x="175856" y="501281"/>
                </a:lnTo>
                <a:lnTo>
                  <a:pt x="190258" y="482460"/>
                </a:lnTo>
                <a:lnTo>
                  <a:pt x="197104" y="458990"/>
                </a:lnTo>
                <a:close/>
              </a:path>
              <a:path w="264160" h="584835">
                <a:moveTo>
                  <a:pt x="263766" y="453250"/>
                </a:moveTo>
                <a:lnTo>
                  <a:pt x="257733" y="413245"/>
                </a:lnTo>
                <a:lnTo>
                  <a:pt x="239839" y="376821"/>
                </a:lnTo>
                <a:lnTo>
                  <a:pt x="223024" y="359410"/>
                </a:lnTo>
                <a:lnTo>
                  <a:pt x="223024" y="441452"/>
                </a:lnTo>
                <a:lnTo>
                  <a:pt x="221488" y="472846"/>
                </a:lnTo>
                <a:lnTo>
                  <a:pt x="209346" y="501510"/>
                </a:lnTo>
                <a:lnTo>
                  <a:pt x="189039" y="524116"/>
                </a:lnTo>
                <a:lnTo>
                  <a:pt x="162560" y="539064"/>
                </a:lnTo>
                <a:lnTo>
                  <a:pt x="131876" y="544728"/>
                </a:lnTo>
                <a:lnTo>
                  <a:pt x="101104" y="539343"/>
                </a:lnTo>
                <a:lnTo>
                  <a:pt x="74472" y="524370"/>
                </a:lnTo>
                <a:lnTo>
                  <a:pt x="54102" y="501510"/>
                </a:lnTo>
                <a:lnTo>
                  <a:pt x="42265" y="472846"/>
                </a:lnTo>
                <a:lnTo>
                  <a:pt x="40449" y="441452"/>
                </a:lnTo>
                <a:lnTo>
                  <a:pt x="49022" y="412165"/>
                </a:lnTo>
                <a:lnTo>
                  <a:pt x="66725" y="387337"/>
                </a:lnTo>
                <a:lnTo>
                  <a:pt x="92341" y="369303"/>
                </a:lnTo>
                <a:lnTo>
                  <a:pt x="92341" y="79133"/>
                </a:lnTo>
                <a:lnTo>
                  <a:pt x="95465" y="63766"/>
                </a:lnTo>
                <a:lnTo>
                  <a:pt x="103962" y="51193"/>
                </a:lnTo>
                <a:lnTo>
                  <a:pt x="116522" y="42684"/>
                </a:lnTo>
                <a:lnTo>
                  <a:pt x="131876" y="39560"/>
                </a:lnTo>
                <a:lnTo>
                  <a:pt x="147231" y="42684"/>
                </a:lnTo>
                <a:lnTo>
                  <a:pt x="159804" y="51193"/>
                </a:lnTo>
                <a:lnTo>
                  <a:pt x="168287" y="63766"/>
                </a:lnTo>
                <a:lnTo>
                  <a:pt x="171411" y="79133"/>
                </a:lnTo>
                <a:lnTo>
                  <a:pt x="171411" y="369303"/>
                </a:lnTo>
                <a:lnTo>
                  <a:pt x="196938" y="387337"/>
                </a:lnTo>
                <a:lnTo>
                  <a:pt x="214490" y="412165"/>
                </a:lnTo>
                <a:lnTo>
                  <a:pt x="223024" y="441452"/>
                </a:lnTo>
                <a:lnTo>
                  <a:pt x="223024" y="359410"/>
                </a:lnTo>
                <a:lnTo>
                  <a:pt x="210947" y="346887"/>
                </a:lnTo>
                <a:lnTo>
                  <a:pt x="210947" y="79133"/>
                </a:lnTo>
                <a:lnTo>
                  <a:pt x="204711" y="48412"/>
                </a:lnTo>
                <a:lnTo>
                  <a:pt x="198742" y="39560"/>
                </a:lnTo>
                <a:lnTo>
                  <a:pt x="187718" y="23241"/>
                </a:lnTo>
                <a:lnTo>
                  <a:pt x="162445" y="6146"/>
                </a:lnTo>
                <a:lnTo>
                  <a:pt x="162128" y="6146"/>
                </a:lnTo>
                <a:lnTo>
                  <a:pt x="131876" y="0"/>
                </a:lnTo>
                <a:lnTo>
                  <a:pt x="101180" y="6146"/>
                </a:lnTo>
                <a:lnTo>
                  <a:pt x="76034" y="22999"/>
                </a:lnTo>
                <a:lnTo>
                  <a:pt x="59042" y="48133"/>
                </a:lnTo>
                <a:lnTo>
                  <a:pt x="58991" y="48412"/>
                </a:lnTo>
                <a:lnTo>
                  <a:pt x="52806" y="79133"/>
                </a:lnTo>
                <a:lnTo>
                  <a:pt x="52806" y="346887"/>
                </a:lnTo>
                <a:lnTo>
                  <a:pt x="23926" y="376821"/>
                </a:lnTo>
                <a:lnTo>
                  <a:pt x="6032" y="413245"/>
                </a:lnTo>
                <a:lnTo>
                  <a:pt x="0" y="453250"/>
                </a:lnTo>
                <a:lnTo>
                  <a:pt x="6680" y="493941"/>
                </a:lnTo>
                <a:lnTo>
                  <a:pt x="25781" y="530872"/>
                </a:lnTo>
                <a:lnTo>
                  <a:pt x="54698" y="559396"/>
                </a:lnTo>
                <a:lnTo>
                  <a:pt x="90906" y="577786"/>
                </a:lnTo>
                <a:lnTo>
                  <a:pt x="131876" y="584288"/>
                </a:lnTo>
                <a:lnTo>
                  <a:pt x="172847" y="577786"/>
                </a:lnTo>
                <a:lnTo>
                  <a:pt x="209054" y="559396"/>
                </a:lnTo>
                <a:lnTo>
                  <a:pt x="223926" y="544728"/>
                </a:lnTo>
                <a:lnTo>
                  <a:pt x="237972" y="530872"/>
                </a:lnTo>
                <a:lnTo>
                  <a:pt x="257073" y="493941"/>
                </a:lnTo>
                <a:lnTo>
                  <a:pt x="263766" y="45325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62397" y="1242496"/>
            <a:ext cx="768350" cy="69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85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2060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265"/>
              </a:lnSpc>
            </a:pPr>
            <a:r>
              <a:rPr sz="2200" b="1" spc="-10" dirty="0">
                <a:solidFill>
                  <a:srgbClr val="002060"/>
                </a:solidFill>
                <a:latin typeface="Calibri"/>
                <a:cs typeface="Calibri"/>
              </a:rPr>
              <a:t>1-</a:t>
            </a:r>
            <a:r>
              <a:rPr sz="2200" b="1" spc="-20" dirty="0">
                <a:solidFill>
                  <a:srgbClr val="002060"/>
                </a:solidFill>
                <a:latin typeface="Calibri"/>
                <a:cs typeface="Calibri"/>
              </a:rPr>
              <a:t>byte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11997" y="2230885"/>
            <a:ext cx="1945639" cy="869315"/>
            <a:chOff x="8111997" y="2230885"/>
            <a:chExt cx="1945639" cy="869315"/>
          </a:xfrm>
        </p:grpSpPr>
        <p:sp>
          <p:nvSpPr>
            <p:cNvPr id="10" name="object 10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18347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854999" y="2510144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Segoe UI"/>
                <a:cs typeface="Segoe UI"/>
              </a:rPr>
              <a:t>CRC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8794" y="2230884"/>
            <a:ext cx="1946910" cy="869315"/>
            <a:chOff x="6098794" y="2230884"/>
            <a:chExt cx="1946910" cy="869315"/>
          </a:xfrm>
        </p:grpSpPr>
        <p:sp>
          <p:nvSpPr>
            <p:cNvPr id="14" name="object 14"/>
            <p:cNvSpPr/>
            <p:nvPr/>
          </p:nvSpPr>
          <p:spPr>
            <a:xfrm>
              <a:off x="6105144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5144" y="223723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35252" y="2510144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Payload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87114" y="2230885"/>
            <a:ext cx="1945639" cy="869315"/>
            <a:chOff x="4087114" y="2230885"/>
            <a:chExt cx="1945639" cy="869315"/>
          </a:xfrm>
        </p:grpSpPr>
        <p:sp>
          <p:nvSpPr>
            <p:cNvPr id="18" name="object 18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93464" y="223723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7757" y="2510144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85962" y="1776106"/>
            <a:ext cx="8141334" cy="1642110"/>
            <a:chOff x="1985962" y="1776106"/>
            <a:chExt cx="8141334" cy="1642110"/>
          </a:xfrm>
        </p:grpSpPr>
        <p:sp>
          <p:nvSpPr>
            <p:cNvPr id="22" name="object 22"/>
            <p:cNvSpPr/>
            <p:nvPr/>
          </p:nvSpPr>
          <p:spPr>
            <a:xfrm>
              <a:off x="6712119" y="1776106"/>
              <a:ext cx="577850" cy="540385"/>
            </a:xfrm>
            <a:custGeom>
              <a:avLst/>
              <a:gdLst/>
              <a:ahLst/>
              <a:cxnLst/>
              <a:rect l="l" t="t" r="r" b="b"/>
              <a:pathLst>
                <a:path w="577850" h="540385">
                  <a:moveTo>
                    <a:pt x="181211" y="394109"/>
                  </a:moveTo>
                  <a:lnTo>
                    <a:pt x="427385" y="540334"/>
                  </a:lnTo>
                  <a:lnTo>
                    <a:pt x="577441" y="287708"/>
                  </a:lnTo>
                  <a:lnTo>
                    <a:pt x="470226" y="316499"/>
                  </a:lnTo>
                  <a:lnTo>
                    <a:pt x="468418" y="311498"/>
                  </a:lnTo>
                  <a:lnTo>
                    <a:pt x="439642" y="251134"/>
                  </a:lnTo>
                  <a:lnTo>
                    <a:pt x="399529" y="189815"/>
                  </a:lnTo>
                  <a:lnTo>
                    <a:pt x="297025" y="362385"/>
                  </a:lnTo>
                  <a:lnTo>
                    <a:pt x="181211" y="394109"/>
                  </a:lnTo>
                  <a:close/>
                </a:path>
                <a:path w="577850" h="540385">
                  <a:moveTo>
                    <a:pt x="124311" y="11157"/>
                  </a:moveTo>
                  <a:lnTo>
                    <a:pt x="196620" y="52585"/>
                  </a:lnTo>
                  <a:lnTo>
                    <a:pt x="244927" y="158346"/>
                  </a:lnTo>
                  <a:lnTo>
                    <a:pt x="297025" y="362385"/>
                  </a:lnTo>
                  <a:lnTo>
                    <a:pt x="399529" y="189815"/>
                  </a:lnTo>
                  <a:lnTo>
                    <a:pt x="369553" y="153295"/>
                  </a:lnTo>
                  <a:lnTo>
                    <a:pt x="335615" y="119145"/>
                  </a:lnTo>
                  <a:lnTo>
                    <a:pt x="295889" y="86654"/>
                  </a:lnTo>
                  <a:lnTo>
                    <a:pt x="250079" y="57275"/>
                  </a:lnTo>
                  <a:lnTo>
                    <a:pt x="197883" y="32465"/>
                  </a:lnTo>
                  <a:lnTo>
                    <a:pt x="139004" y="13679"/>
                  </a:lnTo>
                  <a:lnTo>
                    <a:pt x="124311" y="11157"/>
                  </a:lnTo>
                  <a:close/>
                </a:path>
                <a:path w="577850" h="540385">
                  <a:moveTo>
                    <a:pt x="0" y="0"/>
                  </a:moveTo>
                  <a:lnTo>
                    <a:pt x="124009" y="11105"/>
                  </a:lnTo>
                  <a:lnTo>
                    <a:pt x="73143" y="2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00250" y="3028950"/>
              <a:ext cx="8112759" cy="375285"/>
            </a:xfrm>
            <a:custGeom>
              <a:avLst/>
              <a:gdLst/>
              <a:ahLst/>
              <a:cxnLst/>
              <a:rect l="l" t="t" r="r" b="b"/>
              <a:pathLst>
                <a:path w="8112759" h="375285">
                  <a:moveTo>
                    <a:pt x="8112252" y="0"/>
                  </a:moveTo>
                  <a:lnTo>
                    <a:pt x="8106832" y="42982"/>
                  </a:lnTo>
                  <a:lnTo>
                    <a:pt x="8091394" y="82438"/>
                  </a:lnTo>
                  <a:lnTo>
                    <a:pt x="8067171" y="117243"/>
                  </a:lnTo>
                  <a:lnTo>
                    <a:pt x="8035392" y="146272"/>
                  </a:lnTo>
                  <a:lnTo>
                    <a:pt x="7997291" y="168399"/>
                  </a:lnTo>
                  <a:lnTo>
                    <a:pt x="7954098" y="182501"/>
                  </a:lnTo>
                  <a:lnTo>
                    <a:pt x="7907045" y="187452"/>
                  </a:lnTo>
                  <a:lnTo>
                    <a:pt x="4249889" y="187452"/>
                  </a:lnTo>
                  <a:lnTo>
                    <a:pt x="4202841" y="192402"/>
                  </a:lnTo>
                  <a:lnTo>
                    <a:pt x="4159652" y="206504"/>
                  </a:lnTo>
                  <a:lnTo>
                    <a:pt x="4121552" y="228631"/>
                  </a:lnTo>
                  <a:lnTo>
                    <a:pt x="4089775" y="257660"/>
                  </a:lnTo>
                  <a:lnTo>
                    <a:pt x="4065552" y="292465"/>
                  </a:lnTo>
                  <a:lnTo>
                    <a:pt x="4050115" y="331921"/>
                  </a:lnTo>
                  <a:lnTo>
                    <a:pt x="4044696" y="374904"/>
                  </a:lnTo>
                  <a:lnTo>
                    <a:pt x="4039276" y="331921"/>
                  </a:lnTo>
                  <a:lnTo>
                    <a:pt x="4023838" y="292465"/>
                  </a:lnTo>
                  <a:lnTo>
                    <a:pt x="3999615" y="257660"/>
                  </a:lnTo>
                  <a:lnTo>
                    <a:pt x="3967836" y="228631"/>
                  </a:lnTo>
                  <a:lnTo>
                    <a:pt x="3929735" y="206504"/>
                  </a:lnTo>
                  <a:lnTo>
                    <a:pt x="3886542" y="192402"/>
                  </a:lnTo>
                  <a:lnTo>
                    <a:pt x="3839489" y="187452"/>
                  </a:lnTo>
                  <a:lnTo>
                    <a:pt x="205206" y="187452"/>
                  </a:lnTo>
                  <a:lnTo>
                    <a:pt x="158153" y="182501"/>
                  </a:lnTo>
                  <a:lnTo>
                    <a:pt x="114960" y="168399"/>
                  </a:lnTo>
                  <a:lnTo>
                    <a:pt x="76859" y="146272"/>
                  </a:lnTo>
                  <a:lnTo>
                    <a:pt x="45080" y="117243"/>
                  </a:lnTo>
                  <a:lnTo>
                    <a:pt x="20857" y="82438"/>
                  </a:lnTo>
                  <a:lnTo>
                    <a:pt x="5419" y="42982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55983" y="3379929"/>
            <a:ext cx="1699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LoRa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45566" y="4341624"/>
            <a:ext cx="1946910" cy="869315"/>
            <a:chOff x="845566" y="4341624"/>
            <a:chExt cx="1946910" cy="869315"/>
          </a:xfrm>
        </p:grpSpPr>
        <p:sp>
          <p:nvSpPr>
            <p:cNvPr id="26" name="object 26"/>
            <p:cNvSpPr/>
            <p:nvPr/>
          </p:nvSpPr>
          <p:spPr>
            <a:xfrm>
              <a:off x="851916" y="43479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1916" y="43479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98180" y="4620945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Preamble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291573" y="4341625"/>
            <a:ext cx="1945639" cy="869315"/>
            <a:chOff x="9291573" y="4341625"/>
            <a:chExt cx="1945639" cy="869315"/>
          </a:xfrm>
        </p:grpSpPr>
        <p:sp>
          <p:nvSpPr>
            <p:cNvPr id="30" name="object 30"/>
            <p:cNvSpPr/>
            <p:nvPr/>
          </p:nvSpPr>
          <p:spPr>
            <a:xfrm>
              <a:off x="9297923" y="43479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97923" y="43479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034308" y="4620945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Segoe UI"/>
                <a:cs typeface="Segoe UI"/>
              </a:rPr>
              <a:t>CRC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58770" y="4341625"/>
            <a:ext cx="1945639" cy="869315"/>
            <a:chOff x="2858770" y="4341625"/>
            <a:chExt cx="1945639" cy="869315"/>
          </a:xfrm>
        </p:grpSpPr>
        <p:sp>
          <p:nvSpPr>
            <p:cNvPr id="34" name="object 34"/>
            <p:cNvSpPr/>
            <p:nvPr/>
          </p:nvSpPr>
          <p:spPr>
            <a:xfrm>
              <a:off x="2865120" y="43479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65120" y="43479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29534" y="4620945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295133" y="4341624"/>
            <a:ext cx="1946910" cy="869315"/>
            <a:chOff x="7295133" y="4341624"/>
            <a:chExt cx="1946910" cy="869315"/>
          </a:xfrm>
        </p:grpSpPr>
        <p:sp>
          <p:nvSpPr>
            <p:cNvPr id="38" name="object 38"/>
            <p:cNvSpPr/>
            <p:nvPr/>
          </p:nvSpPr>
          <p:spPr>
            <a:xfrm>
              <a:off x="7301483" y="43479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01483" y="43479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0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831750" y="4620945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Payload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870450" y="4341625"/>
            <a:ext cx="2376805" cy="869315"/>
            <a:chOff x="4870450" y="4341625"/>
            <a:chExt cx="2376805" cy="869315"/>
          </a:xfrm>
        </p:grpSpPr>
        <p:sp>
          <p:nvSpPr>
            <p:cNvPr id="42" name="object 42"/>
            <p:cNvSpPr/>
            <p:nvPr/>
          </p:nvSpPr>
          <p:spPr>
            <a:xfrm>
              <a:off x="4876800" y="4347975"/>
              <a:ext cx="2364105" cy="856615"/>
            </a:xfrm>
            <a:custGeom>
              <a:avLst/>
              <a:gdLst/>
              <a:ahLst/>
              <a:cxnLst/>
              <a:rect l="l" t="t" r="r" b="b"/>
              <a:pathLst>
                <a:path w="2364104" h="856614">
                  <a:moveTo>
                    <a:pt x="2220976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2220976" y="856488"/>
                  </a:lnTo>
                  <a:lnTo>
                    <a:pt x="2266096" y="849209"/>
                  </a:lnTo>
                  <a:lnTo>
                    <a:pt x="2305282" y="828942"/>
                  </a:lnTo>
                  <a:lnTo>
                    <a:pt x="2336183" y="798038"/>
                  </a:lnTo>
                  <a:lnTo>
                    <a:pt x="2356447" y="758849"/>
                  </a:lnTo>
                  <a:lnTo>
                    <a:pt x="2363724" y="713727"/>
                  </a:lnTo>
                  <a:lnTo>
                    <a:pt x="2363724" y="142748"/>
                  </a:lnTo>
                  <a:lnTo>
                    <a:pt x="2356447" y="97627"/>
                  </a:lnTo>
                  <a:lnTo>
                    <a:pt x="2336183" y="58441"/>
                  </a:lnTo>
                  <a:lnTo>
                    <a:pt x="2305282" y="27540"/>
                  </a:lnTo>
                  <a:lnTo>
                    <a:pt x="2266096" y="7276"/>
                  </a:lnTo>
                  <a:lnTo>
                    <a:pt x="2220976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76800" y="4347975"/>
              <a:ext cx="2364105" cy="856615"/>
            </a:xfrm>
            <a:custGeom>
              <a:avLst/>
              <a:gdLst/>
              <a:ahLst/>
              <a:cxnLst/>
              <a:rect l="l" t="t" r="r" b="b"/>
              <a:pathLst>
                <a:path w="2364104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2220976" y="0"/>
                  </a:lnTo>
                  <a:lnTo>
                    <a:pt x="2266096" y="7276"/>
                  </a:lnTo>
                  <a:lnTo>
                    <a:pt x="2305282" y="27540"/>
                  </a:lnTo>
                  <a:lnTo>
                    <a:pt x="2336183" y="58441"/>
                  </a:lnTo>
                  <a:lnTo>
                    <a:pt x="2356447" y="97627"/>
                  </a:lnTo>
                  <a:lnTo>
                    <a:pt x="2363724" y="142748"/>
                  </a:lnTo>
                  <a:lnTo>
                    <a:pt x="2363724" y="713727"/>
                  </a:lnTo>
                  <a:lnTo>
                    <a:pt x="2356447" y="758849"/>
                  </a:lnTo>
                  <a:lnTo>
                    <a:pt x="2336183" y="798038"/>
                  </a:lnTo>
                  <a:lnTo>
                    <a:pt x="2305282" y="828942"/>
                  </a:lnTo>
                  <a:lnTo>
                    <a:pt x="2266096" y="849209"/>
                  </a:lnTo>
                  <a:lnTo>
                    <a:pt x="2220976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078961" y="4620945"/>
            <a:ext cx="195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LoRaWAN</a:t>
            </a:r>
            <a:r>
              <a:rPr sz="1800" b="1" spc="-6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71905" y="5153405"/>
            <a:ext cx="10584180" cy="375285"/>
          </a:xfrm>
          <a:custGeom>
            <a:avLst/>
            <a:gdLst/>
            <a:ahLst/>
            <a:cxnLst/>
            <a:rect l="l" t="t" r="r" b="b"/>
            <a:pathLst>
              <a:path w="10584180" h="375285">
                <a:moveTo>
                  <a:pt x="10584180" y="0"/>
                </a:moveTo>
                <a:lnTo>
                  <a:pt x="10578760" y="42982"/>
                </a:lnTo>
                <a:lnTo>
                  <a:pt x="10563322" y="82438"/>
                </a:lnTo>
                <a:lnTo>
                  <a:pt x="10539099" y="117243"/>
                </a:lnTo>
                <a:lnTo>
                  <a:pt x="10507320" y="146272"/>
                </a:lnTo>
                <a:lnTo>
                  <a:pt x="10469219" y="168399"/>
                </a:lnTo>
                <a:lnTo>
                  <a:pt x="10426026" y="182501"/>
                </a:lnTo>
                <a:lnTo>
                  <a:pt x="10378973" y="187452"/>
                </a:lnTo>
                <a:lnTo>
                  <a:pt x="5482374" y="187452"/>
                </a:lnTo>
                <a:lnTo>
                  <a:pt x="5435321" y="192403"/>
                </a:lnTo>
                <a:lnTo>
                  <a:pt x="5392128" y="206506"/>
                </a:lnTo>
                <a:lnTo>
                  <a:pt x="5354026" y="228636"/>
                </a:lnTo>
                <a:lnTo>
                  <a:pt x="5322248" y="257668"/>
                </a:lnTo>
                <a:lnTo>
                  <a:pt x="5298024" y="292476"/>
                </a:lnTo>
                <a:lnTo>
                  <a:pt x="5282587" y="331933"/>
                </a:lnTo>
                <a:lnTo>
                  <a:pt x="5277167" y="374916"/>
                </a:lnTo>
                <a:lnTo>
                  <a:pt x="5271748" y="331933"/>
                </a:lnTo>
                <a:lnTo>
                  <a:pt x="5256310" y="292476"/>
                </a:lnTo>
                <a:lnTo>
                  <a:pt x="5232087" y="257668"/>
                </a:lnTo>
                <a:lnTo>
                  <a:pt x="5200310" y="228636"/>
                </a:lnTo>
                <a:lnTo>
                  <a:pt x="5162211" y="206506"/>
                </a:lnTo>
                <a:lnTo>
                  <a:pt x="5119021" y="192403"/>
                </a:lnTo>
                <a:lnTo>
                  <a:pt x="5071973" y="187452"/>
                </a:lnTo>
                <a:lnTo>
                  <a:pt x="205206" y="187452"/>
                </a:lnTo>
                <a:lnTo>
                  <a:pt x="158153" y="182501"/>
                </a:lnTo>
                <a:lnTo>
                  <a:pt x="114960" y="168399"/>
                </a:lnTo>
                <a:lnTo>
                  <a:pt x="76859" y="146272"/>
                </a:lnTo>
                <a:lnTo>
                  <a:pt x="45080" y="117243"/>
                </a:lnTo>
                <a:lnTo>
                  <a:pt x="20857" y="82438"/>
                </a:lnTo>
                <a:lnTo>
                  <a:pt x="5419" y="42982"/>
                </a:lnTo>
                <a:lnTo>
                  <a:pt x="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752430" y="5381192"/>
            <a:ext cx="5556250" cy="1231900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LoRaWAN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  <a:p>
            <a:pPr marL="3543935">
              <a:lnSpc>
                <a:spcPct val="100000"/>
              </a:lnSpc>
              <a:spcBef>
                <a:spcPts val="139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445195" y="6020693"/>
            <a:ext cx="653415" cy="626110"/>
          </a:xfrm>
          <a:custGeom>
            <a:avLst/>
            <a:gdLst/>
            <a:ahLst/>
            <a:cxnLst/>
            <a:rect l="l" t="t" r="r" b="b"/>
            <a:pathLst>
              <a:path w="653415" h="626109">
                <a:moveTo>
                  <a:pt x="0" y="0"/>
                </a:moveTo>
                <a:lnTo>
                  <a:pt x="32961" y="138070"/>
                </a:lnTo>
                <a:lnTo>
                  <a:pt x="89746" y="216148"/>
                </a:lnTo>
                <a:lnTo>
                  <a:pt x="211573" y="263084"/>
                </a:lnTo>
                <a:lnTo>
                  <a:pt x="439660" y="307725"/>
                </a:lnTo>
                <a:lnTo>
                  <a:pt x="454180" y="176243"/>
                </a:lnTo>
                <a:lnTo>
                  <a:pt x="652936" y="441525"/>
                </a:lnTo>
                <a:lnTo>
                  <a:pt x="406802" y="625936"/>
                </a:lnTo>
                <a:lnTo>
                  <a:pt x="419622" y="504254"/>
                </a:lnTo>
                <a:lnTo>
                  <a:pt x="415217" y="502964"/>
                </a:lnTo>
                <a:lnTo>
                  <a:pt x="360212" y="481839"/>
                </a:lnTo>
                <a:lnTo>
                  <a:pt x="298854" y="450491"/>
                </a:lnTo>
                <a:lnTo>
                  <a:pt x="263810" y="428772"/>
                </a:lnTo>
                <a:lnTo>
                  <a:pt x="227209" y="402638"/>
                </a:lnTo>
                <a:lnTo>
                  <a:pt x="190064" y="371801"/>
                </a:lnTo>
                <a:lnTo>
                  <a:pt x="153389" y="335971"/>
                </a:lnTo>
                <a:lnTo>
                  <a:pt x="118199" y="294861"/>
                </a:lnTo>
                <a:lnTo>
                  <a:pt x="85507" y="248181"/>
                </a:lnTo>
                <a:lnTo>
                  <a:pt x="56327" y="195644"/>
                </a:lnTo>
                <a:lnTo>
                  <a:pt x="31673" y="136960"/>
                </a:lnTo>
                <a:lnTo>
                  <a:pt x="12559" y="7184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70" dirty="0"/>
              <a:t> </a:t>
            </a:r>
            <a:r>
              <a:rPr spc="-20" dirty="0"/>
              <a:t>Frame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6986" y="1598425"/>
            <a:ext cx="1945639" cy="869315"/>
            <a:chOff x="776986" y="1598425"/>
            <a:chExt cx="1945639" cy="869315"/>
          </a:xfrm>
        </p:grpSpPr>
        <p:sp>
          <p:nvSpPr>
            <p:cNvPr id="4" name="object 4"/>
            <p:cNvSpPr/>
            <p:nvPr/>
          </p:nvSpPr>
          <p:spPr>
            <a:xfrm>
              <a:off x="783336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336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39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8732" y="1877747"/>
            <a:ext cx="1042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Preamble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221468" y="1598425"/>
            <a:ext cx="1945639" cy="869315"/>
            <a:chOff x="9221468" y="1598425"/>
            <a:chExt cx="1945639" cy="869315"/>
          </a:xfrm>
        </p:grpSpPr>
        <p:sp>
          <p:nvSpPr>
            <p:cNvPr id="8" name="object 8"/>
            <p:cNvSpPr/>
            <p:nvPr/>
          </p:nvSpPr>
          <p:spPr>
            <a:xfrm>
              <a:off x="9227820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F9C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27818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64859" y="1877747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Segoe UI"/>
                <a:cs typeface="Segoe UI"/>
              </a:rPr>
              <a:t>CRC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88666" y="1598424"/>
            <a:ext cx="1946910" cy="869315"/>
            <a:chOff x="2788666" y="1598424"/>
            <a:chExt cx="1946910" cy="869315"/>
          </a:xfrm>
        </p:grpSpPr>
        <p:sp>
          <p:nvSpPr>
            <p:cNvPr id="12" name="object 12"/>
            <p:cNvSpPr/>
            <p:nvPr/>
          </p:nvSpPr>
          <p:spPr>
            <a:xfrm>
              <a:off x="2795016" y="16047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1791208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91208" y="856488"/>
                  </a:lnTo>
                  <a:lnTo>
                    <a:pt x="1836328" y="849209"/>
                  </a:lnTo>
                  <a:lnTo>
                    <a:pt x="1875514" y="828943"/>
                  </a:lnTo>
                  <a:lnTo>
                    <a:pt x="1906415" y="798041"/>
                  </a:lnTo>
                  <a:lnTo>
                    <a:pt x="1926679" y="758856"/>
                  </a:lnTo>
                  <a:lnTo>
                    <a:pt x="1933956" y="713740"/>
                  </a:lnTo>
                  <a:lnTo>
                    <a:pt x="1933956" y="142748"/>
                  </a:lnTo>
                  <a:lnTo>
                    <a:pt x="1926679" y="97627"/>
                  </a:lnTo>
                  <a:lnTo>
                    <a:pt x="1906415" y="58441"/>
                  </a:lnTo>
                  <a:lnTo>
                    <a:pt x="1875514" y="27540"/>
                  </a:lnTo>
                  <a:lnTo>
                    <a:pt x="1836328" y="7276"/>
                  </a:lnTo>
                  <a:lnTo>
                    <a:pt x="1791208" y="0"/>
                  </a:lnTo>
                  <a:close/>
                </a:path>
              </a:pathLst>
            </a:custGeom>
            <a:solidFill>
              <a:srgbClr val="C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5016" y="1604774"/>
              <a:ext cx="1934210" cy="856615"/>
            </a:xfrm>
            <a:custGeom>
              <a:avLst/>
              <a:gdLst/>
              <a:ahLst/>
              <a:cxnLst/>
              <a:rect l="l" t="t" r="r" b="b"/>
              <a:pathLst>
                <a:path w="193421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91208" y="0"/>
                  </a:lnTo>
                  <a:lnTo>
                    <a:pt x="1836328" y="7276"/>
                  </a:lnTo>
                  <a:lnTo>
                    <a:pt x="1875514" y="27540"/>
                  </a:lnTo>
                  <a:lnTo>
                    <a:pt x="1906415" y="58441"/>
                  </a:lnTo>
                  <a:lnTo>
                    <a:pt x="1926679" y="97627"/>
                  </a:lnTo>
                  <a:lnTo>
                    <a:pt x="1933956" y="142748"/>
                  </a:lnTo>
                  <a:lnTo>
                    <a:pt x="1933956" y="713740"/>
                  </a:lnTo>
                  <a:lnTo>
                    <a:pt x="1926679" y="758856"/>
                  </a:lnTo>
                  <a:lnTo>
                    <a:pt x="1906415" y="798041"/>
                  </a:lnTo>
                  <a:lnTo>
                    <a:pt x="1875514" y="828943"/>
                  </a:lnTo>
                  <a:lnTo>
                    <a:pt x="1836328" y="849209"/>
                  </a:lnTo>
                  <a:lnTo>
                    <a:pt x="1791208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60087" y="1877747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26554" y="1598425"/>
            <a:ext cx="1945639" cy="869315"/>
            <a:chOff x="7226554" y="1598425"/>
            <a:chExt cx="1945639" cy="869315"/>
          </a:xfrm>
        </p:grpSpPr>
        <p:sp>
          <p:nvSpPr>
            <p:cNvPr id="16" name="object 16"/>
            <p:cNvSpPr/>
            <p:nvPr/>
          </p:nvSpPr>
          <p:spPr>
            <a:xfrm>
              <a:off x="7232904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1789683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27"/>
                  </a:lnTo>
                  <a:lnTo>
                    <a:pt x="7276" y="758849"/>
                  </a:lnTo>
                  <a:lnTo>
                    <a:pt x="27540" y="798038"/>
                  </a:lnTo>
                  <a:lnTo>
                    <a:pt x="58441" y="828942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1789683" y="856488"/>
                  </a:lnTo>
                  <a:lnTo>
                    <a:pt x="1834804" y="849209"/>
                  </a:lnTo>
                  <a:lnTo>
                    <a:pt x="1873990" y="828942"/>
                  </a:lnTo>
                  <a:lnTo>
                    <a:pt x="1904891" y="798038"/>
                  </a:lnTo>
                  <a:lnTo>
                    <a:pt x="1925155" y="758849"/>
                  </a:lnTo>
                  <a:lnTo>
                    <a:pt x="1932432" y="713727"/>
                  </a:lnTo>
                  <a:lnTo>
                    <a:pt x="1932432" y="142748"/>
                  </a:lnTo>
                  <a:lnTo>
                    <a:pt x="1925155" y="97627"/>
                  </a:lnTo>
                  <a:lnTo>
                    <a:pt x="1904891" y="58441"/>
                  </a:lnTo>
                  <a:lnTo>
                    <a:pt x="1873990" y="27540"/>
                  </a:lnTo>
                  <a:lnTo>
                    <a:pt x="1834804" y="7276"/>
                  </a:lnTo>
                  <a:lnTo>
                    <a:pt x="1789683" y="0"/>
                  </a:lnTo>
                  <a:close/>
                </a:path>
              </a:pathLst>
            </a:custGeom>
            <a:solidFill>
              <a:srgbClr val="66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2904" y="1604775"/>
              <a:ext cx="1932939" cy="856615"/>
            </a:xfrm>
            <a:custGeom>
              <a:avLst/>
              <a:gdLst/>
              <a:ahLst/>
              <a:cxnLst/>
              <a:rect l="l" t="t" r="r" b="b"/>
              <a:pathLst>
                <a:path w="193294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1789683" y="0"/>
                  </a:lnTo>
                  <a:lnTo>
                    <a:pt x="1834804" y="7276"/>
                  </a:lnTo>
                  <a:lnTo>
                    <a:pt x="1873990" y="27540"/>
                  </a:lnTo>
                  <a:lnTo>
                    <a:pt x="1904891" y="58441"/>
                  </a:lnTo>
                  <a:lnTo>
                    <a:pt x="1925155" y="97627"/>
                  </a:lnTo>
                  <a:lnTo>
                    <a:pt x="1932432" y="142748"/>
                  </a:lnTo>
                  <a:lnTo>
                    <a:pt x="1932432" y="713727"/>
                  </a:lnTo>
                  <a:lnTo>
                    <a:pt x="1925155" y="758849"/>
                  </a:lnTo>
                  <a:lnTo>
                    <a:pt x="1904891" y="798038"/>
                  </a:lnTo>
                  <a:lnTo>
                    <a:pt x="1873990" y="828942"/>
                  </a:lnTo>
                  <a:lnTo>
                    <a:pt x="1834804" y="849209"/>
                  </a:lnTo>
                  <a:lnTo>
                    <a:pt x="1789683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2"/>
                  </a:lnTo>
                  <a:lnTo>
                    <a:pt x="27540" y="798038"/>
                  </a:lnTo>
                  <a:lnTo>
                    <a:pt x="7276" y="758849"/>
                  </a:lnTo>
                  <a:lnTo>
                    <a:pt x="0" y="713727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62303" y="1877747"/>
            <a:ext cx="87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Payload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01870" y="1598424"/>
            <a:ext cx="2374900" cy="869315"/>
            <a:chOff x="4801870" y="1598424"/>
            <a:chExt cx="2374900" cy="869315"/>
          </a:xfrm>
        </p:grpSpPr>
        <p:sp>
          <p:nvSpPr>
            <p:cNvPr id="20" name="object 20"/>
            <p:cNvSpPr/>
            <p:nvPr/>
          </p:nvSpPr>
          <p:spPr>
            <a:xfrm>
              <a:off x="4808220" y="1604774"/>
              <a:ext cx="2362200" cy="856615"/>
            </a:xfrm>
            <a:custGeom>
              <a:avLst/>
              <a:gdLst/>
              <a:ahLst/>
              <a:cxnLst/>
              <a:rect l="l" t="t" r="r" b="b"/>
              <a:pathLst>
                <a:path w="2362200" h="856614">
                  <a:moveTo>
                    <a:pt x="2219452" y="0"/>
                  </a:moveTo>
                  <a:lnTo>
                    <a:pt x="142748" y="0"/>
                  </a:lnTo>
                  <a:lnTo>
                    <a:pt x="97627" y="7276"/>
                  </a:lnTo>
                  <a:lnTo>
                    <a:pt x="58441" y="27540"/>
                  </a:lnTo>
                  <a:lnTo>
                    <a:pt x="27540" y="58441"/>
                  </a:lnTo>
                  <a:lnTo>
                    <a:pt x="7276" y="97627"/>
                  </a:lnTo>
                  <a:lnTo>
                    <a:pt x="0" y="142748"/>
                  </a:lnTo>
                  <a:lnTo>
                    <a:pt x="0" y="713740"/>
                  </a:lnTo>
                  <a:lnTo>
                    <a:pt x="7276" y="758856"/>
                  </a:lnTo>
                  <a:lnTo>
                    <a:pt x="27540" y="798041"/>
                  </a:lnTo>
                  <a:lnTo>
                    <a:pt x="58441" y="828943"/>
                  </a:lnTo>
                  <a:lnTo>
                    <a:pt x="97627" y="849209"/>
                  </a:lnTo>
                  <a:lnTo>
                    <a:pt x="142748" y="856488"/>
                  </a:lnTo>
                  <a:lnTo>
                    <a:pt x="2219452" y="856488"/>
                  </a:lnTo>
                  <a:lnTo>
                    <a:pt x="2264572" y="849209"/>
                  </a:lnTo>
                  <a:lnTo>
                    <a:pt x="2303758" y="828943"/>
                  </a:lnTo>
                  <a:lnTo>
                    <a:pt x="2334659" y="798041"/>
                  </a:lnTo>
                  <a:lnTo>
                    <a:pt x="2354923" y="758856"/>
                  </a:lnTo>
                  <a:lnTo>
                    <a:pt x="2362200" y="713740"/>
                  </a:lnTo>
                  <a:lnTo>
                    <a:pt x="2362200" y="142748"/>
                  </a:lnTo>
                  <a:lnTo>
                    <a:pt x="2354923" y="97627"/>
                  </a:lnTo>
                  <a:lnTo>
                    <a:pt x="2334659" y="58441"/>
                  </a:lnTo>
                  <a:lnTo>
                    <a:pt x="2303758" y="27540"/>
                  </a:lnTo>
                  <a:lnTo>
                    <a:pt x="2264572" y="7276"/>
                  </a:lnTo>
                  <a:lnTo>
                    <a:pt x="2219452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8220" y="1604774"/>
              <a:ext cx="2362200" cy="856615"/>
            </a:xfrm>
            <a:custGeom>
              <a:avLst/>
              <a:gdLst/>
              <a:ahLst/>
              <a:cxnLst/>
              <a:rect l="l" t="t" r="r" b="b"/>
              <a:pathLst>
                <a:path w="2362200" h="856614">
                  <a:moveTo>
                    <a:pt x="0" y="142748"/>
                  </a:moveTo>
                  <a:lnTo>
                    <a:pt x="7276" y="97627"/>
                  </a:lnTo>
                  <a:lnTo>
                    <a:pt x="27540" y="58441"/>
                  </a:lnTo>
                  <a:lnTo>
                    <a:pt x="58441" y="27540"/>
                  </a:lnTo>
                  <a:lnTo>
                    <a:pt x="97627" y="7276"/>
                  </a:lnTo>
                  <a:lnTo>
                    <a:pt x="142748" y="0"/>
                  </a:lnTo>
                  <a:lnTo>
                    <a:pt x="2219452" y="0"/>
                  </a:lnTo>
                  <a:lnTo>
                    <a:pt x="2264572" y="7276"/>
                  </a:lnTo>
                  <a:lnTo>
                    <a:pt x="2303758" y="27540"/>
                  </a:lnTo>
                  <a:lnTo>
                    <a:pt x="2334659" y="58441"/>
                  </a:lnTo>
                  <a:lnTo>
                    <a:pt x="2354923" y="97627"/>
                  </a:lnTo>
                  <a:lnTo>
                    <a:pt x="2362200" y="142748"/>
                  </a:lnTo>
                  <a:lnTo>
                    <a:pt x="2362200" y="713740"/>
                  </a:lnTo>
                  <a:lnTo>
                    <a:pt x="2354923" y="758856"/>
                  </a:lnTo>
                  <a:lnTo>
                    <a:pt x="2334659" y="798041"/>
                  </a:lnTo>
                  <a:lnTo>
                    <a:pt x="2303758" y="828943"/>
                  </a:lnTo>
                  <a:lnTo>
                    <a:pt x="2264572" y="849209"/>
                  </a:lnTo>
                  <a:lnTo>
                    <a:pt x="2219452" y="856488"/>
                  </a:lnTo>
                  <a:lnTo>
                    <a:pt x="142748" y="856488"/>
                  </a:lnTo>
                  <a:lnTo>
                    <a:pt x="97627" y="849209"/>
                  </a:lnTo>
                  <a:lnTo>
                    <a:pt x="58441" y="828943"/>
                  </a:lnTo>
                  <a:lnTo>
                    <a:pt x="27540" y="798041"/>
                  </a:lnTo>
                  <a:lnTo>
                    <a:pt x="7276" y="758856"/>
                  </a:lnTo>
                  <a:lnTo>
                    <a:pt x="0" y="713740"/>
                  </a:lnTo>
                  <a:lnTo>
                    <a:pt x="0" y="142748"/>
                  </a:lnTo>
                  <a:close/>
                </a:path>
              </a:pathLst>
            </a:custGeom>
            <a:ln w="1270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09512" y="1877747"/>
            <a:ext cx="195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LoRaWAN</a:t>
            </a:r>
            <a:r>
              <a:rPr sz="1800" b="1" spc="-6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Header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326" y="2410205"/>
            <a:ext cx="10582910" cy="375285"/>
          </a:xfrm>
          <a:custGeom>
            <a:avLst/>
            <a:gdLst/>
            <a:ahLst/>
            <a:cxnLst/>
            <a:rect l="l" t="t" r="r" b="b"/>
            <a:pathLst>
              <a:path w="10582910" h="375285">
                <a:moveTo>
                  <a:pt x="10582656" y="0"/>
                </a:moveTo>
                <a:lnTo>
                  <a:pt x="10577237" y="42977"/>
                </a:lnTo>
                <a:lnTo>
                  <a:pt x="10561802" y="82430"/>
                </a:lnTo>
                <a:lnTo>
                  <a:pt x="10537582" y="117232"/>
                </a:lnTo>
                <a:lnTo>
                  <a:pt x="10505809" y="146260"/>
                </a:lnTo>
                <a:lnTo>
                  <a:pt x="10467714" y="168387"/>
                </a:lnTo>
                <a:lnTo>
                  <a:pt x="10424530" y="182488"/>
                </a:lnTo>
                <a:lnTo>
                  <a:pt x="10377487" y="187439"/>
                </a:lnTo>
                <a:lnTo>
                  <a:pt x="5481586" y="187439"/>
                </a:lnTo>
                <a:lnTo>
                  <a:pt x="5434539" y="192389"/>
                </a:lnTo>
                <a:lnTo>
                  <a:pt x="5391351" y="206488"/>
                </a:lnTo>
                <a:lnTo>
                  <a:pt x="5353254" y="228613"/>
                </a:lnTo>
                <a:lnTo>
                  <a:pt x="5321480" y="257638"/>
                </a:lnTo>
                <a:lnTo>
                  <a:pt x="5297259" y="292438"/>
                </a:lnTo>
                <a:lnTo>
                  <a:pt x="5281824" y="331889"/>
                </a:lnTo>
                <a:lnTo>
                  <a:pt x="5276405" y="374865"/>
                </a:lnTo>
                <a:lnTo>
                  <a:pt x="5270986" y="331889"/>
                </a:lnTo>
                <a:lnTo>
                  <a:pt x="5255551" y="292438"/>
                </a:lnTo>
                <a:lnTo>
                  <a:pt x="5231331" y="257638"/>
                </a:lnTo>
                <a:lnTo>
                  <a:pt x="5199558" y="228613"/>
                </a:lnTo>
                <a:lnTo>
                  <a:pt x="5161464" y="206488"/>
                </a:lnTo>
                <a:lnTo>
                  <a:pt x="5118279" y="192389"/>
                </a:lnTo>
                <a:lnTo>
                  <a:pt x="5071236" y="187439"/>
                </a:lnTo>
                <a:lnTo>
                  <a:pt x="205168" y="187439"/>
                </a:lnTo>
                <a:lnTo>
                  <a:pt x="158125" y="182488"/>
                </a:lnTo>
                <a:lnTo>
                  <a:pt x="114941" y="168387"/>
                </a:lnTo>
                <a:lnTo>
                  <a:pt x="76846" y="146260"/>
                </a:lnTo>
                <a:lnTo>
                  <a:pt x="45073" y="117232"/>
                </a:lnTo>
                <a:lnTo>
                  <a:pt x="20853" y="82430"/>
                </a:lnTo>
                <a:lnTo>
                  <a:pt x="5418" y="42977"/>
                </a:lnTo>
                <a:lnTo>
                  <a:pt x="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82981" y="2814827"/>
            <a:ext cx="2455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LoRaWAN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23180" y="2879756"/>
            <a:ext cx="1877060" cy="11855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41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  <a:p>
            <a:pPr marL="238760">
              <a:lnSpc>
                <a:spcPct val="100000"/>
              </a:lnSpc>
              <a:spcBef>
                <a:spcPts val="23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46,3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ms</a:t>
            </a:r>
            <a:r>
              <a:rPr sz="2000" b="1" spc="4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(SF7)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1155,1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ms</a:t>
            </a:r>
            <a:r>
              <a:rPr sz="2000" b="1" spc="4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(SF12)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604432" y="4973919"/>
            <a:ext cx="1209040" cy="17145"/>
          </a:xfrm>
          <a:custGeom>
            <a:avLst/>
            <a:gdLst/>
            <a:ahLst/>
            <a:cxnLst/>
            <a:rect l="l" t="t" r="r" b="b"/>
            <a:pathLst>
              <a:path w="1209040" h="17145">
                <a:moveTo>
                  <a:pt x="1208532" y="0"/>
                </a:moveTo>
                <a:lnTo>
                  <a:pt x="0" y="0"/>
                </a:lnTo>
                <a:lnTo>
                  <a:pt x="0" y="16764"/>
                </a:lnTo>
                <a:lnTo>
                  <a:pt x="1208532" y="16764"/>
                </a:lnTo>
                <a:lnTo>
                  <a:pt x="12085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66296" y="4595459"/>
            <a:ext cx="2806700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0">
              <a:lnSpc>
                <a:spcPts val="1955"/>
              </a:lnSpc>
              <a:spcBef>
                <a:spcPts val="100"/>
              </a:spcBef>
            </a:pP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𝟖𝟖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ts val="1955"/>
              </a:lnSpc>
            </a:pPr>
            <a:r>
              <a:rPr sz="3000" spc="-772" baseline="-37500" dirty="0">
                <a:solidFill>
                  <a:srgbClr val="FF0000"/>
                </a:solidFill>
                <a:latin typeface="Cambria Math"/>
                <a:cs typeface="Cambria Math"/>
              </a:rPr>
              <a:t>𝟓𝟓𝟔𝟔,</a:t>
            </a:r>
            <a:r>
              <a:rPr sz="3000" spc="-157" baseline="-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615" baseline="-37500" dirty="0">
                <a:solidFill>
                  <a:srgbClr val="FF0000"/>
                </a:solidFill>
                <a:latin typeface="Cambria Math"/>
                <a:cs typeface="Cambria Math"/>
              </a:rPr>
              <a:t>𝟑𝟑.</a:t>
            </a:r>
            <a:r>
              <a:rPr sz="3000" spc="-150" baseline="-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517" baseline="-37500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175" spc="-517" baseline="-28735" dirty="0">
                <a:solidFill>
                  <a:srgbClr val="FF0000"/>
                </a:solidFill>
                <a:latin typeface="Cambria Math"/>
                <a:cs typeface="Cambria Math"/>
              </a:rPr>
              <a:t>−𝟑𝟑</a:t>
            </a:r>
            <a:r>
              <a:rPr sz="2175" spc="502" baseline="-287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400" dirty="0">
                <a:solidFill>
                  <a:srgbClr val="FF0000"/>
                </a:solidFill>
                <a:latin typeface="Cambria Math"/>
                <a:cs typeface="Cambria Math"/>
              </a:rPr>
              <a:t>1𝟕𝟕𝟐𝟐,</a:t>
            </a:r>
            <a:r>
              <a:rPr sz="20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15" dirty="0">
                <a:solidFill>
                  <a:srgbClr val="FF0000"/>
                </a:solidFill>
                <a:latin typeface="Cambria Math"/>
                <a:cs typeface="Cambria Math"/>
              </a:rPr>
              <a:t>𝟕𝟕</a:t>
            </a:r>
            <a:r>
              <a:rPr sz="2000" spc="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7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604431" y="6021129"/>
            <a:ext cx="1513840" cy="17145"/>
          </a:xfrm>
          <a:custGeom>
            <a:avLst/>
            <a:gdLst/>
            <a:ahLst/>
            <a:cxnLst/>
            <a:rect l="l" t="t" r="r" b="b"/>
            <a:pathLst>
              <a:path w="1513840" h="17145">
                <a:moveTo>
                  <a:pt x="1513332" y="0"/>
                </a:moveTo>
                <a:lnTo>
                  <a:pt x="0" y="0"/>
                </a:lnTo>
                <a:lnTo>
                  <a:pt x="0" y="16764"/>
                </a:lnTo>
                <a:lnTo>
                  <a:pt x="1513332" y="16764"/>
                </a:lnTo>
                <a:lnTo>
                  <a:pt x="15133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66331" y="5585367"/>
            <a:ext cx="2806065" cy="7512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717550">
              <a:lnSpc>
                <a:spcPct val="100000"/>
              </a:lnSpc>
              <a:spcBef>
                <a:spcPts val="555"/>
              </a:spcBef>
            </a:pP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𝟖𝟖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2000" spc="-330" dirty="0">
                <a:solidFill>
                  <a:srgbClr val="FF0000"/>
                </a:solidFill>
                <a:latin typeface="Cambria Math"/>
                <a:cs typeface="Cambria Math"/>
              </a:rPr>
              <a:t>11𝟓𝟓𝟓𝟓,</a:t>
            </a:r>
            <a:r>
              <a:rPr sz="20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1.</a:t>
            </a:r>
            <a:r>
              <a:rPr sz="20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345" dirty="0">
                <a:solidFill>
                  <a:srgbClr val="FF0000"/>
                </a:solidFill>
                <a:latin typeface="Cambria Math"/>
                <a:cs typeface="Cambria Math"/>
              </a:rPr>
              <a:t>1𝟏𝟏</a:t>
            </a:r>
            <a:r>
              <a:rPr sz="2175" spc="-517" baseline="22988" dirty="0">
                <a:solidFill>
                  <a:srgbClr val="FF0000"/>
                </a:solidFill>
                <a:latin typeface="Cambria Math"/>
                <a:cs typeface="Cambria Math"/>
              </a:rPr>
              <a:t>−𝟑𝟑</a:t>
            </a:r>
            <a:r>
              <a:rPr sz="2175" spc="517" baseline="2298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375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202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615" baseline="37500" dirty="0">
                <a:solidFill>
                  <a:srgbClr val="FF0000"/>
                </a:solidFill>
                <a:latin typeface="Cambria Math"/>
                <a:cs typeface="Cambria Math"/>
              </a:rPr>
              <a:t>𝟔𝟔,</a:t>
            </a:r>
            <a:r>
              <a:rPr sz="3000" spc="-142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922" baseline="37500" dirty="0">
                <a:solidFill>
                  <a:srgbClr val="FF0000"/>
                </a:solidFill>
                <a:latin typeface="Cambria Math"/>
                <a:cs typeface="Cambria Math"/>
              </a:rPr>
              <a:t>𝟗𝟗</a:t>
            </a:r>
            <a:r>
              <a:rPr sz="3000" spc="30" baseline="375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1005" baseline="3750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3000" baseline="375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00556" y="4762624"/>
            <a:ext cx="546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78146" y="4762624"/>
            <a:ext cx="1351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00556" y="5798944"/>
            <a:ext cx="7125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578675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r>
              <a:rPr sz="2400" dirty="0">
                <a:latin typeface="Segoe UI"/>
                <a:cs typeface="Segoe UI"/>
              </a:rPr>
              <a:t>	Bit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Rate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Duty-</a:t>
            </a:r>
            <a:r>
              <a:rPr dirty="0"/>
              <a:t>cycle</a:t>
            </a:r>
            <a:r>
              <a:rPr spc="-9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10" dirty="0"/>
              <a:t>LoRaWAN</a:t>
            </a:r>
            <a:r>
              <a:rPr spc="-95" dirty="0"/>
              <a:t> </a:t>
            </a:r>
            <a:r>
              <a:rPr spc="-10" dirty="0"/>
              <a:t>(EU868)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1121" y="4394892"/>
            <a:ext cx="546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1: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SF7,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&gt;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3367" y="4394892"/>
            <a:ext cx="143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755" algn="l"/>
              </a:tabLst>
            </a:pP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Rate</a:t>
            </a:r>
            <a:r>
              <a:rPr sz="2400" dirty="0">
                <a:latin typeface="Segoe UI"/>
                <a:cs typeface="Segoe UI"/>
              </a:rPr>
              <a:t>	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1121" y="5431212"/>
            <a:ext cx="7125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6903720" algn="l"/>
              </a:tabLst>
            </a:pPr>
            <a:r>
              <a:rPr sz="2400" b="1" dirty="0">
                <a:latin typeface="Segoe UI"/>
                <a:cs typeface="Segoe UI"/>
              </a:rPr>
              <a:t>Case</a:t>
            </a:r>
            <a:r>
              <a:rPr sz="2400" b="1" spc="-5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2: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SF12,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125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kHz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CR4/5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&gt;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Bit</a:t>
            </a:r>
            <a:r>
              <a:rPr sz="2400" spc="-1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Rate</a:t>
            </a:r>
            <a:r>
              <a:rPr sz="2400" dirty="0">
                <a:latin typeface="Segoe UI"/>
                <a:cs typeface="Segoe UI"/>
              </a:rPr>
              <a:t>	</a:t>
            </a:r>
            <a:r>
              <a:rPr sz="2400" spc="-50" dirty="0">
                <a:latin typeface="Segoe UI"/>
                <a:cs typeface="Segoe UI"/>
              </a:rPr>
              <a:t>=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6186" y="1943690"/>
            <a:ext cx="3479165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9215" indent="28575">
              <a:lnSpc>
                <a:spcPct val="1367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channels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Spreading</a:t>
            </a:r>
            <a:r>
              <a:rPr sz="24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Factor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Limit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transmission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14651" y="4590897"/>
            <a:ext cx="704215" cy="17145"/>
          </a:xfrm>
          <a:custGeom>
            <a:avLst/>
            <a:gdLst/>
            <a:ahLst/>
            <a:cxnLst/>
            <a:rect l="l" t="t" r="r" b="b"/>
            <a:pathLst>
              <a:path w="704215" h="17145">
                <a:moveTo>
                  <a:pt x="704087" y="0"/>
                </a:moveTo>
                <a:lnTo>
                  <a:pt x="0" y="0"/>
                </a:lnTo>
                <a:lnTo>
                  <a:pt x="0" y="16763"/>
                </a:lnTo>
                <a:lnTo>
                  <a:pt x="704087" y="16763"/>
                </a:lnTo>
                <a:lnTo>
                  <a:pt x="7040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01946" y="4212435"/>
            <a:ext cx="729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0" dirty="0">
                <a:solidFill>
                  <a:srgbClr val="FF0000"/>
                </a:solidFill>
                <a:latin typeface="Cambria Math"/>
                <a:cs typeface="Cambria Math"/>
              </a:rPr>
              <a:t>1𝟕𝟕𝟐𝟐,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𝟕𝟕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5382" y="4575109"/>
            <a:ext cx="4832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84" dirty="0">
                <a:solidFill>
                  <a:srgbClr val="FF0000"/>
                </a:solidFill>
                <a:latin typeface="Cambria Math"/>
                <a:cs typeface="Cambria Math"/>
              </a:rPr>
              <a:t>1𝟏𝟏𝟏𝟏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6159" y="4404334"/>
            <a:ext cx="1325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1,</a:t>
            </a:r>
            <a:r>
              <a:rPr sz="20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15" dirty="0">
                <a:solidFill>
                  <a:srgbClr val="FF0000"/>
                </a:solidFill>
                <a:latin typeface="Cambria Math"/>
                <a:cs typeface="Cambria Math"/>
              </a:rPr>
              <a:t>𝟕𝟕𝟑𝟑</a:t>
            </a:r>
            <a:r>
              <a:rPr sz="20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7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02281" y="5629249"/>
            <a:ext cx="457200" cy="17145"/>
          </a:xfrm>
          <a:custGeom>
            <a:avLst/>
            <a:gdLst/>
            <a:ahLst/>
            <a:cxnLst/>
            <a:rect l="l" t="t" r="r" b="b"/>
            <a:pathLst>
              <a:path w="457200" h="17145">
                <a:moveTo>
                  <a:pt x="457200" y="0"/>
                </a:moveTo>
                <a:lnTo>
                  <a:pt x="0" y="0"/>
                </a:lnTo>
                <a:lnTo>
                  <a:pt x="0" y="16764"/>
                </a:lnTo>
                <a:lnTo>
                  <a:pt x="457200" y="16764"/>
                </a:lnTo>
                <a:lnTo>
                  <a:pt x="457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89518" y="5250783"/>
            <a:ext cx="185293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ts val="1955"/>
              </a:lnSpc>
              <a:spcBef>
                <a:spcPts val="100"/>
              </a:spcBef>
            </a:pPr>
            <a:r>
              <a:rPr sz="2000" spc="-409" dirty="0">
                <a:solidFill>
                  <a:srgbClr val="FF0000"/>
                </a:solidFill>
                <a:latin typeface="Cambria Math"/>
                <a:cs typeface="Cambria Math"/>
              </a:rPr>
              <a:t>𝟔𝟔,</a:t>
            </a:r>
            <a:r>
              <a:rPr sz="20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40" dirty="0">
                <a:solidFill>
                  <a:srgbClr val="FF0000"/>
                </a:solidFill>
                <a:latin typeface="Cambria Math"/>
                <a:cs typeface="Cambria Math"/>
              </a:rPr>
              <a:t>𝟗𝟗</a:t>
            </a:r>
            <a:endParaRPr sz="2000">
              <a:latin typeface="Cambria Math"/>
              <a:cs typeface="Cambria Math"/>
            </a:endParaRPr>
          </a:p>
          <a:p>
            <a:pPr marL="539750">
              <a:lnSpc>
                <a:spcPts val="1430"/>
              </a:lnSpc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409" dirty="0">
                <a:solidFill>
                  <a:srgbClr val="FF0000"/>
                </a:solidFill>
                <a:latin typeface="Cambria Math"/>
                <a:cs typeface="Cambria Math"/>
              </a:rPr>
              <a:t>𝟏𝟏,</a:t>
            </a:r>
            <a:r>
              <a:rPr sz="20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15" dirty="0">
                <a:solidFill>
                  <a:srgbClr val="FF0000"/>
                </a:solidFill>
                <a:latin typeface="Cambria Math"/>
                <a:cs typeface="Cambria Math"/>
              </a:rPr>
              <a:t>𝟏𝟏𝟕𝟕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70" dirty="0">
                <a:solidFill>
                  <a:srgbClr val="FF0000"/>
                </a:solidFill>
                <a:latin typeface="Cambria Math"/>
                <a:cs typeface="Cambria Math"/>
              </a:rPr>
              <a:t>𝐛𝐛𝐛𝐛𝐛𝐛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1870"/>
              </a:lnSpc>
            </a:pPr>
            <a:r>
              <a:rPr sz="2000" spc="-484" dirty="0">
                <a:solidFill>
                  <a:srgbClr val="FF0000"/>
                </a:solidFill>
                <a:latin typeface="Cambria Math"/>
                <a:cs typeface="Cambria Math"/>
              </a:rPr>
              <a:t>1𝟏𝟏𝟏𝟏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948" y="1547216"/>
            <a:ext cx="232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LoRa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transmission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40621" y="2034920"/>
            <a:ext cx="451484" cy="876935"/>
          </a:xfrm>
          <a:custGeom>
            <a:avLst/>
            <a:gdLst/>
            <a:ahLst/>
            <a:cxnLst/>
            <a:rect l="l" t="t" r="r" b="b"/>
            <a:pathLst>
              <a:path w="451485" h="876935">
                <a:moveTo>
                  <a:pt x="21513" y="534073"/>
                </a:moveTo>
                <a:lnTo>
                  <a:pt x="0" y="443941"/>
                </a:lnTo>
                <a:lnTo>
                  <a:pt x="14173" y="514642"/>
                </a:lnTo>
                <a:lnTo>
                  <a:pt x="21513" y="534073"/>
                </a:lnTo>
                <a:close/>
              </a:path>
              <a:path w="451485" h="876935">
                <a:moveTo>
                  <a:pt x="21526" y="90131"/>
                </a:moveTo>
                <a:lnTo>
                  <a:pt x="0" y="0"/>
                </a:lnTo>
                <a:lnTo>
                  <a:pt x="14173" y="70700"/>
                </a:lnTo>
                <a:lnTo>
                  <a:pt x="21526" y="90131"/>
                </a:lnTo>
                <a:close/>
              </a:path>
              <a:path w="451485" h="876935">
                <a:moveTo>
                  <a:pt x="24333" y="541528"/>
                </a:moveTo>
                <a:lnTo>
                  <a:pt x="21513" y="534073"/>
                </a:lnTo>
                <a:lnTo>
                  <a:pt x="22796" y="539394"/>
                </a:lnTo>
                <a:lnTo>
                  <a:pt x="24333" y="541528"/>
                </a:lnTo>
                <a:close/>
              </a:path>
              <a:path w="451485" h="876935">
                <a:moveTo>
                  <a:pt x="24345" y="97586"/>
                </a:moveTo>
                <a:lnTo>
                  <a:pt x="21526" y="90131"/>
                </a:lnTo>
                <a:lnTo>
                  <a:pt x="22796" y="95465"/>
                </a:lnTo>
                <a:lnTo>
                  <a:pt x="24345" y="97586"/>
                </a:lnTo>
                <a:close/>
              </a:path>
              <a:path w="451485" h="876935">
                <a:moveTo>
                  <a:pt x="451434" y="749211"/>
                </a:moveTo>
                <a:lnTo>
                  <a:pt x="314020" y="565785"/>
                </a:lnTo>
                <a:lnTo>
                  <a:pt x="303987" y="656691"/>
                </a:lnTo>
                <a:lnTo>
                  <a:pt x="146278" y="625830"/>
                </a:lnTo>
                <a:lnTo>
                  <a:pt x="62052" y="593382"/>
                </a:lnTo>
                <a:lnTo>
                  <a:pt x="24333" y="541528"/>
                </a:lnTo>
                <a:lnTo>
                  <a:pt x="37261" y="575691"/>
                </a:lnTo>
                <a:lnTo>
                  <a:pt x="67094" y="627722"/>
                </a:lnTo>
                <a:lnTo>
                  <a:pt x="101536" y="671334"/>
                </a:lnTo>
                <a:lnTo>
                  <a:pt x="138417" y="707148"/>
                </a:lnTo>
                <a:lnTo>
                  <a:pt x="175577" y="735774"/>
                </a:lnTo>
                <a:lnTo>
                  <a:pt x="188048" y="743559"/>
                </a:lnTo>
                <a:lnTo>
                  <a:pt x="210858" y="757821"/>
                </a:lnTo>
                <a:lnTo>
                  <a:pt x="242125" y="773912"/>
                </a:lnTo>
                <a:lnTo>
                  <a:pt x="267182" y="784656"/>
                </a:lnTo>
                <a:lnTo>
                  <a:pt x="283908" y="790676"/>
                </a:lnTo>
                <a:lnTo>
                  <a:pt x="290131" y="792581"/>
                </a:lnTo>
                <a:lnTo>
                  <a:pt x="281266" y="876706"/>
                </a:lnTo>
                <a:lnTo>
                  <a:pt x="451434" y="749211"/>
                </a:lnTo>
                <a:close/>
              </a:path>
              <a:path w="451485" h="876935">
                <a:moveTo>
                  <a:pt x="451446" y="305269"/>
                </a:moveTo>
                <a:lnTo>
                  <a:pt x="314020" y="121856"/>
                </a:lnTo>
                <a:lnTo>
                  <a:pt x="303987" y="212763"/>
                </a:lnTo>
                <a:lnTo>
                  <a:pt x="146278" y="181889"/>
                </a:lnTo>
                <a:lnTo>
                  <a:pt x="62052" y="149440"/>
                </a:lnTo>
                <a:lnTo>
                  <a:pt x="24345" y="97586"/>
                </a:lnTo>
                <a:lnTo>
                  <a:pt x="37261" y="131762"/>
                </a:lnTo>
                <a:lnTo>
                  <a:pt x="67094" y="183781"/>
                </a:lnTo>
                <a:lnTo>
                  <a:pt x="101536" y="227393"/>
                </a:lnTo>
                <a:lnTo>
                  <a:pt x="138417" y="263207"/>
                </a:lnTo>
                <a:lnTo>
                  <a:pt x="175577" y="291833"/>
                </a:lnTo>
                <a:lnTo>
                  <a:pt x="210870" y="313880"/>
                </a:lnTo>
                <a:lnTo>
                  <a:pt x="267182" y="340728"/>
                </a:lnTo>
                <a:lnTo>
                  <a:pt x="290131" y="348640"/>
                </a:lnTo>
                <a:lnTo>
                  <a:pt x="281266" y="432765"/>
                </a:lnTo>
                <a:lnTo>
                  <a:pt x="451446" y="3052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40631" y="2971747"/>
            <a:ext cx="451484" cy="433070"/>
          </a:xfrm>
          <a:custGeom>
            <a:avLst/>
            <a:gdLst/>
            <a:ahLst/>
            <a:cxnLst/>
            <a:rect l="l" t="t" r="r" b="b"/>
            <a:pathLst>
              <a:path w="451485" h="433070">
                <a:moveTo>
                  <a:pt x="314017" y="121853"/>
                </a:moveTo>
                <a:lnTo>
                  <a:pt x="451437" y="305268"/>
                </a:lnTo>
                <a:lnTo>
                  <a:pt x="281261" y="432769"/>
                </a:lnTo>
                <a:lnTo>
                  <a:pt x="290124" y="348639"/>
                </a:lnTo>
                <a:lnTo>
                  <a:pt x="283907" y="346740"/>
                </a:lnTo>
                <a:lnTo>
                  <a:pt x="267185" y="340724"/>
                </a:lnTo>
                <a:lnTo>
                  <a:pt x="242117" y="329977"/>
                </a:lnTo>
                <a:lnTo>
                  <a:pt x="210861" y="313885"/>
                </a:lnTo>
                <a:lnTo>
                  <a:pt x="188040" y="299625"/>
                </a:lnTo>
                <a:lnTo>
                  <a:pt x="303979" y="212760"/>
                </a:lnTo>
                <a:lnTo>
                  <a:pt x="314017" y="121853"/>
                </a:lnTo>
                <a:close/>
              </a:path>
              <a:path w="451485" h="433070">
                <a:moveTo>
                  <a:pt x="24336" y="97588"/>
                </a:moveTo>
                <a:lnTo>
                  <a:pt x="62050" y="149444"/>
                </a:lnTo>
                <a:lnTo>
                  <a:pt x="146281" y="181895"/>
                </a:lnTo>
                <a:lnTo>
                  <a:pt x="303979" y="212760"/>
                </a:lnTo>
                <a:lnTo>
                  <a:pt x="188040" y="299625"/>
                </a:lnTo>
                <a:lnTo>
                  <a:pt x="138411" y="263210"/>
                </a:lnTo>
                <a:lnTo>
                  <a:pt x="101532" y="227398"/>
                </a:lnTo>
                <a:lnTo>
                  <a:pt x="67094" y="183785"/>
                </a:lnTo>
                <a:lnTo>
                  <a:pt x="37254" y="131757"/>
                </a:lnTo>
                <a:lnTo>
                  <a:pt x="24336" y="97588"/>
                </a:lnTo>
                <a:close/>
              </a:path>
              <a:path w="451485" h="433070">
                <a:moveTo>
                  <a:pt x="21517" y="90131"/>
                </a:moveTo>
                <a:lnTo>
                  <a:pt x="24336" y="97588"/>
                </a:lnTo>
                <a:lnTo>
                  <a:pt x="22789" y="95461"/>
                </a:lnTo>
                <a:lnTo>
                  <a:pt x="21517" y="90131"/>
                </a:lnTo>
                <a:close/>
              </a:path>
              <a:path w="451485" h="433070">
                <a:moveTo>
                  <a:pt x="0" y="0"/>
                </a:moveTo>
                <a:lnTo>
                  <a:pt x="21517" y="90131"/>
                </a:lnTo>
                <a:lnTo>
                  <a:pt x="14170" y="707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31600" y="2930935"/>
            <a:ext cx="206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FF0000"/>
                </a:solidFill>
                <a:latin typeface="Calibri"/>
                <a:cs typeface="Calibri"/>
              </a:rPr>
              <a:t>1%</a:t>
            </a:r>
            <a:r>
              <a:rPr sz="3600" b="1" spc="-2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29271" y="3208020"/>
            <a:ext cx="436245" cy="195580"/>
          </a:xfrm>
          <a:custGeom>
            <a:avLst/>
            <a:gdLst/>
            <a:ahLst/>
            <a:cxnLst/>
            <a:rect l="l" t="t" r="r" b="b"/>
            <a:pathLst>
              <a:path w="436245" h="195579">
                <a:moveTo>
                  <a:pt x="338327" y="0"/>
                </a:moveTo>
                <a:lnTo>
                  <a:pt x="338327" y="48768"/>
                </a:lnTo>
                <a:lnTo>
                  <a:pt x="0" y="48768"/>
                </a:lnTo>
                <a:lnTo>
                  <a:pt x="0" y="146304"/>
                </a:lnTo>
                <a:lnTo>
                  <a:pt x="338327" y="146304"/>
                </a:lnTo>
                <a:lnTo>
                  <a:pt x="338327" y="195072"/>
                </a:lnTo>
                <a:lnTo>
                  <a:pt x="435863" y="97536"/>
                </a:lnTo>
                <a:lnTo>
                  <a:pt x="3383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Energy</a:t>
            </a:r>
            <a:r>
              <a:rPr spc="-100" dirty="0"/>
              <a:t> </a:t>
            </a:r>
            <a:r>
              <a:rPr spc="-10" dirty="0"/>
              <a:t>consumption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0779" y="3606827"/>
            <a:ext cx="1299210" cy="709295"/>
            <a:chOff x="930779" y="3606827"/>
            <a:chExt cx="1299210" cy="709295"/>
          </a:xfrm>
        </p:grpSpPr>
        <p:sp>
          <p:nvSpPr>
            <p:cNvPr id="4" name="object 4"/>
            <p:cNvSpPr/>
            <p:nvPr/>
          </p:nvSpPr>
          <p:spPr>
            <a:xfrm>
              <a:off x="930770" y="3606838"/>
              <a:ext cx="1299210" cy="709295"/>
            </a:xfrm>
            <a:custGeom>
              <a:avLst/>
              <a:gdLst/>
              <a:ahLst/>
              <a:cxnLst/>
              <a:rect l="l" t="t" r="r" b="b"/>
              <a:pathLst>
                <a:path w="1299210" h="709295">
                  <a:moveTo>
                    <a:pt x="355485" y="147739"/>
                  </a:moveTo>
                  <a:lnTo>
                    <a:pt x="147624" y="147739"/>
                  </a:lnTo>
                  <a:lnTo>
                    <a:pt x="147624" y="561454"/>
                  </a:lnTo>
                  <a:lnTo>
                    <a:pt x="355485" y="561454"/>
                  </a:lnTo>
                  <a:lnTo>
                    <a:pt x="355485" y="147739"/>
                  </a:lnTo>
                  <a:close/>
                </a:path>
                <a:path w="1299210" h="709295">
                  <a:moveTo>
                    <a:pt x="1299121" y="280733"/>
                  </a:moveTo>
                  <a:lnTo>
                    <a:pt x="1294460" y="257784"/>
                  </a:lnTo>
                  <a:lnTo>
                    <a:pt x="1281772" y="238988"/>
                  </a:lnTo>
                  <a:lnTo>
                    <a:pt x="1262989" y="226288"/>
                  </a:lnTo>
                  <a:lnTo>
                    <a:pt x="1240066" y="221627"/>
                  </a:lnTo>
                  <a:lnTo>
                    <a:pt x="1181011" y="221627"/>
                  </a:lnTo>
                  <a:lnTo>
                    <a:pt x="1181011" y="88646"/>
                  </a:lnTo>
                  <a:lnTo>
                    <a:pt x="1181011" y="59093"/>
                  </a:lnTo>
                  <a:lnTo>
                    <a:pt x="1176362" y="36144"/>
                  </a:lnTo>
                  <a:lnTo>
                    <a:pt x="1163675" y="17360"/>
                  </a:lnTo>
                  <a:lnTo>
                    <a:pt x="1144892" y="4660"/>
                  </a:lnTo>
                  <a:lnTo>
                    <a:pt x="1121968" y="0"/>
                  </a:lnTo>
                  <a:lnTo>
                    <a:pt x="1092441" y="0"/>
                  </a:lnTo>
                  <a:lnTo>
                    <a:pt x="1092441" y="88646"/>
                  </a:lnTo>
                  <a:lnTo>
                    <a:pt x="1092441" y="620560"/>
                  </a:lnTo>
                  <a:lnTo>
                    <a:pt x="88582" y="620560"/>
                  </a:lnTo>
                  <a:lnTo>
                    <a:pt x="88582" y="88646"/>
                  </a:lnTo>
                  <a:lnTo>
                    <a:pt x="1092441" y="88646"/>
                  </a:lnTo>
                  <a:lnTo>
                    <a:pt x="1092441" y="0"/>
                  </a:lnTo>
                  <a:lnTo>
                    <a:pt x="59055" y="0"/>
                  </a:lnTo>
                  <a:lnTo>
                    <a:pt x="36118" y="4660"/>
                  </a:lnTo>
                  <a:lnTo>
                    <a:pt x="17348" y="17360"/>
                  </a:lnTo>
                  <a:lnTo>
                    <a:pt x="4660" y="36144"/>
                  </a:lnTo>
                  <a:lnTo>
                    <a:pt x="0" y="59093"/>
                  </a:lnTo>
                  <a:lnTo>
                    <a:pt x="0" y="650113"/>
                  </a:lnTo>
                  <a:lnTo>
                    <a:pt x="4660" y="673061"/>
                  </a:lnTo>
                  <a:lnTo>
                    <a:pt x="17348" y="691857"/>
                  </a:lnTo>
                  <a:lnTo>
                    <a:pt x="36118" y="704557"/>
                  </a:lnTo>
                  <a:lnTo>
                    <a:pt x="59055" y="709218"/>
                  </a:lnTo>
                  <a:lnTo>
                    <a:pt x="1121968" y="709218"/>
                  </a:lnTo>
                  <a:lnTo>
                    <a:pt x="1144892" y="704557"/>
                  </a:lnTo>
                  <a:lnTo>
                    <a:pt x="1163675" y="691857"/>
                  </a:lnTo>
                  <a:lnTo>
                    <a:pt x="1176362" y="673061"/>
                  </a:lnTo>
                  <a:lnTo>
                    <a:pt x="1181011" y="650113"/>
                  </a:lnTo>
                  <a:lnTo>
                    <a:pt x="1181011" y="620560"/>
                  </a:lnTo>
                  <a:lnTo>
                    <a:pt x="1181011" y="487591"/>
                  </a:lnTo>
                  <a:lnTo>
                    <a:pt x="1240066" y="487591"/>
                  </a:lnTo>
                  <a:lnTo>
                    <a:pt x="1262989" y="482917"/>
                  </a:lnTo>
                  <a:lnTo>
                    <a:pt x="1281772" y="470230"/>
                  </a:lnTo>
                  <a:lnTo>
                    <a:pt x="1294460" y="451434"/>
                  </a:lnTo>
                  <a:lnTo>
                    <a:pt x="1299121" y="428485"/>
                  </a:lnTo>
                  <a:lnTo>
                    <a:pt x="1299121" y="2807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6256" y="3733800"/>
              <a:ext cx="706120" cy="474345"/>
            </a:xfrm>
            <a:custGeom>
              <a:avLst/>
              <a:gdLst/>
              <a:ahLst/>
              <a:cxnLst/>
              <a:rect l="l" t="t" r="r" b="b"/>
              <a:pathLst>
                <a:path w="706119" h="474345">
                  <a:moveTo>
                    <a:pt x="705599" y="0"/>
                  </a:moveTo>
                  <a:lnTo>
                    <a:pt x="557784" y="0"/>
                  </a:lnTo>
                  <a:lnTo>
                    <a:pt x="557784" y="10668"/>
                  </a:lnTo>
                  <a:lnTo>
                    <a:pt x="423672" y="10668"/>
                  </a:lnTo>
                  <a:lnTo>
                    <a:pt x="423672" y="0"/>
                  </a:lnTo>
                  <a:lnTo>
                    <a:pt x="289560" y="0"/>
                  </a:lnTo>
                  <a:lnTo>
                    <a:pt x="263652" y="0"/>
                  </a:lnTo>
                  <a:lnTo>
                    <a:pt x="179832" y="0"/>
                  </a:lnTo>
                  <a:lnTo>
                    <a:pt x="129540" y="0"/>
                  </a:lnTo>
                  <a:lnTo>
                    <a:pt x="0" y="0"/>
                  </a:lnTo>
                  <a:lnTo>
                    <a:pt x="0" y="461772"/>
                  </a:lnTo>
                  <a:lnTo>
                    <a:pt x="409956" y="461772"/>
                  </a:lnTo>
                  <a:lnTo>
                    <a:pt x="409956" y="473964"/>
                  </a:lnTo>
                  <a:lnTo>
                    <a:pt x="571500" y="473964"/>
                  </a:lnTo>
                  <a:lnTo>
                    <a:pt x="571500" y="461772"/>
                  </a:lnTo>
                  <a:lnTo>
                    <a:pt x="705599" y="461772"/>
                  </a:lnTo>
                  <a:lnTo>
                    <a:pt x="705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53355" y="1632533"/>
            <a:ext cx="6159500" cy="4486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(Spreading</a:t>
            </a:r>
            <a:r>
              <a:rPr sz="2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Factor,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Data,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BW,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Coding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Rate)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Collisions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(Confirmations,</a:t>
            </a:r>
            <a:r>
              <a:rPr sz="2800" b="1" spc="-1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retransmissions)</a:t>
            </a:r>
            <a:endParaRPr sz="2800">
              <a:latin typeface="Calibri"/>
              <a:cs typeface="Calibri"/>
            </a:endParaRPr>
          </a:p>
          <a:p>
            <a:pPr marL="48895" marR="3538220">
              <a:lnSpc>
                <a:spcPct val="155600"/>
              </a:lnSpc>
              <a:spcBef>
                <a:spcPts val="1500"/>
              </a:spcBef>
            </a:pP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Duty-Cycle Transmit</a:t>
            </a:r>
            <a:r>
              <a:rPr sz="2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power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Low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power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6698" y="1939289"/>
            <a:ext cx="565785" cy="4075429"/>
          </a:xfrm>
          <a:custGeom>
            <a:avLst/>
            <a:gdLst/>
            <a:ahLst/>
            <a:cxnLst/>
            <a:rect l="l" t="t" r="r" b="b"/>
            <a:pathLst>
              <a:path w="565785" h="4075429">
                <a:moveTo>
                  <a:pt x="565404" y="4075176"/>
                </a:moveTo>
                <a:lnTo>
                  <a:pt x="508429" y="4070928"/>
                </a:lnTo>
                <a:lnTo>
                  <a:pt x="455362" y="4058744"/>
                </a:lnTo>
                <a:lnTo>
                  <a:pt x="407341" y="4039466"/>
                </a:lnTo>
                <a:lnTo>
                  <a:pt x="365502" y="4013935"/>
                </a:lnTo>
                <a:lnTo>
                  <a:pt x="330982" y="3982989"/>
                </a:lnTo>
                <a:lnTo>
                  <a:pt x="304917" y="3947472"/>
                </a:lnTo>
                <a:lnTo>
                  <a:pt x="288445" y="3908223"/>
                </a:lnTo>
                <a:lnTo>
                  <a:pt x="282702" y="3866083"/>
                </a:lnTo>
                <a:lnTo>
                  <a:pt x="282702" y="2246680"/>
                </a:lnTo>
                <a:lnTo>
                  <a:pt x="276958" y="2204540"/>
                </a:lnTo>
                <a:lnTo>
                  <a:pt x="260486" y="2165291"/>
                </a:lnTo>
                <a:lnTo>
                  <a:pt x="234421" y="2129774"/>
                </a:lnTo>
                <a:lnTo>
                  <a:pt x="199901" y="2098828"/>
                </a:lnTo>
                <a:lnTo>
                  <a:pt x="158062" y="2073297"/>
                </a:lnTo>
                <a:lnTo>
                  <a:pt x="110041" y="2054019"/>
                </a:lnTo>
                <a:lnTo>
                  <a:pt x="56974" y="2041835"/>
                </a:lnTo>
                <a:lnTo>
                  <a:pt x="0" y="2037588"/>
                </a:lnTo>
                <a:lnTo>
                  <a:pt x="56974" y="2033340"/>
                </a:lnTo>
                <a:lnTo>
                  <a:pt x="110041" y="2021156"/>
                </a:lnTo>
                <a:lnTo>
                  <a:pt x="158062" y="2001878"/>
                </a:lnTo>
                <a:lnTo>
                  <a:pt x="199901" y="1976347"/>
                </a:lnTo>
                <a:lnTo>
                  <a:pt x="234421" y="1945401"/>
                </a:lnTo>
                <a:lnTo>
                  <a:pt x="260486" y="1909884"/>
                </a:lnTo>
                <a:lnTo>
                  <a:pt x="276958" y="1870635"/>
                </a:lnTo>
                <a:lnTo>
                  <a:pt x="282702" y="1828495"/>
                </a:lnTo>
                <a:lnTo>
                  <a:pt x="282702" y="209092"/>
                </a:lnTo>
                <a:lnTo>
                  <a:pt x="288445" y="166952"/>
                </a:lnTo>
                <a:lnTo>
                  <a:pt x="304917" y="127703"/>
                </a:lnTo>
                <a:lnTo>
                  <a:pt x="330982" y="92186"/>
                </a:lnTo>
                <a:lnTo>
                  <a:pt x="365502" y="61240"/>
                </a:lnTo>
                <a:lnTo>
                  <a:pt x="407341" y="35709"/>
                </a:lnTo>
                <a:lnTo>
                  <a:pt x="455362" y="16431"/>
                </a:lnTo>
                <a:lnTo>
                  <a:pt x="508429" y="4247"/>
                </a:lnTo>
                <a:lnTo>
                  <a:pt x="565404" y="0"/>
                </a:lnTo>
              </a:path>
            </a:pathLst>
          </a:custGeom>
          <a:ln w="38100">
            <a:solidFill>
              <a:srgbClr val="211D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94532" y="1839467"/>
            <a:ext cx="437515" cy="196850"/>
          </a:xfrm>
          <a:custGeom>
            <a:avLst/>
            <a:gdLst/>
            <a:ahLst/>
            <a:cxnLst/>
            <a:rect l="l" t="t" r="r" b="b"/>
            <a:pathLst>
              <a:path w="437514" h="196850">
                <a:moveTo>
                  <a:pt x="339089" y="0"/>
                </a:moveTo>
                <a:lnTo>
                  <a:pt x="339089" y="49149"/>
                </a:lnTo>
                <a:lnTo>
                  <a:pt x="0" y="49149"/>
                </a:lnTo>
                <a:lnTo>
                  <a:pt x="0" y="147447"/>
                </a:lnTo>
                <a:lnTo>
                  <a:pt x="339089" y="147447"/>
                </a:lnTo>
                <a:lnTo>
                  <a:pt x="339089" y="196596"/>
                </a:lnTo>
                <a:lnTo>
                  <a:pt x="437387" y="98298"/>
                </a:lnTo>
                <a:lnTo>
                  <a:pt x="3390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94532" y="3191255"/>
            <a:ext cx="437515" cy="196850"/>
          </a:xfrm>
          <a:custGeom>
            <a:avLst/>
            <a:gdLst/>
            <a:ahLst/>
            <a:cxnLst/>
            <a:rect l="l" t="t" r="r" b="b"/>
            <a:pathLst>
              <a:path w="437514" h="196850">
                <a:moveTo>
                  <a:pt x="339089" y="0"/>
                </a:moveTo>
                <a:lnTo>
                  <a:pt x="339089" y="49149"/>
                </a:lnTo>
                <a:lnTo>
                  <a:pt x="0" y="49149"/>
                </a:lnTo>
                <a:lnTo>
                  <a:pt x="0" y="147447"/>
                </a:lnTo>
                <a:lnTo>
                  <a:pt x="339089" y="147447"/>
                </a:lnTo>
                <a:lnTo>
                  <a:pt x="339089" y="196596"/>
                </a:lnTo>
                <a:lnTo>
                  <a:pt x="437387" y="98298"/>
                </a:lnTo>
                <a:lnTo>
                  <a:pt x="3390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94532" y="4491228"/>
            <a:ext cx="437515" cy="195580"/>
          </a:xfrm>
          <a:custGeom>
            <a:avLst/>
            <a:gdLst/>
            <a:ahLst/>
            <a:cxnLst/>
            <a:rect l="l" t="t" r="r" b="b"/>
            <a:pathLst>
              <a:path w="437514" h="195579">
                <a:moveTo>
                  <a:pt x="339851" y="0"/>
                </a:moveTo>
                <a:lnTo>
                  <a:pt x="339851" y="48768"/>
                </a:lnTo>
                <a:lnTo>
                  <a:pt x="0" y="48768"/>
                </a:lnTo>
                <a:lnTo>
                  <a:pt x="0" y="146304"/>
                </a:lnTo>
                <a:lnTo>
                  <a:pt x="339851" y="146304"/>
                </a:lnTo>
                <a:lnTo>
                  <a:pt x="339851" y="195072"/>
                </a:lnTo>
                <a:lnTo>
                  <a:pt x="437387" y="97536"/>
                </a:lnTo>
                <a:lnTo>
                  <a:pt x="3398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94532" y="5157215"/>
            <a:ext cx="437515" cy="195580"/>
          </a:xfrm>
          <a:custGeom>
            <a:avLst/>
            <a:gdLst/>
            <a:ahLst/>
            <a:cxnLst/>
            <a:rect l="l" t="t" r="r" b="b"/>
            <a:pathLst>
              <a:path w="437514" h="195579">
                <a:moveTo>
                  <a:pt x="339851" y="0"/>
                </a:moveTo>
                <a:lnTo>
                  <a:pt x="339851" y="48768"/>
                </a:lnTo>
                <a:lnTo>
                  <a:pt x="0" y="48768"/>
                </a:lnTo>
                <a:lnTo>
                  <a:pt x="0" y="146304"/>
                </a:lnTo>
                <a:lnTo>
                  <a:pt x="339851" y="146304"/>
                </a:lnTo>
                <a:lnTo>
                  <a:pt x="339851" y="195072"/>
                </a:lnTo>
                <a:lnTo>
                  <a:pt x="437387" y="97536"/>
                </a:lnTo>
                <a:lnTo>
                  <a:pt x="3398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4532" y="5818632"/>
            <a:ext cx="437515" cy="195580"/>
          </a:xfrm>
          <a:custGeom>
            <a:avLst/>
            <a:gdLst/>
            <a:ahLst/>
            <a:cxnLst/>
            <a:rect l="l" t="t" r="r" b="b"/>
            <a:pathLst>
              <a:path w="437514" h="195579">
                <a:moveTo>
                  <a:pt x="339851" y="0"/>
                </a:moveTo>
                <a:lnTo>
                  <a:pt x="339851" y="48768"/>
                </a:lnTo>
                <a:lnTo>
                  <a:pt x="0" y="48768"/>
                </a:lnTo>
                <a:lnTo>
                  <a:pt x="0" y="146304"/>
                </a:lnTo>
                <a:lnTo>
                  <a:pt x="339851" y="146304"/>
                </a:lnTo>
                <a:lnTo>
                  <a:pt x="339851" y="195072"/>
                </a:lnTo>
                <a:lnTo>
                  <a:pt x="437387" y="97536"/>
                </a:lnTo>
                <a:lnTo>
                  <a:pt x="3398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702" y="1427867"/>
            <a:ext cx="75450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The</a:t>
            </a:r>
            <a:r>
              <a:rPr sz="6000" spc="-165" dirty="0"/>
              <a:t> </a:t>
            </a:r>
            <a:r>
              <a:rPr sz="6000" spc="-10" dirty="0"/>
              <a:t>LoRaWAN</a:t>
            </a:r>
            <a:r>
              <a:rPr sz="6000" spc="-175" dirty="0"/>
              <a:t> </a:t>
            </a:r>
            <a:r>
              <a:rPr sz="6000" spc="-10" dirty="0"/>
              <a:t>protocol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835094" y="2905517"/>
            <a:ext cx="3068320" cy="2926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LoRaWAN</a:t>
            </a:r>
            <a:r>
              <a:rPr sz="2000" spc="-1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4472C4"/>
                </a:solidFill>
                <a:latin typeface="Segoe UI"/>
                <a:cs typeface="Segoe UI"/>
              </a:rPr>
              <a:t>ecosystem</a:t>
            </a:r>
            <a:endParaRPr sz="20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59"/>
              </a:spcBef>
              <a:buChar char="-"/>
              <a:tabLst>
                <a:tab pos="1079500" algn="l"/>
              </a:tabLst>
            </a:pP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Specification</a:t>
            </a:r>
            <a:endParaRPr sz="18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34"/>
              </a:spcBef>
              <a:buChar char="-"/>
              <a:tabLst>
                <a:tab pos="1079500" algn="l"/>
              </a:tabLst>
            </a:pP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LoRa</a:t>
            </a:r>
            <a:r>
              <a:rPr sz="1800" spc="-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vs</a:t>
            </a:r>
            <a:r>
              <a:rPr sz="1800" spc="-1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LoRaWAN</a:t>
            </a:r>
            <a:endParaRPr sz="18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4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4472C4"/>
                </a:solidFill>
                <a:latin typeface="Segoe UI"/>
                <a:cs typeface="Segoe UI"/>
              </a:rPr>
              <a:t>LoRaWAN</a:t>
            </a:r>
            <a:r>
              <a:rPr sz="2000" spc="-8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4472C4"/>
                </a:solidFill>
                <a:latin typeface="Segoe UI"/>
                <a:cs typeface="Segoe UI"/>
              </a:rPr>
              <a:t>infrastructure</a:t>
            </a:r>
            <a:endParaRPr sz="20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65"/>
              </a:spcBef>
              <a:buChar char="-"/>
              <a:tabLst>
                <a:tab pos="1079500" algn="l"/>
              </a:tabLst>
            </a:pP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Device</a:t>
            </a:r>
            <a:endParaRPr sz="18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34"/>
              </a:spcBef>
              <a:buChar char="-"/>
              <a:tabLst>
                <a:tab pos="1079500" algn="l"/>
              </a:tabLst>
            </a:pP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Gateway</a:t>
            </a:r>
            <a:endParaRPr sz="18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30"/>
              </a:spcBef>
              <a:buChar char="-"/>
              <a:tabLst>
                <a:tab pos="1079500" algn="l"/>
              </a:tabLst>
            </a:pP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LoRaWAN</a:t>
            </a:r>
            <a:r>
              <a:rPr sz="18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Server</a:t>
            </a:r>
            <a:endParaRPr sz="18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5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LoRaWAN</a:t>
            </a:r>
            <a:r>
              <a:rPr sz="2000" spc="-12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4472C4"/>
                </a:solidFill>
                <a:latin typeface="Segoe UI"/>
                <a:cs typeface="Segoe UI"/>
              </a:rPr>
              <a:t>Security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8872" y="2834369"/>
            <a:ext cx="5366385" cy="27813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Device</a:t>
            </a:r>
            <a:r>
              <a:rPr sz="20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4472C4"/>
                </a:solidFill>
                <a:latin typeface="Segoe UI"/>
                <a:cs typeface="Segoe UI"/>
              </a:rPr>
              <a:t>classes</a:t>
            </a:r>
            <a:endParaRPr sz="20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Activation</a:t>
            </a:r>
            <a:r>
              <a:rPr sz="20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methods:</a:t>
            </a:r>
            <a:r>
              <a:rPr sz="20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ABP</a:t>
            </a:r>
            <a:r>
              <a:rPr sz="20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or</a:t>
            </a:r>
            <a:r>
              <a:rPr sz="20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20" dirty="0">
                <a:solidFill>
                  <a:srgbClr val="4472C4"/>
                </a:solidFill>
                <a:latin typeface="Segoe UI"/>
                <a:cs typeface="Segoe UI"/>
              </a:rPr>
              <a:t>OTAA</a:t>
            </a:r>
            <a:endParaRPr sz="20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How</a:t>
            </a:r>
            <a:r>
              <a:rPr sz="20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to</a:t>
            </a:r>
            <a:r>
              <a:rPr sz="20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50" dirty="0">
                <a:solidFill>
                  <a:srgbClr val="4472C4"/>
                </a:solidFill>
                <a:latin typeface="Segoe UI"/>
                <a:cs typeface="Segoe UI"/>
              </a:rPr>
              <a:t>…</a:t>
            </a:r>
            <a:endParaRPr sz="20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59"/>
              </a:spcBef>
              <a:buChar char="-"/>
              <a:tabLst>
                <a:tab pos="1079500" algn="l"/>
              </a:tabLst>
            </a:pP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…</a:t>
            </a:r>
            <a:r>
              <a:rPr sz="1800" spc="-7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prevent</a:t>
            </a:r>
            <a:r>
              <a:rPr sz="1800" spc="-6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replay</a:t>
            </a:r>
            <a:r>
              <a:rPr sz="1800" spc="-5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attack?</a:t>
            </a:r>
            <a:endParaRPr sz="18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34"/>
              </a:spcBef>
              <a:buChar char="-"/>
              <a:tabLst>
                <a:tab pos="1079500" algn="l"/>
              </a:tabLst>
            </a:pP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…</a:t>
            </a:r>
            <a:r>
              <a:rPr sz="18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change</a:t>
            </a:r>
            <a:r>
              <a:rPr sz="18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1800" spc="-5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communication</a:t>
            </a:r>
            <a:r>
              <a:rPr sz="18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parameters?</a:t>
            </a:r>
            <a:endParaRPr sz="1800">
              <a:latin typeface="Segoe UI"/>
              <a:cs typeface="Segoe UI"/>
            </a:endParaRPr>
          </a:p>
          <a:p>
            <a:pPr marL="1079500" lvl="1" indent="-152400">
              <a:lnSpc>
                <a:spcPct val="100000"/>
              </a:lnSpc>
              <a:spcBef>
                <a:spcPts val="430"/>
              </a:spcBef>
              <a:buChar char="-"/>
              <a:tabLst>
                <a:tab pos="1079500" algn="l"/>
              </a:tabLst>
            </a:pP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…</a:t>
            </a:r>
            <a:r>
              <a:rPr sz="1800" spc="-4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change</a:t>
            </a:r>
            <a:r>
              <a:rPr sz="1800" spc="-4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4472C4"/>
                </a:solidFill>
                <a:latin typeface="Segoe UI"/>
                <a:cs typeface="Segoe UI"/>
              </a:rPr>
              <a:t>Network</a:t>
            </a:r>
            <a:r>
              <a:rPr sz="1800" spc="-3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4472C4"/>
                </a:solidFill>
                <a:latin typeface="Segoe UI"/>
                <a:cs typeface="Segoe UI"/>
              </a:rPr>
              <a:t>operator?</a:t>
            </a:r>
            <a:endParaRPr sz="18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105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Optimization</a:t>
            </a:r>
            <a:r>
              <a:rPr sz="2000" spc="-7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of</a:t>
            </a:r>
            <a:r>
              <a:rPr sz="2000" spc="-6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the</a:t>
            </a:r>
            <a:r>
              <a:rPr sz="2000" spc="-75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472C4"/>
                </a:solidFill>
                <a:latin typeface="Segoe UI"/>
                <a:cs typeface="Segoe UI"/>
              </a:rPr>
              <a:t>communication:</a:t>
            </a:r>
            <a:r>
              <a:rPr sz="2000" spc="-70" dirty="0">
                <a:solidFill>
                  <a:srgbClr val="4472C4"/>
                </a:solidFill>
                <a:latin typeface="Segoe UI"/>
                <a:cs typeface="Segoe UI"/>
              </a:rPr>
              <a:t> </a:t>
            </a:r>
            <a:r>
              <a:rPr sz="2000" spc="-25" dirty="0">
                <a:solidFill>
                  <a:srgbClr val="4472C4"/>
                </a:solidFill>
                <a:latin typeface="Segoe UI"/>
                <a:cs typeface="Segoe UI"/>
              </a:rPr>
              <a:t>ADR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6" y="468884"/>
            <a:ext cx="355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65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spc="-10" dirty="0"/>
              <a:t>LoRaWAN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6410" y="3259835"/>
            <a:ext cx="1502070" cy="9875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888" y="2775204"/>
            <a:ext cx="3942587" cy="197053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509035" y="3532630"/>
            <a:ext cx="497840" cy="393700"/>
          </a:xfrm>
          <a:custGeom>
            <a:avLst/>
            <a:gdLst/>
            <a:ahLst/>
            <a:cxnLst/>
            <a:rect l="l" t="t" r="r" b="b"/>
            <a:pathLst>
              <a:path w="497839" h="393700">
                <a:moveTo>
                  <a:pt x="283159" y="0"/>
                </a:moveTo>
                <a:lnTo>
                  <a:pt x="245351" y="103886"/>
                </a:lnTo>
                <a:lnTo>
                  <a:pt x="0" y="103886"/>
                </a:lnTo>
                <a:lnTo>
                  <a:pt x="0" y="173482"/>
                </a:lnTo>
                <a:lnTo>
                  <a:pt x="220027" y="173482"/>
                </a:lnTo>
                <a:lnTo>
                  <a:pt x="203187" y="219722"/>
                </a:lnTo>
                <a:lnTo>
                  <a:pt x="0" y="219722"/>
                </a:lnTo>
                <a:lnTo>
                  <a:pt x="0" y="289306"/>
                </a:lnTo>
                <a:lnTo>
                  <a:pt x="177863" y="289306"/>
                </a:lnTo>
                <a:lnTo>
                  <a:pt x="148717" y="369392"/>
                </a:lnTo>
                <a:lnTo>
                  <a:pt x="214109" y="393192"/>
                </a:lnTo>
                <a:lnTo>
                  <a:pt x="251917" y="289306"/>
                </a:lnTo>
                <a:lnTo>
                  <a:pt x="497268" y="289306"/>
                </a:lnTo>
                <a:lnTo>
                  <a:pt x="497268" y="219722"/>
                </a:lnTo>
                <a:lnTo>
                  <a:pt x="277253" y="219722"/>
                </a:lnTo>
                <a:lnTo>
                  <a:pt x="294081" y="173482"/>
                </a:lnTo>
                <a:lnTo>
                  <a:pt x="497268" y="173482"/>
                </a:lnTo>
                <a:lnTo>
                  <a:pt x="497268" y="103886"/>
                </a:lnTo>
                <a:lnTo>
                  <a:pt x="319405" y="103886"/>
                </a:lnTo>
                <a:lnTo>
                  <a:pt x="348551" y="23799"/>
                </a:lnTo>
                <a:lnTo>
                  <a:pt x="283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6" y="468884"/>
            <a:ext cx="355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LoRa</a:t>
            </a:r>
            <a:r>
              <a:rPr spc="-65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spc="-10" dirty="0"/>
              <a:t>LoRaWAN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3" y="1423048"/>
            <a:ext cx="1042415" cy="6864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5465064"/>
            <a:ext cx="2011679" cy="1159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12964" y="1305205"/>
            <a:ext cx="31527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Type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modulation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(Chirp)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2848" y="1671827"/>
            <a:ext cx="3169907" cy="55120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89648" y="2744711"/>
            <a:ext cx="527685" cy="770255"/>
          </a:xfrm>
          <a:custGeom>
            <a:avLst/>
            <a:gdLst/>
            <a:ahLst/>
            <a:cxnLst/>
            <a:rect l="l" t="t" r="r" b="b"/>
            <a:pathLst>
              <a:path w="527685" h="770254">
                <a:moveTo>
                  <a:pt x="103543" y="26327"/>
                </a:moveTo>
                <a:lnTo>
                  <a:pt x="44869" y="39141"/>
                </a:lnTo>
                <a:lnTo>
                  <a:pt x="20586" y="83908"/>
                </a:lnTo>
                <a:lnTo>
                  <a:pt x="5308" y="133273"/>
                </a:lnTo>
                <a:lnTo>
                  <a:pt x="0" y="186156"/>
                </a:lnTo>
                <a:lnTo>
                  <a:pt x="5308" y="239052"/>
                </a:lnTo>
                <a:lnTo>
                  <a:pt x="20586" y="288417"/>
                </a:lnTo>
                <a:lnTo>
                  <a:pt x="44869" y="333184"/>
                </a:lnTo>
                <a:lnTo>
                  <a:pt x="77190" y="372325"/>
                </a:lnTo>
                <a:lnTo>
                  <a:pt x="103543" y="345998"/>
                </a:lnTo>
                <a:lnTo>
                  <a:pt x="76174" y="312826"/>
                </a:lnTo>
                <a:lnTo>
                  <a:pt x="55422" y="274548"/>
                </a:lnTo>
                <a:lnTo>
                  <a:pt x="42252" y="232029"/>
                </a:lnTo>
                <a:lnTo>
                  <a:pt x="37655" y="186156"/>
                </a:lnTo>
                <a:lnTo>
                  <a:pt x="42252" y="140423"/>
                </a:lnTo>
                <a:lnTo>
                  <a:pt x="55422" y="98132"/>
                </a:lnTo>
                <a:lnTo>
                  <a:pt x="76174" y="59893"/>
                </a:lnTo>
                <a:lnTo>
                  <a:pt x="103543" y="26327"/>
                </a:lnTo>
                <a:close/>
              </a:path>
              <a:path w="527685" h="770254">
                <a:moveTo>
                  <a:pt x="157200" y="79921"/>
                </a:moveTo>
                <a:lnTo>
                  <a:pt x="107467" y="81318"/>
                </a:lnTo>
                <a:lnTo>
                  <a:pt x="79082" y="148386"/>
                </a:lnTo>
                <a:lnTo>
                  <a:pt x="75298" y="186169"/>
                </a:lnTo>
                <a:lnTo>
                  <a:pt x="79082" y="223939"/>
                </a:lnTo>
                <a:lnTo>
                  <a:pt x="90017" y="259143"/>
                </a:lnTo>
                <a:lnTo>
                  <a:pt x="107467" y="291007"/>
                </a:lnTo>
                <a:lnTo>
                  <a:pt x="130835" y="318731"/>
                </a:lnTo>
                <a:lnTo>
                  <a:pt x="157200" y="292404"/>
                </a:lnTo>
                <a:lnTo>
                  <a:pt x="138772" y="270116"/>
                </a:lnTo>
                <a:lnTo>
                  <a:pt x="124841" y="244576"/>
                </a:lnTo>
                <a:lnTo>
                  <a:pt x="116027" y="216382"/>
                </a:lnTo>
                <a:lnTo>
                  <a:pt x="112953" y="186169"/>
                </a:lnTo>
                <a:lnTo>
                  <a:pt x="116027" y="155943"/>
                </a:lnTo>
                <a:lnTo>
                  <a:pt x="124841" y="127749"/>
                </a:lnTo>
                <a:lnTo>
                  <a:pt x="138772" y="102209"/>
                </a:lnTo>
                <a:lnTo>
                  <a:pt x="157200" y="79921"/>
                </a:lnTo>
                <a:close/>
              </a:path>
              <a:path w="527685" h="770254">
                <a:moveTo>
                  <a:pt x="209905" y="132575"/>
                </a:moveTo>
                <a:lnTo>
                  <a:pt x="183553" y="106248"/>
                </a:lnTo>
                <a:lnTo>
                  <a:pt x="169672" y="123101"/>
                </a:lnTo>
                <a:lnTo>
                  <a:pt x="159321" y="142328"/>
                </a:lnTo>
                <a:lnTo>
                  <a:pt x="152844" y="163499"/>
                </a:lnTo>
                <a:lnTo>
                  <a:pt x="150609" y="186169"/>
                </a:lnTo>
                <a:lnTo>
                  <a:pt x="152844" y="208826"/>
                </a:lnTo>
                <a:lnTo>
                  <a:pt x="159321" y="229997"/>
                </a:lnTo>
                <a:lnTo>
                  <a:pt x="169672" y="249237"/>
                </a:lnTo>
                <a:lnTo>
                  <a:pt x="183553" y="266077"/>
                </a:lnTo>
                <a:lnTo>
                  <a:pt x="209905" y="239750"/>
                </a:lnTo>
                <a:lnTo>
                  <a:pt x="200964" y="228346"/>
                </a:lnTo>
                <a:lnTo>
                  <a:pt x="194144" y="215430"/>
                </a:lnTo>
                <a:lnTo>
                  <a:pt x="189788" y="201282"/>
                </a:lnTo>
                <a:lnTo>
                  <a:pt x="188264" y="186169"/>
                </a:lnTo>
                <a:lnTo>
                  <a:pt x="189788" y="171043"/>
                </a:lnTo>
                <a:lnTo>
                  <a:pt x="194144" y="156895"/>
                </a:lnTo>
                <a:lnTo>
                  <a:pt x="200964" y="143979"/>
                </a:lnTo>
                <a:lnTo>
                  <a:pt x="209905" y="132575"/>
                </a:lnTo>
                <a:close/>
              </a:path>
              <a:path w="527685" h="770254">
                <a:moveTo>
                  <a:pt x="376516" y="186156"/>
                </a:moveTo>
                <a:lnTo>
                  <a:pt x="374281" y="163499"/>
                </a:lnTo>
                <a:lnTo>
                  <a:pt x="367817" y="142328"/>
                </a:lnTo>
                <a:lnTo>
                  <a:pt x="357454" y="123088"/>
                </a:lnTo>
                <a:lnTo>
                  <a:pt x="343573" y="106248"/>
                </a:lnTo>
                <a:lnTo>
                  <a:pt x="317220" y="132575"/>
                </a:lnTo>
                <a:lnTo>
                  <a:pt x="326161" y="143459"/>
                </a:lnTo>
                <a:lnTo>
                  <a:pt x="332981" y="156197"/>
                </a:lnTo>
                <a:lnTo>
                  <a:pt x="337337" y="170510"/>
                </a:lnTo>
                <a:lnTo>
                  <a:pt x="338874" y="186156"/>
                </a:lnTo>
                <a:lnTo>
                  <a:pt x="337337" y="201676"/>
                </a:lnTo>
                <a:lnTo>
                  <a:pt x="332981" y="215773"/>
                </a:lnTo>
                <a:lnTo>
                  <a:pt x="326161" y="228473"/>
                </a:lnTo>
                <a:lnTo>
                  <a:pt x="317220" y="239750"/>
                </a:lnTo>
                <a:lnTo>
                  <a:pt x="343573" y="266077"/>
                </a:lnTo>
                <a:lnTo>
                  <a:pt x="357454" y="249224"/>
                </a:lnTo>
                <a:lnTo>
                  <a:pt x="367817" y="229997"/>
                </a:lnTo>
                <a:lnTo>
                  <a:pt x="374281" y="208826"/>
                </a:lnTo>
                <a:lnTo>
                  <a:pt x="376516" y="186156"/>
                </a:lnTo>
                <a:close/>
              </a:path>
              <a:path w="527685" h="770254">
                <a:moveTo>
                  <a:pt x="451827" y="186156"/>
                </a:moveTo>
                <a:lnTo>
                  <a:pt x="448043" y="148386"/>
                </a:lnTo>
                <a:lnTo>
                  <a:pt x="437121" y="113182"/>
                </a:lnTo>
                <a:lnTo>
                  <a:pt x="419658" y="81318"/>
                </a:lnTo>
                <a:lnTo>
                  <a:pt x="396290" y="53594"/>
                </a:lnTo>
                <a:lnTo>
                  <a:pt x="369925" y="79921"/>
                </a:lnTo>
                <a:lnTo>
                  <a:pt x="388353" y="102209"/>
                </a:lnTo>
                <a:lnTo>
                  <a:pt x="402285" y="127749"/>
                </a:lnTo>
                <a:lnTo>
                  <a:pt x="411099" y="155943"/>
                </a:lnTo>
                <a:lnTo>
                  <a:pt x="414172" y="186156"/>
                </a:lnTo>
                <a:lnTo>
                  <a:pt x="411099" y="216382"/>
                </a:lnTo>
                <a:lnTo>
                  <a:pt x="402285" y="244576"/>
                </a:lnTo>
                <a:lnTo>
                  <a:pt x="388353" y="270116"/>
                </a:lnTo>
                <a:lnTo>
                  <a:pt x="369925" y="292404"/>
                </a:lnTo>
                <a:lnTo>
                  <a:pt x="396290" y="318731"/>
                </a:lnTo>
                <a:lnTo>
                  <a:pt x="419658" y="291007"/>
                </a:lnTo>
                <a:lnTo>
                  <a:pt x="437121" y="259143"/>
                </a:lnTo>
                <a:lnTo>
                  <a:pt x="448043" y="223926"/>
                </a:lnTo>
                <a:lnTo>
                  <a:pt x="451827" y="186156"/>
                </a:lnTo>
                <a:close/>
              </a:path>
              <a:path w="527685" h="770254">
                <a:moveTo>
                  <a:pt x="499071" y="447065"/>
                </a:moveTo>
                <a:lnTo>
                  <a:pt x="493991" y="421944"/>
                </a:lnTo>
                <a:lnTo>
                  <a:pt x="480174" y="401434"/>
                </a:lnTo>
                <a:lnTo>
                  <a:pt x="459663" y="387616"/>
                </a:lnTo>
                <a:lnTo>
                  <a:pt x="434555" y="382549"/>
                </a:lnTo>
                <a:lnTo>
                  <a:pt x="282384" y="382549"/>
                </a:lnTo>
                <a:lnTo>
                  <a:pt x="282384" y="218122"/>
                </a:lnTo>
                <a:lnTo>
                  <a:pt x="290093" y="212204"/>
                </a:lnTo>
                <a:lnTo>
                  <a:pt x="296037" y="204609"/>
                </a:lnTo>
                <a:lnTo>
                  <a:pt x="299859" y="195783"/>
                </a:lnTo>
                <a:lnTo>
                  <a:pt x="301218" y="186156"/>
                </a:lnTo>
                <a:lnTo>
                  <a:pt x="298246" y="171564"/>
                </a:lnTo>
                <a:lnTo>
                  <a:pt x="290156" y="159600"/>
                </a:lnTo>
                <a:lnTo>
                  <a:pt x="278180" y="151523"/>
                </a:lnTo>
                <a:lnTo>
                  <a:pt x="263563" y="148551"/>
                </a:lnTo>
                <a:lnTo>
                  <a:pt x="248945" y="151523"/>
                </a:lnTo>
                <a:lnTo>
                  <a:pt x="236969" y="159600"/>
                </a:lnTo>
                <a:lnTo>
                  <a:pt x="228879" y="171564"/>
                </a:lnTo>
                <a:lnTo>
                  <a:pt x="225907" y="186156"/>
                </a:lnTo>
                <a:lnTo>
                  <a:pt x="227266" y="196316"/>
                </a:lnTo>
                <a:lnTo>
                  <a:pt x="231089" y="205320"/>
                </a:lnTo>
                <a:lnTo>
                  <a:pt x="237032" y="212737"/>
                </a:lnTo>
                <a:lnTo>
                  <a:pt x="244741" y="218122"/>
                </a:lnTo>
                <a:lnTo>
                  <a:pt x="244741" y="382549"/>
                </a:lnTo>
                <a:lnTo>
                  <a:pt x="126199" y="382549"/>
                </a:lnTo>
                <a:lnTo>
                  <a:pt x="101079" y="387616"/>
                </a:lnTo>
                <a:lnTo>
                  <a:pt x="80568" y="401434"/>
                </a:lnTo>
                <a:lnTo>
                  <a:pt x="66751" y="421944"/>
                </a:lnTo>
                <a:lnTo>
                  <a:pt x="61683" y="447065"/>
                </a:lnTo>
                <a:lnTo>
                  <a:pt x="61683" y="705129"/>
                </a:lnTo>
                <a:lnTo>
                  <a:pt x="66751" y="730237"/>
                </a:lnTo>
                <a:lnTo>
                  <a:pt x="80568" y="750735"/>
                </a:lnTo>
                <a:lnTo>
                  <a:pt x="101079" y="764565"/>
                </a:lnTo>
                <a:lnTo>
                  <a:pt x="126199" y="769645"/>
                </a:lnTo>
                <a:lnTo>
                  <a:pt x="434555" y="769645"/>
                </a:lnTo>
                <a:lnTo>
                  <a:pt x="459663" y="764565"/>
                </a:lnTo>
                <a:lnTo>
                  <a:pt x="480174" y="750735"/>
                </a:lnTo>
                <a:lnTo>
                  <a:pt x="493991" y="730237"/>
                </a:lnTo>
                <a:lnTo>
                  <a:pt x="499071" y="705129"/>
                </a:lnTo>
                <a:lnTo>
                  <a:pt x="499071" y="447065"/>
                </a:lnTo>
                <a:close/>
              </a:path>
              <a:path w="527685" h="770254">
                <a:moveTo>
                  <a:pt x="527126" y="186156"/>
                </a:moveTo>
                <a:lnTo>
                  <a:pt x="521817" y="133273"/>
                </a:lnTo>
                <a:lnTo>
                  <a:pt x="506539" y="83908"/>
                </a:lnTo>
                <a:lnTo>
                  <a:pt x="482257" y="39141"/>
                </a:lnTo>
                <a:lnTo>
                  <a:pt x="449935" y="0"/>
                </a:lnTo>
                <a:lnTo>
                  <a:pt x="423583" y="26327"/>
                </a:lnTo>
                <a:lnTo>
                  <a:pt x="450951" y="59499"/>
                </a:lnTo>
                <a:lnTo>
                  <a:pt x="471703" y="97777"/>
                </a:lnTo>
                <a:lnTo>
                  <a:pt x="484873" y="140296"/>
                </a:lnTo>
                <a:lnTo>
                  <a:pt x="489470" y="186156"/>
                </a:lnTo>
                <a:lnTo>
                  <a:pt x="484873" y="231889"/>
                </a:lnTo>
                <a:lnTo>
                  <a:pt x="471703" y="274193"/>
                </a:lnTo>
                <a:lnTo>
                  <a:pt x="450951" y="312432"/>
                </a:lnTo>
                <a:lnTo>
                  <a:pt x="423583" y="345998"/>
                </a:lnTo>
                <a:lnTo>
                  <a:pt x="449935" y="372325"/>
                </a:lnTo>
                <a:lnTo>
                  <a:pt x="482257" y="333184"/>
                </a:lnTo>
                <a:lnTo>
                  <a:pt x="506539" y="288404"/>
                </a:lnTo>
                <a:lnTo>
                  <a:pt x="521817" y="239052"/>
                </a:lnTo>
                <a:lnTo>
                  <a:pt x="527126" y="186156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7141" y="3481581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2508" y="4112094"/>
            <a:ext cx="527685" cy="770890"/>
          </a:xfrm>
          <a:custGeom>
            <a:avLst/>
            <a:gdLst/>
            <a:ahLst/>
            <a:cxnLst/>
            <a:rect l="l" t="t" r="r" b="b"/>
            <a:pathLst>
              <a:path w="527685" h="770889">
                <a:moveTo>
                  <a:pt x="103543" y="26403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91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403"/>
                </a:lnTo>
                <a:close/>
              </a:path>
              <a:path w="527685" h="77088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311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95"/>
                </a:lnTo>
                <a:lnTo>
                  <a:pt x="157200" y="293192"/>
                </a:lnTo>
                <a:lnTo>
                  <a:pt x="138772" y="270852"/>
                </a:lnTo>
                <a:lnTo>
                  <a:pt x="124841" y="245237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7088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70889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31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801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97"/>
                </a:lnTo>
                <a:lnTo>
                  <a:pt x="376516" y="186664"/>
                </a:lnTo>
                <a:close/>
              </a:path>
              <a:path w="527685" h="770889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37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24"/>
                </a:lnTo>
                <a:lnTo>
                  <a:pt x="388366" y="270840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70889">
                <a:moveTo>
                  <a:pt x="499071" y="446963"/>
                </a:moveTo>
                <a:lnTo>
                  <a:pt x="493979" y="421741"/>
                </a:lnTo>
                <a:lnTo>
                  <a:pt x="480098" y="401154"/>
                </a:lnTo>
                <a:lnTo>
                  <a:pt x="459511" y="387273"/>
                </a:lnTo>
                <a:lnTo>
                  <a:pt x="434301" y="382193"/>
                </a:lnTo>
                <a:lnTo>
                  <a:pt x="282384" y="382193"/>
                </a:lnTo>
                <a:lnTo>
                  <a:pt x="282384" y="218719"/>
                </a:lnTo>
                <a:lnTo>
                  <a:pt x="290093" y="212775"/>
                </a:lnTo>
                <a:lnTo>
                  <a:pt x="296037" y="205168"/>
                </a:lnTo>
                <a:lnTo>
                  <a:pt x="299859" y="196316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80" y="151930"/>
                </a:lnTo>
                <a:lnTo>
                  <a:pt x="263563" y="148958"/>
                </a:lnTo>
                <a:lnTo>
                  <a:pt x="248945" y="151930"/>
                </a:lnTo>
                <a:lnTo>
                  <a:pt x="236969" y="160032"/>
                </a:lnTo>
                <a:lnTo>
                  <a:pt x="228879" y="172021"/>
                </a:lnTo>
                <a:lnTo>
                  <a:pt x="225907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453" y="382193"/>
                </a:lnTo>
                <a:lnTo>
                  <a:pt x="101231" y="387273"/>
                </a:lnTo>
                <a:lnTo>
                  <a:pt x="80645" y="401154"/>
                </a:lnTo>
                <a:lnTo>
                  <a:pt x="66763" y="421741"/>
                </a:lnTo>
                <a:lnTo>
                  <a:pt x="61683" y="446963"/>
                </a:lnTo>
                <a:lnTo>
                  <a:pt x="61683" y="706043"/>
                </a:lnTo>
                <a:lnTo>
                  <a:pt x="66763" y="731253"/>
                </a:lnTo>
                <a:lnTo>
                  <a:pt x="80645" y="751840"/>
                </a:lnTo>
                <a:lnTo>
                  <a:pt x="101231" y="765721"/>
                </a:lnTo>
                <a:lnTo>
                  <a:pt x="126453" y="770813"/>
                </a:lnTo>
                <a:lnTo>
                  <a:pt x="434301" y="770813"/>
                </a:lnTo>
                <a:lnTo>
                  <a:pt x="459511" y="765721"/>
                </a:lnTo>
                <a:lnTo>
                  <a:pt x="480098" y="751840"/>
                </a:lnTo>
                <a:lnTo>
                  <a:pt x="493979" y="731253"/>
                </a:lnTo>
                <a:lnTo>
                  <a:pt x="499071" y="706043"/>
                </a:lnTo>
                <a:lnTo>
                  <a:pt x="499071" y="446963"/>
                </a:lnTo>
                <a:close/>
              </a:path>
              <a:path w="527685" h="770889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35" y="0"/>
                </a:lnTo>
                <a:lnTo>
                  <a:pt x="423583" y="26403"/>
                </a:lnTo>
                <a:lnTo>
                  <a:pt x="450951" y="59651"/>
                </a:lnTo>
                <a:lnTo>
                  <a:pt x="471703" y="98044"/>
                </a:lnTo>
                <a:lnTo>
                  <a:pt x="484873" y="140677"/>
                </a:lnTo>
                <a:lnTo>
                  <a:pt x="489470" y="186664"/>
                </a:lnTo>
                <a:lnTo>
                  <a:pt x="484873" y="232511"/>
                </a:lnTo>
                <a:lnTo>
                  <a:pt x="471703" y="274929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35" y="373329"/>
                </a:lnTo>
                <a:lnTo>
                  <a:pt x="482257" y="334086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40061" y="4849476"/>
            <a:ext cx="739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1600" y="3268322"/>
            <a:ext cx="1314450" cy="1994535"/>
            <a:chOff x="1371600" y="3268322"/>
            <a:chExt cx="1314450" cy="1994535"/>
          </a:xfrm>
        </p:grpSpPr>
        <p:sp>
          <p:nvSpPr>
            <p:cNvPr id="12" name="object 12"/>
            <p:cNvSpPr/>
            <p:nvPr/>
          </p:nvSpPr>
          <p:spPr>
            <a:xfrm>
              <a:off x="1552327" y="3296419"/>
              <a:ext cx="227329" cy="1214755"/>
            </a:xfrm>
            <a:custGeom>
              <a:avLst/>
              <a:gdLst/>
              <a:ahLst/>
              <a:cxnLst/>
              <a:rect l="l" t="t" r="r" b="b"/>
              <a:pathLst>
                <a:path w="227330" h="1214754">
                  <a:moveTo>
                    <a:pt x="7670" y="0"/>
                  </a:moveTo>
                  <a:lnTo>
                    <a:pt x="38148" y="38082"/>
                  </a:lnTo>
                  <a:lnTo>
                    <a:pt x="66342" y="77334"/>
                  </a:lnTo>
                  <a:lnTo>
                    <a:pt x="92254" y="117667"/>
                  </a:lnTo>
                  <a:lnTo>
                    <a:pt x="115885" y="158990"/>
                  </a:lnTo>
                  <a:lnTo>
                    <a:pt x="137235" y="201214"/>
                  </a:lnTo>
                  <a:lnTo>
                    <a:pt x="156304" y="244249"/>
                  </a:lnTo>
                  <a:lnTo>
                    <a:pt x="173093" y="288006"/>
                  </a:lnTo>
                  <a:lnTo>
                    <a:pt x="187602" y="332394"/>
                  </a:lnTo>
                  <a:lnTo>
                    <a:pt x="199833" y="377324"/>
                  </a:lnTo>
                  <a:lnTo>
                    <a:pt x="209786" y="422706"/>
                  </a:lnTo>
                  <a:lnTo>
                    <a:pt x="217460" y="468450"/>
                  </a:lnTo>
                  <a:lnTo>
                    <a:pt x="222858" y="514467"/>
                  </a:lnTo>
                  <a:lnTo>
                    <a:pt x="225979" y="560667"/>
                  </a:lnTo>
                  <a:lnTo>
                    <a:pt x="226825" y="606959"/>
                  </a:lnTo>
                  <a:lnTo>
                    <a:pt x="225395" y="653256"/>
                  </a:lnTo>
                  <a:lnTo>
                    <a:pt x="221690" y="699466"/>
                  </a:lnTo>
                  <a:lnTo>
                    <a:pt x="215710" y="745499"/>
                  </a:lnTo>
                  <a:lnTo>
                    <a:pt x="207457" y="791267"/>
                  </a:lnTo>
                  <a:lnTo>
                    <a:pt x="196931" y="836679"/>
                  </a:lnTo>
                  <a:lnTo>
                    <a:pt x="184133" y="881646"/>
                  </a:lnTo>
                  <a:lnTo>
                    <a:pt x="169062" y="926078"/>
                  </a:lnTo>
                  <a:lnTo>
                    <a:pt x="151720" y="969885"/>
                  </a:lnTo>
                  <a:lnTo>
                    <a:pt x="132107" y="1012977"/>
                  </a:lnTo>
                  <a:lnTo>
                    <a:pt x="110224" y="1055264"/>
                  </a:lnTo>
                  <a:lnTo>
                    <a:pt x="86071" y="1096658"/>
                  </a:lnTo>
                  <a:lnTo>
                    <a:pt x="59649" y="1137068"/>
                  </a:lnTo>
                  <a:lnTo>
                    <a:pt x="30958" y="1176404"/>
                  </a:lnTo>
                  <a:lnTo>
                    <a:pt x="0" y="1214577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60286" y="3616867"/>
              <a:ext cx="518795" cy="519430"/>
            </a:xfrm>
            <a:custGeom>
              <a:avLst/>
              <a:gdLst/>
              <a:ahLst/>
              <a:cxnLst/>
              <a:rect l="l" t="t" r="r" b="b"/>
              <a:pathLst>
                <a:path w="518794" h="519429">
                  <a:moveTo>
                    <a:pt x="443826" y="0"/>
                  </a:moveTo>
                  <a:lnTo>
                    <a:pt x="265544" y="178714"/>
                  </a:lnTo>
                  <a:lnTo>
                    <a:pt x="86829" y="431"/>
                  </a:lnTo>
                  <a:lnTo>
                    <a:pt x="0" y="87464"/>
                  </a:lnTo>
                  <a:lnTo>
                    <a:pt x="178714" y="265760"/>
                  </a:lnTo>
                  <a:lnTo>
                    <a:pt x="431" y="444474"/>
                  </a:lnTo>
                  <a:lnTo>
                    <a:pt x="74955" y="518820"/>
                  </a:lnTo>
                  <a:lnTo>
                    <a:pt x="253250" y="340106"/>
                  </a:lnTo>
                  <a:lnTo>
                    <a:pt x="431965" y="518401"/>
                  </a:lnTo>
                  <a:lnTo>
                    <a:pt x="518795" y="431355"/>
                  </a:lnTo>
                  <a:lnTo>
                    <a:pt x="340080" y="253072"/>
                  </a:lnTo>
                  <a:lnTo>
                    <a:pt x="518363" y="74358"/>
                  </a:lnTo>
                  <a:lnTo>
                    <a:pt x="4438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15015" y="3287372"/>
              <a:ext cx="227329" cy="1214755"/>
            </a:xfrm>
            <a:custGeom>
              <a:avLst/>
              <a:gdLst/>
              <a:ahLst/>
              <a:cxnLst/>
              <a:rect l="l" t="t" r="r" b="b"/>
              <a:pathLst>
                <a:path w="227330" h="1214754">
                  <a:moveTo>
                    <a:pt x="7670" y="0"/>
                  </a:moveTo>
                  <a:lnTo>
                    <a:pt x="38148" y="38082"/>
                  </a:lnTo>
                  <a:lnTo>
                    <a:pt x="66342" y="77334"/>
                  </a:lnTo>
                  <a:lnTo>
                    <a:pt x="92254" y="117667"/>
                  </a:lnTo>
                  <a:lnTo>
                    <a:pt x="115885" y="158990"/>
                  </a:lnTo>
                  <a:lnTo>
                    <a:pt x="137235" y="201214"/>
                  </a:lnTo>
                  <a:lnTo>
                    <a:pt x="156304" y="244249"/>
                  </a:lnTo>
                  <a:lnTo>
                    <a:pt x="173093" y="288006"/>
                  </a:lnTo>
                  <a:lnTo>
                    <a:pt x="187602" y="332394"/>
                  </a:lnTo>
                  <a:lnTo>
                    <a:pt x="199833" y="377324"/>
                  </a:lnTo>
                  <a:lnTo>
                    <a:pt x="209786" y="422706"/>
                  </a:lnTo>
                  <a:lnTo>
                    <a:pt x="217460" y="468450"/>
                  </a:lnTo>
                  <a:lnTo>
                    <a:pt x="222858" y="514467"/>
                  </a:lnTo>
                  <a:lnTo>
                    <a:pt x="225979" y="560667"/>
                  </a:lnTo>
                  <a:lnTo>
                    <a:pt x="226825" y="606959"/>
                  </a:lnTo>
                  <a:lnTo>
                    <a:pt x="225395" y="653256"/>
                  </a:lnTo>
                  <a:lnTo>
                    <a:pt x="221690" y="699466"/>
                  </a:lnTo>
                  <a:lnTo>
                    <a:pt x="215710" y="745499"/>
                  </a:lnTo>
                  <a:lnTo>
                    <a:pt x="207457" y="791267"/>
                  </a:lnTo>
                  <a:lnTo>
                    <a:pt x="196931" y="836679"/>
                  </a:lnTo>
                  <a:lnTo>
                    <a:pt x="184133" y="881646"/>
                  </a:lnTo>
                  <a:lnTo>
                    <a:pt x="169062" y="926078"/>
                  </a:lnTo>
                  <a:lnTo>
                    <a:pt x="151720" y="969885"/>
                  </a:lnTo>
                  <a:lnTo>
                    <a:pt x="132107" y="1012977"/>
                  </a:lnTo>
                  <a:lnTo>
                    <a:pt x="110224" y="1055264"/>
                  </a:lnTo>
                  <a:lnTo>
                    <a:pt x="86071" y="1096658"/>
                  </a:lnTo>
                  <a:lnTo>
                    <a:pt x="59649" y="1137068"/>
                  </a:lnTo>
                  <a:lnTo>
                    <a:pt x="30958" y="1176404"/>
                  </a:lnTo>
                  <a:lnTo>
                    <a:pt x="0" y="1214577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12391" y="4704589"/>
              <a:ext cx="1066800" cy="551815"/>
            </a:xfrm>
            <a:custGeom>
              <a:avLst/>
              <a:gdLst/>
              <a:ahLst/>
              <a:cxnLst/>
              <a:rect l="l" t="t" r="r" b="b"/>
              <a:pathLst>
                <a:path w="1066800" h="551814">
                  <a:moveTo>
                    <a:pt x="0" y="91947"/>
                  </a:moveTo>
                  <a:lnTo>
                    <a:pt x="7226" y="56155"/>
                  </a:lnTo>
                  <a:lnTo>
                    <a:pt x="26933" y="26928"/>
                  </a:lnTo>
                  <a:lnTo>
                    <a:pt x="56160" y="7224"/>
                  </a:lnTo>
                  <a:lnTo>
                    <a:pt x="91948" y="0"/>
                  </a:lnTo>
                  <a:lnTo>
                    <a:pt x="974852" y="0"/>
                  </a:lnTo>
                  <a:lnTo>
                    <a:pt x="1010639" y="7224"/>
                  </a:lnTo>
                  <a:lnTo>
                    <a:pt x="1039866" y="26928"/>
                  </a:lnTo>
                  <a:lnTo>
                    <a:pt x="1059573" y="56155"/>
                  </a:lnTo>
                  <a:lnTo>
                    <a:pt x="1066800" y="91947"/>
                  </a:lnTo>
                  <a:lnTo>
                    <a:pt x="1066800" y="459739"/>
                  </a:lnTo>
                  <a:lnTo>
                    <a:pt x="1059573" y="495527"/>
                  </a:lnTo>
                  <a:lnTo>
                    <a:pt x="1039866" y="524754"/>
                  </a:lnTo>
                  <a:lnTo>
                    <a:pt x="1010639" y="544461"/>
                  </a:lnTo>
                  <a:lnTo>
                    <a:pt x="974852" y="551687"/>
                  </a:lnTo>
                  <a:lnTo>
                    <a:pt x="91948" y="551687"/>
                  </a:lnTo>
                  <a:lnTo>
                    <a:pt x="56160" y="544461"/>
                  </a:lnTo>
                  <a:lnTo>
                    <a:pt x="26933" y="524754"/>
                  </a:lnTo>
                  <a:lnTo>
                    <a:pt x="7226" y="495527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00" y="4550664"/>
              <a:ext cx="608076" cy="4008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895" y="4855464"/>
              <a:ext cx="774192" cy="348995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1691190" y="2740161"/>
            <a:ext cx="1692275" cy="335280"/>
          </a:xfrm>
          <a:custGeom>
            <a:avLst/>
            <a:gdLst/>
            <a:ahLst/>
            <a:cxnLst/>
            <a:rect l="l" t="t" r="r" b="b"/>
            <a:pathLst>
              <a:path w="1692275" h="335280">
                <a:moveTo>
                  <a:pt x="0" y="213164"/>
                </a:moveTo>
                <a:lnTo>
                  <a:pt x="43359" y="188347"/>
                </a:lnTo>
                <a:lnTo>
                  <a:pt x="87248" y="165079"/>
                </a:lnTo>
                <a:lnTo>
                  <a:pt x="131628" y="143357"/>
                </a:lnTo>
                <a:lnTo>
                  <a:pt x="176459" y="123178"/>
                </a:lnTo>
                <a:lnTo>
                  <a:pt x="221703" y="104539"/>
                </a:lnTo>
                <a:lnTo>
                  <a:pt x="267321" y="87438"/>
                </a:lnTo>
                <a:lnTo>
                  <a:pt x="313274" y="71871"/>
                </a:lnTo>
                <a:lnTo>
                  <a:pt x="359523" y="57837"/>
                </a:lnTo>
                <a:lnTo>
                  <a:pt x="406029" y="45331"/>
                </a:lnTo>
                <a:lnTo>
                  <a:pt x="452755" y="34352"/>
                </a:lnTo>
                <a:lnTo>
                  <a:pt x="499659" y="24897"/>
                </a:lnTo>
                <a:lnTo>
                  <a:pt x="546705" y="16962"/>
                </a:lnTo>
                <a:lnTo>
                  <a:pt x="593853" y="10545"/>
                </a:lnTo>
                <a:lnTo>
                  <a:pt x="641064" y="5643"/>
                </a:lnTo>
                <a:lnTo>
                  <a:pt x="688299" y="2253"/>
                </a:lnTo>
                <a:lnTo>
                  <a:pt x="735520" y="373"/>
                </a:lnTo>
                <a:lnTo>
                  <a:pt x="782687" y="0"/>
                </a:lnTo>
                <a:lnTo>
                  <a:pt x="829762" y="1130"/>
                </a:lnTo>
                <a:lnTo>
                  <a:pt x="876706" y="3761"/>
                </a:lnTo>
                <a:lnTo>
                  <a:pt x="923480" y="7891"/>
                </a:lnTo>
                <a:lnTo>
                  <a:pt x="970045" y="13517"/>
                </a:lnTo>
                <a:lnTo>
                  <a:pt x="1016363" y="20634"/>
                </a:lnTo>
                <a:lnTo>
                  <a:pt x="1062394" y="29242"/>
                </a:lnTo>
                <a:lnTo>
                  <a:pt x="1108100" y="39337"/>
                </a:lnTo>
                <a:lnTo>
                  <a:pt x="1153442" y="50916"/>
                </a:lnTo>
                <a:lnTo>
                  <a:pt x="1198381" y="63977"/>
                </a:lnTo>
                <a:lnTo>
                  <a:pt x="1242878" y="78516"/>
                </a:lnTo>
                <a:lnTo>
                  <a:pt x="1286894" y="94531"/>
                </a:lnTo>
                <a:lnTo>
                  <a:pt x="1330390" y="112019"/>
                </a:lnTo>
                <a:lnTo>
                  <a:pt x="1373329" y="130977"/>
                </a:lnTo>
                <a:lnTo>
                  <a:pt x="1415670" y="151403"/>
                </a:lnTo>
                <a:lnTo>
                  <a:pt x="1457375" y="173294"/>
                </a:lnTo>
                <a:lnTo>
                  <a:pt x="1498405" y="196646"/>
                </a:lnTo>
                <a:lnTo>
                  <a:pt x="1538721" y="221457"/>
                </a:lnTo>
                <a:lnTo>
                  <a:pt x="1578285" y="247725"/>
                </a:lnTo>
                <a:lnTo>
                  <a:pt x="1617057" y="275445"/>
                </a:lnTo>
                <a:lnTo>
                  <a:pt x="1654999" y="304617"/>
                </a:lnTo>
                <a:lnTo>
                  <a:pt x="1692071" y="335236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38350" y="3408832"/>
            <a:ext cx="170180" cy="1106170"/>
          </a:xfrm>
          <a:custGeom>
            <a:avLst/>
            <a:gdLst/>
            <a:ahLst/>
            <a:cxnLst/>
            <a:rect l="l" t="t" r="r" b="b"/>
            <a:pathLst>
              <a:path w="170179" h="1106170">
                <a:moveTo>
                  <a:pt x="118256" y="1106004"/>
                </a:moveTo>
                <a:lnTo>
                  <a:pt x="97464" y="1065598"/>
                </a:lnTo>
                <a:lnTo>
                  <a:pt x="78690" y="1024238"/>
                </a:lnTo>
                <a:lnTo>
                  <a:pt x="61929" y="981987"/>
                </a:lnTo>
                <a:lnTo>
                  <a:pt x="47180" y="938908"/>
                </a:lnTo>
                <a:lnTo>
                  <a:pt x="34439" y="895063"/>
                </a:lnTo>
                <a:lnTo>
                  <a:pt x="23703" y="850515"/>
                </a:lnTo>
                <a:lnTo>
                  <a:pt x="14969" y="805327"/>
                </a:lnTo>
                <a:lnTo>
                  <a:pt x="8235" y="759561"/>
                </a:lnTo>
                <a:lnTo>
                  <a:pt x="3497" y="713281"/>
                </a:lnTo>
                <a:lnTo>
                  <a:pt x="753" y="666549"/>
                </a:lnTo>
                <a:lnTo>
                  <a:pt x="0" y="619428"/>
                </a:lnTo>
                <a:lnTo>
                  <a:pt x="1234" y="571981"/>
                </a:lnTo>
                <a:lnTo>
                  <a:pt x="4452" y="524269"/>
                </a:lnTo>
                <a:lnTo>
                  <a:pt x="9653" y="476358"/>
                </a:lnTo>
                <a:lnTo>
                  <a:pt x="16832" y="428308"/>
                </a:lnTo>
                <a:lnTo>
                  <a:pt x="25987" y="380182"/>
                </a:lnTo>
                <a:lnTo>
                  <a:pt x="37115" y="332045"/>
                </a:lnTo>
                <a:lnTo>
                  <a:pt x="50214" y="283957"/>
                </a:lnTo>
                <a:lnTo>
                  <a:pt x="65279" y="235982"/>
                </a:lnTo>
                <a:lnTo>
                  <a:pt x="82308" y="188183"/>
                </a:lnTo>
                <a:lnTo>
                  <a:pt x="101299" y="140623"/>
                </a:lnTo>
                <a:lnTo>
                  <a:pt x="122248" y="93363"/>
                </a:lnTo>
                <a:lnTo>
                  <a:pt x="145152" y="46468"/>
                </a:lnTo>
                <a:lnTo>
                  <a:pt x="170009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24149" y="5823629"/>
            <a:ext cx="40271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Secured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standardized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protocol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26535" y="2741676"/>
            <a:ext cx="590003" cy="107745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489960" y="3382890"/>
            <a:ext cx="3416935" cy="1709420"/>
            <a:chOff x="3489960" y="3382890"/>
            <a:chExt cx="3416935" cy="170942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9960" y="4015740"/>
              <a:ext cx="590003" cy="107594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20320" y="3382898"/>
              <a:ext cx="786765" cy="787400"/>
            </a:xfrm>
            <a:custGeom>
              <a:avLst/>
              <a:gdLst/>
              <a:ahLst/>
              <a:cxnLst/>
              <a:rect l="l" t="t" r="r" b="b"/>
              <a:pathLst>
                <a:path w="786765" h="787400">
                  <a:moveTo>
                    <a:pt x="429945" y="688505"/>
                  </a:moveTo>
                  <a:lnTo>
                    <a:pt x="356235" y="688505"/>
                  </a:lnTo>
                  <a:lnTo>
                    <a:pt x="356235" y="786853"/>
                  </a:lnTo>
                  <a:lnTo>
                    <a:pt x="429945" y="786853"/>
                  </a:lnTo>
                  <a:lnTo>
                    <a:pt x="429945" y="688505"/>
                  </a:lnTo>
                  <a:close/>
                </a:path>
                <a:path w="786765" h="787400">
                  <a:moveTo>
                    <a:pt x="786180" y="535800"/>
                  </a:moveTo>
                  <a:lnTo>
                    <a:pt x="782713" y="518668"/>
                  </a:lnTo>
                  <a:lnTo>
                    <a:pt x="773290" y="504672"/>
                  </a:lnTo>
                  <a:lnTo>
                    <a:pt x="759320" y="495236"/>
                  </a:lnTo>
                  <a:lnTo>
                    <a:pt x="742200" y="491782"/>
                  </a:lnTo>
                  <a:lnTo>
                    <a:pt x="393090" y="491782"/>
                  </a:lnTo>
                  <a:lnTo>
                    <a:pt x="393090" y="590143"/>
                  </a:lnTo>
                  <a:lnTo>
                    <a:pt x="391160" y="599706"/>
                  </a:lnTo>
                  <a:lnTo>
                    <a:pt x="385902" y="607529"/>
                  </a:lnTo>
                  <a:lnTo>
                    <a:pt x="378091" y="612800"/>
                  </a:lnTo>
                  <a:lnTo>
                    <a:pt x="368528" y="614730"/>
                  </a:lnTo>
                  <a:lnTo>
                    <a:pt x="358952" y="612800"/>
                  </a:lnTo>
                  <a:lnTo>
                    <a:pt x="351142" y="607529"/>
                  </a:lnTo>
                  <a:lnTo>
                    <a:pt x="345884" y="599706"/>
                  </a:lnTo>
                  <a:lnTo>
                    <a:pt x="343954" y="590143"/>
                  </a:lnTo>
                  <a:lnTo>
                    <a:pt x="345884" y="580567"/>
                  </a:lnTo>
                  <a:lnTo>
                    <a:pt x="351142" y="572744"/>
                  </a:lnTo>
                  <a:lnTo>
                    <a:pt x="358952" y="567486"/>
                  </a:lnTo>
                  <a:lnTo>
                    <a:pt x="368528" y="565556"/>
                  </a:lnTo>
                  <a:lnTo>
                    <a:pt x="378091" y="567486"/>
                  </a:lnTo>
                  <a:lnTo>
                    <a:pt x="385902" y="572744"/>
                  </a:lnTo>
                  <a:lnTo>
                    <a:pt x="391160" y="580567"/>
                  </a:lnTo>
                  <a:lnTo>
                    <a:pt x="393090" y="590143"/>
                  </a:lnTo>
                  <a:lnTo>
                    <a:pt x="393090" y="491782"/>
                  </a:lnTo>
                  <a:lnTo>
                    <a:pt x="270256" y="491782"/>
                  </a:lnTo>
                  <a:lnTo>
                    <a:pt x="270256" y="590143"/>
                  </a:lnTo>
                  <a:lnTo>
                    <a:pt x="268325" y="599706"/>
                  </a:lnTo>
                  <a:lnTo>
                    <a:pt x="263055" y="607529"/>
                  </a:lnTo>
                  <a:lnTo>
                    <a:pt x="255244" y="612800"/>
                  </a:lnTo>
                  <a:lnTo>
                    <a:pt x="245681" y="614730"/>
                  </a:lnTo>
                  <a:lnTo>
                    <a:pt x="236118" y="612800"/>
                  </a:lnTo>
                  <a:lnTo>
                    <a:pt x="228307" y="607529"/>
                  </a:lnTo>
                  <a:lnTo>
                    <a:pt x="223050" y="599706"/>
                  </a:lnTo>
                  <a:lnTo>
                    <a:pt x="221119" y="590143"/>
                  </a:lnTo>
                  <a:lnTo>
                    <a:pt x="223050" y="580567"/>
                  </a:lnTo>
                  <a:lnTo>
                    <a:pt x="228307" y="572744"/>
                  </a:lnTo>
                  <a:lnTo>
                    <a:pt x="236118" y="567486"/>
                  </a:lnTo>
                  <a:lnTo>
                    <a:pt x="245681" y="565556"/>
                  </a:lnTo>
                  <a:lnTo>
                    <a:pt x="255244" y="567486"/>
                  </a:lnTo>
                  <a:lnTo>
                    <a:pt x="263055" y="572744"/>
                  </a:lnTo>
                  <a:lnTo>
                    <a:pt x="268325" y="580567"/>
                  </a:lnTo>
                  <a:lnTo>
                    <a:pt x="270256" y="590143"/>
                  </a:lnTo>
                  <a:lnTo>
                    <a:pt x="270256" y="491782"/>
                  </a:lnTo>
                  <a:lnTo>
                    <a:pt x="147408" y="491782"/>
                  </a:lnTo>
                  <a:lnTo>
                    <a:pt x="147408" y="590143"/>
                  </a:lnTo>
                  <a:lnTo>
                    <a:pt x="145478" y="599706"/>
                  </a:lnTo>
                  <a:lnTo>
                    <a:pt x="140220" y="607529"/>
                  </a:lnTo>
                  <a:lnTo>
                    <a:pt x="132410" y="612800"/>
                  </a:lnTo>
                  <a:lnTo>
                    <a:pt x="122847" y="614730"/>
                  </a:lnTo>
                  <a:lnTo>
                    <a:pt x="113284" y="612800"/>
                  </a:lnTo>
                  <a:lnTo>
                    <a:pt x="105473" y="607529"/>
                  </a:lnTo>
                  <a:lnTo>
                    <a:pt x="100203" y="599706"/>
                  </a:lnTo>
                  <a:lnTo>
                    <a:pt x="98272" y="590143"/>
                  </a:lnTo>
                  <a:lnTo>
                    <a:pt x="100203" y="580567"/>
                  </a:lnTo>
                  <a:lnTo>
                    <a:pt x="105473" y="572744"/>
                  </a:lnTo>
                  <a:lnTo>
                    <a:pt x="113284" y="567486"/>
                  </a:lnTo>
                  <a:lnTo>
                    <a:pt x="122847" y="565556"/>
                  </a:lnTo>
                  <a:lnTo>
                    <a:pt x="132410" y="567486"/>
                  </a:lnTo>
                  <a:lnTo>
                    <a:pt x="140220" y="572744"/>
                  </a:lnTo>
                  <a:lnTo>
                    <a:pt x="145478" y="580567"/>
                  </a:lnTo>
                  <a:lnTo>
                    <a:pt x="147408" y="590143"/>
                  </a:lnTo>
                  <a:lnTo>
                    <a:pt x="147408" y="491782"/>
                  </a:lnTo>
                  <a:lnTo>
                    <a:pt x="43980" y="491782"/>
                  </a:lnTo>
                  <a:lnTo>
                    <a:pt x="26860" y="495236"/>
                  </a:lnTo>
                  <a:lnTo>
                    <a:pt x="12890" y="504672"/>
                  </a:lnTo>
                  <a:lnTo>
                    <a:pt x="3467" y="518668"/>
                  </a:lnTo>
                  <a:lnTo>
                    <a:pt x="0" y="535800"/>
                  </a:lnTo>
                  <a:lnTo>
                    <a:pt x="0" y="644486"/>
                  </a:lnTo>
                  <a:lnTo>
                    <a:pt x="3467" y="661619"/>
                  </a:lnTo>
                  <a:lnTo>
                    <a:pt x="12890" y="675601"/>
                  </a:lnTo>
                  <a:lnTo>
                    <a:pt x="26860" y="685038"/>
                  </a:lnTo>
                  <a:lnTo>
                    <a:pt x="43980" y="688492"/>
                  </a:lnTo>
                  <a:lnTo>
                    <a:pt x="742200" y="688492"/>
                  </a:lnTo>
                  <a:lnTo>
                    <a:pt x="759320" y="685038"/>
                  </a:lnTo>
                  <a:lnTo>
                    <a:pt x="773290" y="675601"/>
                  </a:lnTo>
                  <a:lnTo>
                    <a:pt x="782713" y="661619"/>
                  </a:lnTo>
                  <a:lnTo>
                    <a:pt x="786180" y="644486"/>
                  </a:lnTo>
                  <a:lnTo>
                    <a:pt x="786180" y="614730"/>
                  </a:lnTo>
                  <a:lnTo>
                    <a:pt x="786180" y="565556"/>
                  </a:lnTo>
                  <a:lnTo>
                    <a:pt x="786180" y="535800"/>
                  </a:lnTo>
                  <a:close/>
                </a:path>
                <a:path w="786765" h="787400">
                  <a:moveTo>
                    <a:pt x="786180" y="289902"/>
                  </a:moveTo>
                  <a:lnTo>
                    <a:pt x="782726" y="272770"/>
                  </a:lnTo>
                  <a:lnTo>
                    <a:pt x="773290" y="258787"/>
                  </a:lnTo>
                  <a:lnTo>
                    <a:pt x="759320" y="249351"/>
                  </a:lnTo>
                  <a:lnTo>
                    <a:pt x="742200" y="245884"/>
                  </a:lnTo>
                  <a:lnTo>
                    <a:pt x="393090" y="245884"/>
                  </a:lnTo>
                  <a:lnTo>
                    <a:pt x="393090" y="344246"/>
                  </a:lnTo>
                  <a:lnTo>
                    <a:pt x="391160" y="353822"/>
                  </a:lnTo>
                  <a:lnTo>
                    <a:pt x="385902" y="361632"/>
                  </a:lnTo>
                  <a:lnTo>
                    <a:pt x="378091" y="366903"/>
                  </a:lnTo>
                  <a:lnTo>
                    <a:pt x="368528" y="368833"/>
                  </a:lnTo>
                  <a:lnTo>
                    <a:pt x="358952" y="366903"/>
                  </a:lnTo>
                  <a:lnTo>
                    <a:pt x="351155" y="361632"/>
                  </a:lnTo>
                  <a:lnTo>
                    <a:pt x="345884" y="353822"/>
                  </a:lnTo>
                  <a:lnTo>
                    <a:pt x="343954" y="344246"/>
                  </a:lnTo>
                  <a:lnTo>
                    <a:pt x="345884" y="334670"/>
                  </a:lnTo>
                  <a:lnTo>
                    <a:pt x="351155" y="326859"/>
                  </a:lnTo>
                  <a:lnTo>
                    <a:pt x="358952" y="321589"/>
                  </a:lnTo>
                  <a:lnTo>
                    <a:pt x="368528" y="319659"/>
                  </a:lnTo>
                  <a:lnTo>
                    <a:pt x="378091" y="321589"/>
                  </a:lnTo>
                  <a:lnTo>
                    <a:pt x="385902" y="326859"/>
                  </a:lnTo>
                  <a:lnTo>
                    <a:pt x="391160" y="334670"/>
                  </a:lnTo>
                  <a:lnTo>
                    <a:pt x="393090" y="344246"/>
                  </a:lnTo>
                  <a:lnTo>
                    <a:pt x="393090" y="245884"/>
                  </a:lnTo>
                  <a:lnTo>
                    <a:pt x="270256" y="245884"/>
                  </a:lnTo>
                  <a:lnTo>
                    <a:pt x="270256" y="344246"/>
                  </a:lnTo>
                  <a:lnTo>
                    <a:pt x="268325" y="353822"/>
                  </a:lnTo>
                  <a:lnTo>
                    <a:pt x="263055" y="361632"/>
                  </a:lnTo>
                  <a:lnTo>
                    <a:pt x="255244" y="366903"/>
                  </a:lnTo>
                  <a:lnTo>
                    <a:pt x="245681" y="368833"/>
                  </a:lnTo>
                  <a:lnTo>
                    <a:pt x="236118" y="366903"/>
                  </a:lnTo>
                  <a:lnTo>
                    <a:pt x="228307" y="361632"/>
                  </a:lnTo>
                  <a:lnTo>
                    <a:pt x="223050" y="353822"/>
                  </a:lnTo>
                  <a:lnTo>
                    <a:pt x="221119" y="344246"/>
                  </a:lnTo>
                  <a:lnTo>
                    <a:pt x="223050" y="334670"/>
                  </a:lnTo>
                  <a:lnTo>
                    <a:pt x="228307" y="326859"/>
                  </a:lnTo>
                  <a:lnTo>
                    <a:pt x="236118" y="321589"/>
                  </a:lnTo>
                  <a:lnTo>
                    <a:pt x="245681" y="319659"/>
                  </a:lnTo>
                  <a:lnTo>
                    <a:pt x="255244" y="321589"/>
                  </a:lnTo>
                  <a:lnTo>
                    <a:pt x="263055" y="326859"/>
                  </a:lnTo>
                  <a:lnTo>
                    <a:pt x="268325" y="334670"/>
                  </a:lnTo>
                  <a:lnTo>
                    <a:pt x="270256" y="344246"/>
                  </a:lnTo>
                  <a:lnTo>
                    <a:pt x="270256" y="245884"/>
                  </a:lnTo>
                  <a:lnTo>
                    <a:pt x="147408" y="245884"/>
                  </a:lnTo>
                  <a:lnTo>
                    <a:pt x="147408" y="344246"/>
                  </a:lnTo>
                  <a:lnTo>
                    <a:pt x="145478" y="353822"/>
                  </a:lnTo>
                  <a:lnTo>
                    <a:pt x="140220" y="361632"/>
                  </a:lnTo>
                  <a:lnTo>
                    <a:pt x="132410" y="366903"/>
                  </a:lnTo>
                  <a:lnTo>
                    <a:pt x="122847" y="368833"/>
                  </a:lnTo>
                  <a:lnTo>
                    <a:pt x="113284" y="366903"/>
                  </a:lnTo>
                  <a:lnTo>
                    <a:pt x="105473" y="361632"/>
                  </a:lnTo>
                  <a:lnTo>
                    <a:pt x="100203" y="353822"/>
                  </a:lnTo>
                  <a:lnTo>
                    <a:pt x="98272" y="344246"/>
                  </a:lnTo>
                  <a:lnTo>
                    <a:pt x="100203" y="334670"/>
                  </a:lnTo>
                  <a:lnTo>
                    <a:pt x="105473" y="326859"/>
                  </a:lnTo>
                  <a:lnTo>
                    <a:pt x="113284" y="321589"/>
                  </a:lnTo>
                  <a:lnTo>
                    <a:pt x="122847" y="319659"/>
                  </a:lnTo>
                  <a:lnTo>
                    <a:pt x="132410" y="321589"/>
                  </a:lnTo>
                  <a:lnTo>
                    <a:pt x="140220" y="326859"/>
                  </a:lnTo>
                  <a:lnTo>
                    <a:pt x="145478" y="334670"/>
                  </a:lnTo>
                  <a:lnTo>
                    <a:pt x="147408" y="344246"/>
                  </a:lnTo>
                  <a:lnTo>
                    <a:pt x="147408" y="245884"/>
                  </a:lnTo>
                  <a:lnTo>
                    <a:pt x="43980" y="245884"/>
                  </a:lnTo>
                  <a:lnTo>
                    <a:pt x="26860" y="249351"/>
                  </a:lnTo>
                  <a:lnTo>
                    <a:pt x="12890" y="258787"/>
                  </a:lnTo>
                  <a:lnTo>
                    <a:pt x="3467" y="272770"/>
                  </a:lnTo>
                  <a:lnTo>
                    <a:pt x="0" y="289902"/>
                  </a:lnTo>
                  <a:lnTo>
                    <a:pt x="0" y="398589"/>
                  </a:lnTo>
                  <a:lnTo>
                    <a:pt x="3467" y="415721"/>
                  </a:lnTo>
                  <a:lnTo>
                    <a:pt x="12890" y="429717"/>
                  </a:lnTo>
                  <a:lnTo>
                    <a:pt x="26860" y="439140"/>
                  </a:lnTo>
                  <a:lnTo>
                    <a:pt x="43980" y="442607"/>
                  </a:lnTo>
                  <a:lnTo>
                    <a:pt x="742200" y="442607"/>
                  </a:lnTo>
                  <a:lnTo>
                    <a:pt x="759320" y="439140"/>
                  </a:lnTo>
                  <a:lnTo>
                    <a:pt x="773290" y="429717"/>
                  </a:lnTo>
                  <a:lnTo>
                    <a:pt x="782726" y="415721"/>
                  </a:lnTo>
                  <a:lnTo>
                    <a:pt x="786180" y="398589"/>
                  </a:lnTo>
                  <a:lnTo>
                    <a:pt x="786180" y="368833"/>
                  </a:lnTo>
                  <a:lnTo>
                    <a:pt x="786180" y="319659"/>
                  </a:lnTo>
                  <a:lnTo>
                    <a:pt x="786180" y="289902"/>
                  </a:lnTo>
                  <a:close/>
                </a:path>
                <a:path w="786765" h="787400">
                  <a:moveTo>
                    <a:pt x="786180" y="44018"/>
                  </a:moveTo>
                  <a:lnTo>
                    <a:pt x="782726" y="26885"/>
                  </a:lnTo>
                  <a:lnTo>
                    <a:pt x="773290" y="12890"/>
                  </a:lnTo>
                  <a:lnTo>
                    <a:pt x="759320" y="3454"/>
                  </a:lnTo>
                  <a:lnTo>
                    <a:pt x="742200" y="0"/>
                  </a:lnTo>
                  <a:lnTo>
                    <a:pt x="393090" y="0"/>
                  </a:lnTo>
                  <a:lnTo>
                    <a:pt x="393090" y="98361"/>
                  </a:lnTo>
                  <a:lnTo>
                    <a:pt x="391160" y="107924"/>
                  </a:lnTo>
                  <a:lnTo>
                    <a:pt x="385902" y="115747"/>
                  </a:lnTo>
                  <a:lnTo>
                    <a:pt x="378091" y="121018"/>
                  </a:lnTo>
                  <a:lnTo>
                    <a:pt x="368528" y="122948"/>
                  </a:lnTo>
                  <a:lnTo>
                    <a:pt x="358952" y="121018"/>
                  </a:lnTo>
                  <a:lnTo>
                    <a:pt x="351155" y="115747"/>
                  </a:lnTo>
                  <a:lnTo>
                    <a:pt x="345884" y="107924"/>
                  </a:lnTo>
                  <a:lnTo>
                    <a:pt x="343954" y="98361"/>
                  </a:lnTo>
                  <a:lnTo>
                    <a:pt x="345884" y="88785"/>
                  </a:lnTo>
                  <a:lnTo>
                    <a:pt x="351155" y="80962"/>
                  </a:lnTo>
                  <a:lnTo>
                    <a:pt x="358952" y="75692"/>
                  </a:lnTo>
                  <a:lnTo>
                    <a:pt x="368528" y="73761"/>
                  </a:lnTo>
                  <a:lnTo>
                    <a:pt x="378091" y="75692"/>
                  </a:lnTo>
                  <a:lnTo>
                    <a:pt x="385902" y="80962"/>
                  </a:lnTo>
                  <a:lnTo>
                    <a:pt x="391160" y="88785"/>
                  </a:lnTo>
                  <a:lnTo>
                    <a:pt x="393090" y="98361"/>
                  </a:lnTo>
                  <a:lnTo>
                    <a:pt x="393090" y="0"/>
                  </a:lnTo>
                  <a:lnTo>
                    <a:pt x="270256" y="0"/>
                  </a:lnTo>
                  <a:lnTo>
                    <a:pt x="270256" y="98361"/>
                  </a:lnTo>
                  <a:lnTo>
                    <a:pt x="268325" y="107924"/>
                  </a:lnTo>
                  <a:lnTo>
                    <a:pt x="263055" y="115747"/>
                  </a:lnTo>
                  <a:lnTo>
                    <a:pt x="255244" y="121018"/>
                  </a:lnTo>
                  <a:lnTo>
                    <a:pt x="245681" y="122948"/>
                  </a:lnTo>
                  <a:lnTo>
                    <a:pt x="236118" y="121018"/>
                  </a:lnTo>
                  <a:lnTo>
                    <a:pt x="228307" y="115747"/>
                  </a:lnTo>
                  <a:lnTo>
                    <a:pt x="223050" y="107924"/>
                  </a:lnTo>
                  <a:lnTo>
                    <a:pt x="221119" y="98361"/>
                  </a:lnTo>
                  <a:lnTo>
                    <a:pt x="223050" y="88785"/>
                  </a:lnTo>
                  <a:lnTo>
                    <a:pt x="228307" y="80962"/>
                  </a:lnTo>
                  <a:lnTo>
                    <a:pt x="236118" y="75692"/>
                  </a:lnTo>
                  <a:lnTo>
                    <a:pt x="245681" y="73761"/>
                  </a:lnTo>
                  <a:lnTo>
                    <a:pt x="255244" y="75692"/>
                  </a:lnTo>
                  <a:lnTo>
                    <a:pt x="263055" y="80962"/>
                  </a:lnTo>
                  <a:lnTo>
                    <a:pt x="268325" y="88785"/>
                  </a:lnTo>
                  <a:lnTo>
                    <a:pt x="270256" y="98361"/>
                  </a:lnTo>
                  <a:lnTo>
                    <a:pt x="270256" y="0"/>
                  </a:lnTo>
                  <a:lnTo>
                    <a:pt x="147408" y="0"/>
                  </a:lnTo>
                  <a:lnTo>
                    <a:pt x="147408" y="98361"/>
                  </a:lnTo>
                  <a:lnTo>
                    <a:pt x="145478" y="107924"/>
                  </a:lnTo>
                  <a:lnTo>
                    <a:pt x="140220" y="115747"/>
                  </a:lnTo>
                  <a:lnTo>
                    <a:pt x="132410" y="121018"/>
                  </a:lnTo>
                  <a:lnTo>
                    <a:pt x="122847" y="122948"/>
                  </a:lnTo>
                  <a:lnTo>
                    <a:pt x="113284" y="121018"/>
                  </a:lnTo>
                  <a:lnTo>
                    <a:pt x="105473" y="115747"/>
                  </a:lnTo>
                  <a:lnTo>
                    <a:pt x="100203" y="107924"/>
                  </a:lnTo>
                  <a:lnTo>
                    <a:pt x="98272" y="98361"/>
                  </a:lnTo>
                  <a:lnTo>
                    <a:pt x="100203" y="88785"/>
                  </a:lnTo>
                  <a:lnTo>
                    <a:pt x="105473" y="80962"/>
                  </a:lnTo>
                  <a:lnTo>
                    <a:pt x="113284" y="75692"/>
                  </a:lnTo>
                  <a:lnTo>
                    <a:pt x="122847" y="73761"/>
                  </a:lnTo>
                  <a:lnTo>
                    <a:pt x="132410" y="75692"/>
                  </a:lnTo>
                  <a:lnTo>
                    <a:pt x="140220" y="80962"/>
                  </a:lnTo>
                  <a:lnTo>
                    <a:pt x="145478" y="88785"/>
                  </a:lnTo>
                  <a:lnTo>
                    <a:pt x="147408" y="98361"/>
                  </a:lnTo>
                  <a:lnTo>
                    <a:pt x="147408" y="0"/>
                  </a:lnTo>
                  <a:lnTo>
                    <a:pt x="43980" y="0"/>
                  </a:lnTo>
                  <a:lnTo>
                    <a:pt x="26860" y="3454"/>
                  </a:lnTo>
                  <a:lnTo>
                    <a:pt x="12890" y="12890"/>
                  </a:lnTo>
                  <a:lnTo>
                    <a:pt x="3467" y="26885"/>
                  </a:lnTo>
                  <a:lnTo>
                    <a:pt x="0" y="44018"/>
                  </a:lnTo>
                  <a:lnTo>
                    <a:pt x="0" y="152692"/>
                  </a:lnTo>
                  <a:lnTo>
                    <a:pt x="3467" y="169824"/>
                  </a:lnTo>
                  <a:lnTo>
                    <a:pt x="12890" y="183819"/>
                  </a:lnTo>
                  <a:lnTo>
                    <a:pt x="26860" y="193255"/>
                  </a:lnTo>
                  <a:lnTo>
                    <a:pt x="43980" y="196710"/>
                  </a:lnTo>
                  <a:lnTo>
                    <a:pt x="742200" y="196710"/>
                  </a:lnTo>
                  <a:lnTo>
                    <a:pt x="759320" y="193255"/>
                  </a:lnTo>
                  <a:lnTo>
                    <a:pt x="773290" y="183819"/>
                  </a:lnTo>
                  <a:lnTo>
                    <a:pt x="782726" y="169824"/>
                  </a:lnTo>
                  <a:lnTo>
                    <a:pt x="786180" y="152692"/>
                  </a:lnTo>
                  <a:lnTo>
                    <a:pt x="786180" y="122948"/>
                  </a:lnTo>
                  <a:lnTo>
                    <a:pt x="786180" y="73761"/>
                  </a:lnTo>
                  <a:lnTo>
                    <a:pt x="786180" y="4401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856648" y="4413473"/>
            <a:ext cx="1330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2060"/>
                </a:solidFill>
                <a:latin typeface="Calibri"/>
                <a:cs typeface="Calibri"/>
              </a:rPr>
              <a:t>Network</a:t>
            </a:r>
            <a:r>
              <a:rPr sz="1600" b="1" i="1" spc="-6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99742" y="4406176"/>
            <a:ext cx="1566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50"/>
                </a:solidFill>
                <a:latin typeface="Calibri"/>
                <a:cs typeface="Calibri"/>
              </a:rPr>
              <a:t>Application</a:t>
            </a:r>
            <a:r>
              <a:rPr sz="1600" b="1" i="1" spc="-7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26535" y="3130683"/>
            <a:ext cx="5654040" cy="2073910"/>
            <a:chOff x="3526535" y="3130683"/>
            <a:chExt cx="5654040" cy="2073910"/>
          </a:xfrm>
        </p:grpSpPr>
        <p:sp>
          <p:nvSpPr>
            <p:cNvPr id="28" name="object 28"/>
            <p:cNvSpPr/>
            <p:nvPr/>
          </p:nvSpPr>
          <p:spPr>
            <a:xfrm>
              <a:off x="7857744" y="3387826"/>
              <a:ext cx="762635" cy="762635"/>
            </a:xfrm>
            <a:custGeom>
              <a:avLst/>
              <a:gdLst/>
              <a:ahLst/>
              <a:cxnLst/>
              <a:rect l="l" t="t" r="r" b="b"/>
              <a:pathLst>
                <a:path w="762634" h="762635">
                  <a:moveTo>
                    <a:pt x="762076" y="519112"/>
                  </a:moveTo>
                  <a:lnTo>
                    <a:pt x="758736" y="502513"/>
                  </a:lnTo>
                  <a:lnTo>
                    <a:pt x="749592" y="488950"/>
                  </a:lnTo>
                  <a:lnTo>
                    <a:pt x="736041" y="479818"/>
                  </a:lnTo>
                  <a:lnTo>
                    <a:pt x="719455" y="476465"/>
                  </a:lnTo>
                  <a:lnTo>
                    <a:pt x="381038" y="476465"/>
                  </a:lnTo>
                  <a:lnTo>
                    <a:pt x="381038" y="571754"/>
                  </a:lnTo>
                  <a:lnTo>
                    <a:pt x="379171" y="581037"/>
                  </a:lnTo>
                  <a:lnTo>
                    <a:pt x="374065" y="588606"/>
                  </a:lnTo>
                  <a:lnTo>
                    <a:pt x="366496" y="593712"/>
                  </a:lnTo>
                  <a:lnTo>
                    <a:pt x="357225" y="595579"/>
                  </a:lnTo>
                  <a:lnTo>
                    <a:pt x="347954" y="593712"/>
                  </a:lnTo>
                  <a:lnTo>
                    <a:pt x="340385" y="588606"/>
                  </a:lnTo>
                  <a:lnTo>
                    <a:pt x="335280" y="581037"/>
                  </a:lnTo>
                  <a:lnTo>
                    <a:pt x="333413" y="571754"/>
                  </a:lnTo>
                  <a:lnTo>
                    <a:pt x="335280" y="562483"/>
                  </a:lnTo>
                  <a:lnTo>
                    <a:pt x="340385" y="554913"/>
                  </a:lnTo>
                  <a:lnTo>
                    <a:pt x="347954" y="549808"/>
                  </a:lnTo>
                  <a:lnTo>
                    <a:pt x="357225" y="547941"/>
                  </a:lnTo>
                  <a:lnTo>
                    <a:pt x="366496" y="549808"/>
                  </a:lnTo>
                  <a:lnTo>
                    <a:pt x="374065" y="554913"/>
                  </a:lnTo>
                  <a:lnTo>
                    <a:pt x="379171" y="562483"/>
                  </a:lnTo>
                  <a:lnTo>
                    <a:pt x="381038" y="571754"/>
                  </a:lnTo>
                  <a:lnTo>
                    <a:pt x="381038" y="476465"/>
                  </a:lnTo>
                  <a:lnTo>
                    <a:pt x="261975" y="476465"/>
                  </a:lnTo>
                  <a:lnTo>
                    <a:pt x="261975" y="571754"/>
                  </a:lnTo>
                  <a:lnTo>
                    <a:pt x="260096" y="581037"/>
                  </a:lnTo>
                  <a:lnTo>
                    <a:pt x="254990" y="588606"/>
                  </a:lnTo>
                  <a:lnTo>
                    <a:pt x="247421" y="593712"/>
                  </a:lnTo>
                  <a:lnTo>
                    <a:pt x="238150" y="595579"/>
                  </a:lnTo>
                  <a:lnTo>
                    <a:pt x="228879" y="593712"/>
                  </a:lnTo>
                  <a:lnTo>
                    <a:pt x="221310" y="588606"/>
                  </a:lnTo>
                  <a:lnTo>
                    <a:pt x="216217" y="581037"/>
                  </a:lnTo>
                  <a:lnTo>
                    <a:pt x="214337" y="571754"/>
                  </a:lnTo>
                  <a:lnTo>
                    <a:pt x="216217" y="562483"/>
                  </a:lnTo>
                  <a:lnTo>
                    <a:pt x="221310" y="554913"/>
                  </a:lnTo>
                  <a:lnTo>
                    <a:pt x="228879" y="549808"/>
                  </a:lnTo>
                  <a:lnTo>
                    <a:pt x="238150" y="547941"/>
                  </a:lnTo>
                  <a:lnTo>
                    <a:pt x="247421" y="549808"/>
                  </a:lnTo>
                  <a:lnTo>
                    <a:pt x="254990" y="554913"/>
                  </a:lnTo>
                  <a:lnTo>
                    <a:pt x="260096" y="562483"/>
                  </a:lnTo>
                  <a:lnTo>
                    <a:pt x="261975" y="571754"/>
                  </a:lnTo>
                  <a:lnTo>
                    <a:pt x="261975" y="476465"/>
                  </a:lnTo>
                  <a:lnTo>
                    <a:pt x="142900" y="476465"/>
                  </a:lnTo>
                  <a:lnTo>
                    <a:pt x="142900" y="571754"/>
                  </a:lnTo>
                  <a:lnTo>
                    <a:pt x="141020" y="581037"/>
                  </a:lnTo>
                  <a:lnTo>
                    <a:pt x="135928" y="588606"/>
                  </a:lnTo>
                  <a:lnTo>
                    <a:pt x="128358" y="593712"/>
                  </a:lnTo>
                  <a:lnTo>
                    <a:pt x="119075" y="595579"/>
                  </a:lnTo>
                  <a:lnTo>
                    <a:pt x="109804" y="593712"/>
                  </a:lnTo>
                  <a:lnTo>
                    <a:pt x="102235" y="588606"/>
                  </a:lnTo>
                  <a:lnTo>
                    <a:pt x="97142" y="581037"/>
                  </a:lnTo>
                  <a:lnTo>
                    <a:pt x="95262" y="571754"/>
                  </a:lnTo>
                  <a:lnTo>
                    <a:pt x="97142" y="562483"/>
                  </a:lnTo>
                  <a:lnTo>
                    <a:pt x="102235" y="554913"/>
                  </a:lnTo>
                  <a:lnTo>
                    <a:pt x="109804" y="549808"/>
                  </a:lnTo>
                  <a:lnTo>
                    <a:pt x="119075" y="547941"/>
                  </a:lnTo>
                  <a:lnTo>
                    <a:pt x="128358" y="549808"/>
                  </a:lnTo>
                  <a:lnTo>
                    <a:pt x="135928" y="554913"/>
                  </a:lnTo>
                  <a:lnTo>
                    <a:pt x="141020" y="562483"/>
                  </a:lnTo>
                  <a:lnTo>
                    <a:pt x="142900" y="571754"/>
                  </a:lnTo>
                  <a:lnTo>
                    <a:pt x="142900" y="476465"/>
                  </a:lnTo>
                  <a:lnTo>
                    <a:pt x="42633" y="476465"/>
                  </a:lnTo>
                  <a:lnTo>
                    <a:pt x="26047" y="479818"/>
                  </a:lnTo>
                  <a:lnTo>
                    <a:pt x="12496" y="488950"/>
                  </a:lnTo>
                  <a:lnTo>
                    <a:pt x="3352" y="502513"/>
                  </a:lnTo>
                  <a:lnTo>
                    <a:pt x="12" y="519112"/>
                  </a:lnTo>
                  <a:lnTo>
                    <a:pt x="12" y="624408"/>
                  </a:lnTo>
                  <a:lnTo>
                    <a:pt x="3352" y="641007"/>
                  </a:lnTo>
                  <a:lnTo>
                    <a:pt x="12496" y="654558"/>
                  </a:lnTo>
                  <a:lnTo>
                    <a:pt x="26047" y="663702"/>
                  </a:lnTo>
                  <a:lnTo>
                    <a:pt x="42633" y="667054"/>
                  </a:lnTo>
                  <a:lnTo>
                    <a:pt x="345325" y="667054"/>
                  </a:lnTo>
                  <a:lnTo>
                    <a:pt x="345325" y="762342"/>
                  </a:lnTo>
                  <a:lnTo>
                    <a:pt x="416763" y="762342"/>
                  </a:lnTo>
                  <a:lnTo>
                    <a:pt x="416763" y="667054"/>
                  </a:lnTo>
                  <a:lnTo>
                    <a:pt x="719455" y="667054"/>
                  </a:lnTo>
                  <a:lnTo>
                    <a:pt x="736041" y="663702"/>
                  </a:lnTo>
                  <a:lnTo>
                    <a:pt x="749592" y="654558"/>
                  </a:lnTo>
                  <a:lnTo>
                    <a:pt x="758736" y="641007"/>
                  </a:lnTo>
                  <a:lnTo>
                    <a:pt x="762076" y="624408"/>
                  </a:lnTo>
                  <a:lnTo>
                    <a:pt x="762076" y="595579"/>
                  </a:lnTo>
                  <a:lnTo>
                    <a:pt x="762076" y="547941"/>
                  </a:lnTo>
                  <a:lnTo>
                    <a:pt x="762076" y="519112"/>
                  </a:lnTo>
                  <a:close/>
                </a:path>
                <a:path w="762634" h="762635">
                  <a:moveTo>
                    <a:pt x="762076" y="280873"/>
                  </a:moveTo>
                  <a:lnTo>
                    <a:pt x="758736" y="264274"/>
                  </a:lnTo>
                  <a:lnTo>
                    <a:pt x="749592" y="250723"/>
                  </a:lnTo>
                  <a:lnTo>
                    <a:pt x="736041" y="241579"/>
                  </a:lnTo>
                  <a:lnTo>
                    <a:pt x="719455" y="238226"/>
                  </a:lnTo>
                  <a:lnTo>
                    <a:pt x="381038" y="238226"/>
                  </a:lnTo>
                  <a:lnTo>
                    <a:pt x="381038" y="333527"/>
                  </a:lnTo>
                  <a:lnTo>
                    <a:pt x="379171" y="342798"/>
                  </a:lnTo>
                  <a:lnTo>
                    <a:pt x="374065" y="350367"/>
                  </a:lnTo>
                  <a:lnTo>
                    <a:pt x="366496" y="355473"/>
                  </a:lnTo>
                  <a:lnTo>
                    <a:pt x="357225" y="357352"/>
                  </a:lnTo>
                  <a:lnTo>
                    <a:pt x="347954" y="355473"/>
                  </a:lnTo>
                  <a:lnTo>
                    <a:pt x="340385" y="350367"/>
                  </a:lnTo>
                  <a:lnTo>
                    <a:pt x="335280" y="342798"/>
                  </a:lnTo>
                  <a:lnTo>
                    <a:pt x="333413" y="333527"/>
                  </a:lnTo>
                  <a:lnTo>
                    <a:pt x="335280" y="324256"/>
                  </a:lnTo>
                  <a:lnTo>
                    <a:pt x="340385" y="316674"/>
                  </a:lnTo>
                  <a:lnTo>
                    <a:pt x="347954" y="311569"/>
                  </a:lnTo>
                  <a:lnTo>
                    <a:pt x="357225" y="309702"/>
                  </a:lnTo>
                  <a:lnTo>
                    <a:pt x="366496" y="311569"/>
                  </a:lnTo>
                  <a:lnTo>
                    <a:pt x="374065" y="316674"/>
                  </a:lnTo>
                  <a:lnTo>
                    <a:pt x="379171" y="324256"/>
                  </a:lnTo>
                  <a:lnTo>
                    <a:pt x="381038" y="333527"/>
                  </a:lnTo>
                  <a:lnTo>
                    <a:pt x="381038" y="238226"/>
                  </a:lnTo>
                  <a:lnTo>
                    <a:pt x="261975" y="238226"/>
                  </a:lnTo>
                  <a:lnTo>
                    <a:pt x="261975" y="333527"/>
                  </a:lnTo>
                  <a:lnTo>
                    <a:pt x="260096" y="342798"/>
                  </a:lnTo>
                  <a:lnTo>
                    <a:pt x="254990" y="350367"/>
                  </a:lnTo>
                  <a:lnTo>
                    <a:pt x="247421" y="355473"/>
                  </a:lnTo>
                  <a:lnTo>
                    <a:pt x="238150" y="357352"/>
                  </a:lnTo>
                  <a:lnTo>
                    <a:pt x="228879" y="355473"/>
                  </a:lnTo>
                  <a:lnTo>
                    <a:pt x="221310" y="350367"/>
                  </a:lnTo>
                  <a:lnTo>
                    <a:pt x="216204" y="342798"/>
                  </a:lnTo>
                  <a:lnTo>
                    <a:pt x="214337" y="333527"/>
                  </a:lnTo>
                  <a:lnTo>
                    <a:pt x="216204" y="324256"/>
                  </a:lnTo>
                  <a:lnTo>
                    <a:pt x="221310" y="316674"/>
                  </a:lnTo>
                  <a:lnTo>
                    <a:pt x="228879" y="311569"/>
                  </a:lnTo>
                  <a:lnTo>
                    <a:pt x="238150" y="309702"/>
                  </a:lnTo>
                  <a:lnTo>
                    <a:pt x="247421" y="311569"/>
                  </a:lnTo>
                  <a:lnTo>
                    <a:pt x="254990" y="316674"/>
                  </a:lnTo>
                  <a:lnTo>
                    <a:pt x="260096" y="324256"/>
                  </a:lnTo>
                  <a:lnTo>
                    <a:pt x="261975" y="333527"/>
                  </a:lnTo>
                  <a:lnTo>
                    <a:pt x="261975" y="238226"/>
                  </a:lnTo>
                  <a:lnTo>
                    <a:pt x="142900" y="238226"/>
                  </a:lnTo>
                  <a:lnTo>
                    <a:pt x="142900" y="333527"/>
                  </a:lnTo>
                  <a:lnTo>
                    <a:pt x="141020" y="342798"/>
                  </a:lnTo>
                  <a:lnTo>
                    <a:pt x="135928" y="350367"/>
                  </a:lnTo>
                  <a:lnTo>
                    <a:pt x="128346" y="355473"/>
                  </a:lnTo>
                  <a:lnTo>
                    <a:pt x="119075" y="357352"/>
                  </a:lnTo>
                  <a:lnTo>
                    <a:pt x="109804" y="355473"/>
                  </a:lnTo>
                  <a:lnTo>
                    <a:pt x="102235" y="350367"/>
                  </a:lnTo>
                  <a:lnTo>
                    <a:pt x="97142" y="342798"/>
                  </a:lnTo>
                  <a:lnTo>
                    <a:pt x="95262" y="333527"/>
                  </a:lnTo>
                  <a:lnTo>
                    <a:pt x="97142" y="324256"/>
                  </a:lnTo>
                  <a:lnTo>
                    <a:pt x="102235" y="316674"/>
                  </a:lnTo>
                  <a:lnTo>
                    <a:pt x="109804" y="311569"/>
                  </a:lnTo>
                  <a:lnTo>
                    <a:pt x="119075" y="309702"/>
                  </a:lnTo>
                  <a:lnTo>
                    <a:pt x="128346" y="311569"/>
                  </a:lnTo>
                  <a:lnTo>
                    <a:pt x="135928" y="316674"/>
                  </a:lnTo>
                  <a:lnTo>
                    <a:pt x="141020" y="324256"/>
                  </a:lnTo>
                  <a:lnTo>
                    <a:pt x="142900" y="333527"/>
                  </a:lnTo>
                  <a:lnTo>
                    <a:pt x="142900" y="238226"/>
                  </a:lnTo>
                  <a:lnTo>
                    <a:pt x="42633" y="238226"/>
                  </a:lnTo>
                  <a:lnTo>
                    <a:pt x="26047" y="241579"/>
                  </a:lnTo>
                  <a:lnTo>
                    <a:pt x="12496" y="250723"/>
                  </a:lnTo>
                  <a:lnTo>
                    <a:pt x="3352" y="264274"/>
                  </a:lnTo>
                  <a:lnTo>
                    <a:pt x="12" y="280873"/>
                  </a:lnTo>
                  <a:lnTo>
                    <a:pt x="12" y="386168"/>
                  </a:lnTo>
                  <a:lnTo>
                    <a:pt x="3352" y="402767"/>
                  </a:lnTo>
                  <a:lnTo>
                    <a:pt x="12496" y="416331"/>
                  </a:lnTo>
                  <a:lnTo>
                    <a:pt x="26047" y="425462"/>
                  </a:lnTo>
                  <a:lnTo>
                    <a:pt x="42633" y="428815"/>
                  </a:lnTo>
                  <a:lnTo>
                    <a:pt x="719455" y="428815"/>
                  </a:lnTo>
                  <a:lnTo>
                    <a:pt x="736041" y="425462"/>
                  </a:lnTo>
                  <a:lnTo>
                    <a:pt x="749592" y="416331"/>
                  </a:lnTo>
                  <a:lnTo>
                    <a:pt x="758736" y="402767"/>
                  </a:lnTo>
                  <a:lnTo>
                    <a:pt x="762076" y="386168"/>
                  </a:lnTo>
                  <a:lnTo>
                    <a:pt x="762076" y="357352"/>
                  </a:lnTo>
                  <a:lnTo>
                    <a:pt x="762076" y="309702"/>
                  </a:lnTo>
                  <a:lnTo>
                    <a:pt x="762076" y="280873"/>
                  </a:lnTo>
                  <a:close/>
                </a:path>
                <a:path w="762634" h="762635">
                  <a:moveTo>
                    <a:pt x="762076" y="42646"/>
                  </a:moveTo>
                  <a:lnTo>
                    <a:pt x="758723" y="26047"/>
                  </a:lnTo>
                  <a:lnTo>
                    <a:pt x="749592" y="12484"/>
                  </a:lnTo>
                  <a:lnTo>
                    <a:pt x="736041" y="3352"/>
                  </a:lnTo>
                  <a:lnTo>
                    <a:pt x="719455" y="0"/>
                  </a:lnTo>
                  <a:lnTo>
                    <a:pt x="381038" y="0"/>
                  </a:lnTo>
                  <a:lnTo>
                    <a:pt x="381038" y="95288"/>
                  </a:lnTo>
                  <a:lnTo>
                    <a:pt x="379171" y="104571"/>
                  </a:lnTo>
                  <a:lnTo>
                    <a:pt x="374065" y="112141"/>
                  </a:lnTo>
                  <a:lnTo>
                    <a:pt x="366496" y="117246"/>
                  </a:lnTo>
                  <a:lnTo>
                    <a:pt x="357225" y="119113"/>
                  </a:lnTo>
                  <a:lnTo>
                    <a:pt x="347954" y="117246"/>
                  </a:lnTo>
                  <a:lnTo>
                    <a:pt x="340385" y="112141"/>
                  </a:lnTo>
                  <a:lnTo>
                    <a:pt x="335280" y="104571"/>
                  </a:lnTo>
                  <a:lnTo>
                    <a:pt x="333413" y="95288"/>
                  </a:lnTo>
                  <a:lnTo>
                    <a:pt x="335280" y="86017"/>
                  </a:lnTo>
                  <a:lnTo>
                    <a:pt x="340385" y="78447"/>
                  </a:lnTo>
                  <a:lnTo>
                    <a:pt x="347954" y="73342"/>
                  </a:lnTo>
                  <a:lnTo>
                    <a:pt x="357225" y="71462"/>
                  </a:lnTo>
                  <a:lnTo>
                    <a:pt x="366496" y="73342"/>
                  </a:lnTo>
                  <a:lnTo>
                    <a:pt x="374065" y="78447"/>
                  </a:lnTo>
                  <a:lnTo>
                    <a:pt x="379171" y="86017"/>
                  </a:lnTo>
                  <a:lnTo>
                    <a:pt x="381038" y="95288"/>
                  </a:lnTo>
                  <a:lnTo>
                    <a:pt x="381038" y="0"/>
                  </a:lnTo>
                  <a:lnTo>
                    <a:pt x="261962" y="0"/>
                  </a:lnTo>
                  <a:lnTo>
                    <a:pt x="261962" y="95288"/>
                  </a:lnTo>
                  <a:lnTo>
                    <a:pt x="260096" y="104571"/>
                  </a:lnTo>
                  <a:lnTo>
                    <a:pt x="254990" y="112141"/>
                  </a:lnTo>
                  <a:lnTo>
                    <a:pt x="247421" y="117246"/>
                  </a:lnTo>
                  <a:lnTo>
                    <a:pt x="238150" y="119113"/>
                  </a:lnTo>
                  <a:lnTo>
                    <a:pt x="228879" y="117246"/>
                  </a:lnTo>
                  <a:lnTo>
                    <a:pt x="221310" y="112141"/>
                  </a:lnTo>
                  <a:lnTo>
                    <a:pt x="216204" y="104571"/>
                  </a:lnTo>
                  <a:lnTo>
                    <a:pt x="214337" y="95288"/>
                  </a:lnTo>
                  <a:lnTo>
                    <a:pt x="216204" y="86017"/>
                  </a:lnTo>
                  <a:lnTo>
                    <a:pt x="221310" y="78447"/>
                  </a:lnTo>
                  <a:lnTo>
                    <a:pt x="228879" y="73342"/>
                  </a:lnTo>
                  <a:lnTo>
                    <a:pt x="238150" y="71462"/>
                  </a:lnTo>
                  <a:lnTo>
                    <a:pt x="247421" y="73342"/>
                  </a:lnTo>
                  <a:lnTo>
                    <a:pt x="254990" y="78447"/>
                  </a:lnTo>
                  <a:lnTo>
                    <a:pt x="260096" y="86017"/>
                  </a:lnTo>
                  <a:lnTo>
                    <a:pt x="261962" y="95288"/>
                  </a:lnTo>
                  <a:lnTo>
                    <a:pt x="261962" y="0"/>
                  </a:lnTo>
                  <a:lnTo>
                    <a:pt x="142900" y="0"/>
                  </a:lnTo>
                  <a:lnTo>
                    <a:pt x="142900" y="95288"/>
                  </a:lnTo>
                  <a:lnTo>
                    <a:pt x="141020" y="104571"/>
                  </a:lnTo>
                  <a:lnTo>
                    <a:pt x="135915" y="112141"/>
                  </a:lnTo>
                  <a:lnTo>
                    <a:pt x="128346" y="117246"/>
                  </a:lnTo>
                  <a:lnTo>
                    <a:pt x="119075" y="119113"/>
                  </a:lnTo>
                  <a:lnTo>
                    <a:pt x="109804" y="117246"/>
                  </a:lnTo>
                  <a:lnTo>
                    <a:pt x="102235" y="112141"/>
                  </a:lnTo>
                  <a:lnTo>
                    <a:pt x="97129" y="104571"/>
                  </a:lnTo>
                  <a:lnTo>
                    <a:pt x="95262" y="95288"/>
                  </a:lnTo>
                  <a:lnTo>
                    <a:pt x="97129" y="86017"/>
                  </a:lnTo>
                  <a:lnTo>
                    <a:pt x="102235" y="78447"/>
                  </a:lnTo>
                  <a:lnTo>
                    <a:pt x="109804" y="73342"/>
                  </a:lnTo>
                  <a:lnTo>
                    <a:pt x="119075" y="71462"/>
                  </a:lnTo>
                  <a:lnTo>
                    <a:pt x="128346" y="73342"/>
                  </a:lnTo>
                  <a:lnTo>
                    <a:pt x="135915" y="78447"/>
                  </a:lnTo>
                  <a:lnTo>
                    <a:pt x="141020" y="86017"/>
                  </a:lnTo>
                  <a:lnTo>
                    <a:pt x="142900" y="95288"/>
                  </a:lnTo>
                  <a:lnTo>
                    <a:pt x="142900" y="0"/>
                  </a:lnTo>
                  <a:lnTo>
                    <a:pt x="42633" y="0"/>
                  </a:lnTo>
                  <a:lnTo>
                    <a:pt x="26047" y="3352"/>
                  </a:lnTo>
                  <a:lnTo>
                    <a:pt x="12496" y="12484"/>
                  </a:lnTo>
                  <a:lnTo>
                    <a:pt x="3352" y="26047"/>
                  </a:lnTo>
                  <a:lnTo>
                    <a:pt x="0" y="42646"/>
                  </a:lnTo>
                  <a:lnTo>
                    <a:pt x="0" y="147942"/>
                  </a:lnTo>
                  <a:lnTo>
                    <a:pt x="3352" y="164541"/>
                  </a:lnTo>
                  <a:lnTo>
                    <a:pt x="12496" y="178092"/>
                  </a:lnTo>
                  <a:lnTo>
                    <a:pt x="26047" y="187236"/>
                  </a:lnTo>
                  <a:lnTo>
                    <a:pt x="42633" y="190588"/>
                  </a:lnTo>
                  <a:lnTo>
                    <a:pt x="719455" y="190588"/>
                  </a:lnTo>
                  <a:lnTo>
                    <a:pt x="736041" y="187236"/>
                  </a:lnTo>
                  <a:lnTo>
                    <a:pt x="749592" y="178092"/>
                  </a:lnTo>
                  <a:lnTo>
                    <a:pt x="758723" y="164541"/>
                  </a:lnTo>
                  <a:lnTo>
                    <a:pt x="762076" y="147942"/>
                  </a:lnTo>
                  <a:lnTo>
                    <a:pt x="762076" y="119113"/>
                  </a:lnTo>
                  <a:lnTo>
                    <a:pt x="762076" y="71462"/>
                  </a:lnTo>
                  <a:lnTo>
                    <a:pt x="762076" y="42646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70041" y="3140208"/>
              <a:ext cx="3500754" cy="1739264"/>
            </a:xfrm>
            <a:custGeom>
              <a:avLst/>
              <a:gdLst/>
              <a:ahLst/>
              <a:cxnLst/>
              <a:rect l="l" t="t" r="r" b="b"/>
              <a:pathLst>
                <a:path w="3500754" h="1739264">
                  <a:moveTo>
                    <a:pt x="0" y="289813"/>
                  </a:moveTo>
                  <a:lnTo>
                    <a:pt x="3793" y="242805"/>
                  </a:lnTo>
                  <a:lnTo>
                    <a:pt x="14775" y="198211"/>
                  </a:lnTo>
                  <a:lnTo>
                    <a:pt x="32348" y="156628"/>
                  </a:lnTo>
                  <a:lnTo>
                    <a:pt x="55917" y="118654"/>
                  </a:lnTo>
                  <a:lnTo>
                    <a:pt x="84885" y="84885"/>
                  </a:lnTo>
                  <a:lnTo>
                    <a:pt x="118654" y="55917"/>
                  </a:lnTo>
                  <a:lnTo>
                    <a:pt x="156628" y="32348"/>
                  </a:lnTo>
                  <a:lnTo>
                    <a:pt x="198211" y="14775"/>
                  </a:lnTo>
                  <a:lnTo>
                    <a:pt x="242805" y="3793"/>
                  </a:lnTo>
                  <a:lnTo>
                    <a:pt x="289814" y="0"/>
                  </a:lnTo>
                  <a:lnTo>
                    <a:pt x="3210814" y="0"/>
                  </a:lnTo>
                  <a:lnTo>
                    <a:pt x="3257822" y="3793"/>
                  </a:lnTo>
                  <a:lnTo>
                    <a:pt x="3302416" y="14775"/>
                  </a:lnTo>
                  <a:lnTo>
                    <a:pt x="3343999" y="32348"/>
                  </a:lnTo>
                  <a:lnTo>
                    <a:pt x="3381973" y="55917"/>
                  </a:lnTo>
                  <a:lnTo>
                    <a:pt x="3415742" y="84885"/>
                  </a:lnTo>
                  <a:lnTo>
                    <a:pt x="3444710" y="118654"/>
                  </a:lnTo>
                  <a:lnTo>
                    <a:pt x="3468279" y="156628"/>
                  </a:lnTo>
                  <a:lnTo>
                    <a:pt x="3485852" y="198211"/>
                  </a:lnTo>
                  <a:lnTo>
                    <a:pt x="3496834" y="242805"/>
                  </a:lnTo>
                  <a:lnTo>
                    <a:pt x="3500628" y="289813"/>
                  </a:lnTo>
                  <a:lnTo>
                    <a:pt x="3500628" y="1449057"/>
                  </a:lnTo>
                  <a:lnTo>
                    <a:pt x="3496834" y="1496066"/>
                  </a:lnTo>
                  <a:lnTo>
                    <a:pt x="3485852" y="1540661"/>
                  </a:lnTo>
                  <a:lnTo>
                    <a:pt x="3468279" y="1582245"/>
                  </a:lnTo>
                  <a:lnTo>
                    <a:pt x="3444710" y="1620221"/>
                  </a:lnTo>
                  <a:lnTo>
                    <a:pt x="3415742" y="1653992"/>
                  </a:lnTo>
                  <a:lnTo>
                    <a:pt x="3381973" y="1682961"/>
                  </a:lnTo>
                  <a:lnTo>
                    <a:pt x="3343999" y="1706532"/>
                  </a:lnTo>
                  <a:lnTo>
                    <a:pt x="3302416" y="1724107"/>
                  </a:lnTo>
                  <a:lnTo>
                    <a:pt x="3257822" y="1735090"/>
                  </a:lnTo>
                  <a:lnTo>
                    <a:pt x="3210814" y="1738883"/>
                  </a:lnTo>
                  <a:lnTo>
                    <a:pt x="289814" y="1738883"/>
                  </a:lnTo>
                  <a:lnTo>
                    <a:pt x="242805" y="1735090"/>
                  </a:lnTo>
                  <a:lnTo>
                    <a:pt x="198211" y="1724107"/>
                  </a:lnTo>
                  <a:lnTo>
                    <a:pt x="156628" y="1706532"/>
                  </a:lnTo>
                  <a:lnTo>
                    <a:pt x="118654" y="1682961"/>
                  </a:lnTo>
                  <a:lnTo>
                    <a:pt x="84885" y="1653992"/>
                  </a:lnTo>
                  <a:lnTo>
                    <a:pt x="55917" y="1620221"/>
                  </a:lnTo>
                  <a:lnTo>
                    <a:pt x="32348" y="1582245"/>
                  </a:lnTo>
                  <a:lnTo>
                    <a:pt x="14775" y="1540661"/>
                  </a:lnTo>
                  <a:lnTo>
                    <a:pt x="3793" y="1496066"/>
                  </a:lnTo>
                  <a:lnTo>
                    <a:pt x="0" y="1449057"/>
                  </a:lnTo>
                  <a:lnTo>
                    <a:pt x="0" y="289813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72583" y="4008119"/>
              <a:ext cx="996950" cy="0"/>
            </a:xfrm>
            <a:custGeom>
              <a:avLst/>
              <a:gdLst/>
              <a:ahLst/>
              <a:cxnLst/>
              <a:rect l="l" t="t" r="r" b="b"/>
              <a:pathLst>
                <a:path w="996950">
                  <a:moveTo>
                    <a:pt x="996950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95443" y="3293363"/>
              <a:ext cx="0" cy="728980"/>
            </a:xfrm>
            <a:custGeom>
              <a:avLst/>
              <a:gdLst/>
              <a:ahLst/>
              <a:cxnLst/>
              <a:rect l="l" t="t" r="r" b="b"/>
              <a:pathLst>
                <a:path h="728979">
                  <a:moveTo>
                    <a:pt x="0" y="0"/>
                  </a:moveTo>
                  <a:lnTo>
                    <a:pt x="0" y="728599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42820" y="3313175"/>
              <a:ext cx="476250" cy="0"/>
            </a:xfrm>
            <a:custGeom>
              <a:avLst/>
              <a:gdLst/>
              <a:ahLst/>
              <a:cxnLst/>
              <a:rect l="l" t="t" r="r" b="b"/>
              <a:pathLst>
                <a:path w="476250">
                  <a:moveTo>
                    <a:pt x="476008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95443" y="4008119"/>
              <a:ext cx="0" cy="728980"/>
            </a:xfrm>
            <a:custGeom>
              <a:avLst/>
              <a:gdLst/>
              <a:ahLst/>
              <a:cxnLst/>
              <a:rect l="l" t="t" r="r" b="b"/>
              <a:pathLst>
                <a:path h="728979">
                  <a:moveTo>
                    <a:pt x="0" y="0"/>
                  </a:moveTo>
                  <a:lnTo>
                    <a:pt x="0" y="728598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42820" y="4710683"/>
              <a:ext cx="476250" cy="0"/>
            </a:xfrm>
            <a:custGeom>
              <a:avLst/>
              <a:gdLst/>
              <a:ahLst/>
              <a:cxnLst/>
              <a:rect l="l" t="t" r="r" b="b"/>
              <a:pathLst>
                <a:path w="476250">
                  <a:moveTo>
                    <a:pt x="476008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6535" y="4855464"/>
              <a:ext cx="775715" cy="34899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421333" y="3766661"/>
            <a:ext cx="8616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Gateways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LoRaWAN</a:t>
            </a:r>
            <a:r>
              <a:rPr spc="-204" dirty="0"/>
              <a:t> </a:t>
            </a:r>
            <a:r>
              <a:rPr dirty="0"/>
              <a:t>protocol</a:t>
            </a:r>
            <a:r>
              <a:rPr spc="-190" dirty="0"/>
              <a:t> </a:t>
            </a:r>
            <a:r>
              <a:rPr spc="-10" dirty="0"/>
              <a:t>versions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3651" y="1802891"/>
            <a:ext cx="3276599" cy="761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611" y="1514856"/>
            <a:ext cx="2476499" cy="123748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459216" y="1375410"/>
            <a:ext cx="350520" cy="1582420"/>
          </a:xfrm>
          <a:custGeom>
            <a:avLst/>
            <a:gdLst/>
            <a:ahLst/>
            <a:cxnLst/>
            <a:rect l="l" t="t" r="r" b="b"/>
            <a:pathLst>
              <a:path w="350520" h="1582420">
                <a:moveTo>
                  <a:pt x="350520" y="1581912"/>
                </a:moveTo>
                <a:lnTo>
                  <a:pt x="303926" y="1576021"/>
                </a:lnTo>
                <a:lnTo>
                  <a:pt x="262060" y="1559399"/>
                </a:lnTo>
                <a:lnTo>
                  <a:pt x="226590" y="1533615"/>
                </a:lnTo>
                <a:lnTo>
                  <a:pt x="199186" y="1500242"/>
                </a:lnTo>
                <a:lnTo>
                  <a:pt x="181520" y="1460851"/>
                </a:lnTo>
                <a:lnTo>
                  <a:pt x="175260" y="1417015"/>
                </a:lnTo>
                <a:lnTo>
                  <a:pt x="175260" y="955852"/>
                </a:lnTo>
                <a:lnTo>
                  <a:pt x="168999" y="912016"/>
                </a:lnTo>
                <a:lnTo>
                  <a:pt x="151333" y="872625"/>
                </a:lnTo>
                <a:lnTo>
                  <a:pt x="123929" y="839252"/>
                </a:lnTo>
                <a:lnTo>
                  <a:pt x="88459" y="813468"/>
                </a:lnTo>
                <a:lnTo>
                  <a:pt x="46593" y="796846"/>
                </a:lnTo>
                <a:lnTo>
                  <a:pt x="0" y="790956"/>
                </a:lnTo>
                <a:lnTo>
                  <a:pt x="46593" y="785065"/>
                </a:lnTo>
                <a:lnTo>
                  <a:pt x="88459" y="768443"/>
                </a:lnTo>
                <a:lnTo>
                  <a:pt x="123929" y="742659"/>
                </a:lnTo>
                <a:lnTo>
                  <a:pt x="151333" y="709286"/>
                </a:lnTo>
                <a:lnTo>
                  <a:pt x="168999" y="669895"/>
                </a:lnTo>
                <a:lnTo>
                  <a:pt x="175260" y="626059"/>
                </a:lnTo>
                <a:lnTo>
                  <a:pt x="175260" y="164896"/>
                </a:lnTo>
                <a:lnTo>
                  <a:pt x="181520" y="121060"/>
                </a:lnTo>
                <a:lnTo>
                  <a:pt x="199186" y="81669"/>
                </a:lnTo>
                <a:lnTo>
                  <a:pt x="226590" y="48296"/>
                </a:lnTo>
                <a:lnTo>
                  <a:pt x="262060" y="22512"/>
                </a:lnTo>
                <a:lnTo>
                  <a:pt x="303926" y="5890"/>
                </a:lnTo>
                <a:lnTo>
                  <a:pt x="3505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3529" y="1944103"/>
            <a:ext cx="775970" cy="370840"/>
          </a:xfrm>
          <a:custGeom>
            <a:avLst/>
            <a:gdLst/>
            <a:ahLst/>
            <a:cxnLst/>
            <a:rect l="l" t="t" r="r" b="b"/>
            <a:pathLst>
              <a:path w="775970" h="370839">
                <a:moveTo>
                  <a:pt x="564276" y="370815"/>
                </a:moveTo>
                <a:lnTo>
                  <a:pt x="671069" y="278111"/>
                </a:lnTo>
                <a:lnTo>
                  <a:pt x="743932" y="214377"/>
                </a:lnTo>
                <a:lnTo>
                  <a:pt x="775879" y="185407"/>
                </a:lnTo>
                <a:lnTo>
                  <a:pt x="564276" y="0"/>
                </a:lnTo>
                <a:lnTo>
                  <a:pt x="564276" y="92703"/>
                </a:lnTo>
                <a:lnTo>
                  <a:pt x="0" y="185407"/>
                </a:lnTo>
                <a:lnTo>
                  <a:pt x="564276" y="278111"/>
                </a:lnTo>
                <a:lnTo>
                  <a:pt x="564276" y="3708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72259" y="1592490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5">
                <a:moveTo>
                  <a:pt x="242392" y="281406"/>
                </a:moveTo>
                <a:lnTo>
                  <a:pt x="116344" y="281406"/>
                </a:lnTo>
                <a:lnTo>
                  <a:pt x="116344" y="320243"/>
                </a:lnTo>
                <a:lnTo>
                  <a:pt x="242392" y="320243"/>
                </a:lnTo>
                <a:lnTo>
                  <a:pt x="242392" y="281406"/>
                </a:lnTo>
                <a:close/>
              </a:path>
              <a:path w="601345" h="776605">
                <a:moveTo>
                  <a:pt x="484771" y="591934"/>
                </a:moveTo>
                <a:lnTo>
                  <a:pt x="116344" y="591934"/>
                </a:lnTo>
                <a:lnTo>
                  <a:pt x="116344" y="630745"/>
                </a:lnTo>
                <a:lnTo>
                  <a:pt x="484771" y="630745"/>
                </a:lnTo>
                <a:lnTo>
                  <a:pt x="484771" y="591934"/>
                </a:lnTo>
                <a:close/>
              </a:path>
              <a:path w="601345" h="776605">
                <a:moveTo>
                  <a:pt x="484771" y="514299"/>
                </a:moveTo>
                <a:lnTo>
                  <a:pt x="116344" y="514299"/>
                </a:lnTo>
                <a:lnTo>
                  <a:pt x="116344" y="553123"/>
                </a:lnTo>
                <a:lnTo>
                  <a:pt x="484771" y="553123"/>
                </a:lnTo>
                <a:lnTo>
                  <a:pt x="484771" y="514299"/>
                </a:lnTo>
                <a:close/>
              </a:path>
              <a:path w="601345" h="776605">
                <a:moveTo>
                  <a:pt x="484771" y="436676"/>
                </a:moveTo>
                <a:lnTo>
                  <a:pt x="116344" y="436676"/>
                </a:lnTo>
                <a:lnTo>
                  <a:pt x="116344" y="475488"/>
                </a:lnTo>
                <a:lnTo>
                  <a:pt x="484771" y="475488"/>
                </a:lnTo>
                <a:lnTo>
                  <a:pt x="484771" y="436676"/>
                </a:lnTo>
                <a:close/>
              </a:path>
              <a:path w="601345" h="776605">
                <a:moveTo>
                  <a:pt x="484771" y="359041"/>
                </a:moveTo>
                <a:lnTo>
                  <a:pt x="116344" y="359041"/>
                </a:lnTo>
                <a:lnTo>
                  <a:pt x="116344" y="397865"/>
                </a:lnTo>
                <a:lnTo>
                  <a:pt x="484771" y="397865"/>
                </a:lnTo>
                <a:lnTo>
                  <a:pt x="484771" y="359041"/>
                </a:lnTo>
                <a:close/>
              </a:path>
              <a:path w="601345" h="776605">
                <a:moveTo>
                  <a:pt x="601116" y="213474"/>
                </a:moveTo>
                <a:lnTo>
                  <a:pt x="590105" y="203784"/>
                </a:lnTo>
                <a:lnTo>
                  <a:pt x="542937" y="162242"/>
                </a:lnTo>
                <a:lnTo>
                  <a:pt x="542937" y="262001"/>
                </a:lnTo>
                <a:lnTo>
                  <a:pt x="542937" y="718083"/>
                </a:lnTo>
                <a:lnTo>
                  <a:pt x="58178" y="718083"/>
                </a:lnTo>
                <a:lnTo>
                  <a:pt x="58178" y="58229"/>
                </a:lnTo>
                <a:lnTo>
                  <a:pt x="300558" y="58229"/>
                </a:lnTo>
                <a:lnTo>
                  <a:pt x="300558" y="262001"/>
                </a:lnTo>
                <a:lnTo>
                  <a:pt x="542937" y="262001"/>
                </a:lnTo>
                <a:lnTo>
                  <a:pt x="542937" y="162242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73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40" y="58229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69736" y="2393806"/>
            <a:ext cx="3422015" cy="1181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6440" algn="l"/>
                <a:tab pos="1445260" algn="l"/>
                <a:tab pos="2164080" algn="l"/>
                <a:tab pos="2882900" algn="l"/>
              </a:tabLst>
            </a:pPr>
            <a:r>
              <a:rPr sz="2000" b="1" spc="-10" dirty="0">
                <a:latin typeface="Calibri"/>
                <a:cs typeface="Calibri"/>
              </a:rPr>
              <a:t>1.0.0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1.0.1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0" dirty="0">
                <a:latin typeface="Calibri"/>
                <a:cs typeface="Calibri"/>
              </a:rPr>
              <a:t>1.0.2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1.0.3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1.0.4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00">
              <a:latin typeface="Calibri"/>
              <a:cs typeface="Calibri"/>
            </a:endParaRPr>
          </a:p>
          <a:p>
            <a:pPr marL="870585">
              <a:lnSpc>
                <a:spcPct val="100000"/>
              </a:lnSpc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course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82444" y="1592490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5">
                <a:moveTo>
                  <a:pt x="242404" y="281406"/>
                </a:moveTo>
                <a:lnTo>
                  <a:pt x="116344" y="281406"/>
                </a:lnTo>
                <a:lnTo>
                  <a:pt x="116344" y="320243"/>
                </a:lnTo>
                <a:lnTo>
                  <a:pt x="242404" y="320243"/>
                </a:lnTo>
                <a:lnTo>
                  <a:pt x="242404" y="281406"/>
                </a:lnTo>
                <a:close/>
              </a:path>
              <a:path w="601345" h="776605">
                <a:moveTo>
                  <a:pt x="484784" y="591934"/>
                </a:moveTo>
                <a:lnTo>
                  <a:pt x="116344" y="591934"/>
                </a:lnTo>
                <a:lnTo>
                  <a:pt x="116344" y="630745"/>
                </a:lnTo>
                <a:lnTo>
                  <a:pt x="484784" y="630745"/>
                </a:lnTo>
                <a:lnTo>
                  <a:pt x="484784" y="591934"/>
                </a:lnTo>
                <a:close/>
              </a:path>
              <a:path w="601345" h="776605">
                <a:moveTo>
                  <a:pt x="484784" y="514299"/>
                </a:moveTo>
                <a:lnTo>
                  <a:pt x="116344" y="514299"/>
                </a:lnTo>
                <a:lnTo>
                  <a:pt x="116344" y="553123"/>
                </a:lnTo>
                <a:lnTo>
                  <a:pt x="484784" y="553123"/>
                </a:lnTo>
                <a:lnTo>
                  <a:pt x="484784" y="514299"/>
                </a:lnTo>
                <a:close/>
              </a:path>
              <a:path w="601345" h="776605">
                <a:moveTo>
                  <a:pt x="484784" y="436676"/>
                </a:moveTo>
                <a:lnTo>
                  <a:pt x="116344" y="436676"/>
                </a:lnTo>
                <a:lnTo>
                  <a:pt x="116344" y="475488"/>
                </a:lnTo>
                <a:lnTo>
                  <a:pt x="484784" y="475488"/>
                </a:lnTo>
                <a:lnTo>
                  <a:pt x="484784" y="436676"/>
                </a:lnTo>
                <a:close/>
              </a:path>
              <a:path w="601345" h="776605">
                <a:moveTo>
                  <a:pt x="484784" y="359041"/>
                </a:moveTo>
                <a:lnTo>
                  <a:pt x="116344" y="359041"/>
                </a:lnTo>
                <a:lnTo>
                  <a:pt x="116344" y="397865"/>
                </a:lnTo>
                <a:lnTo>
                  <a:pt x="484784" y="397865"/>
                </a:lnTo>
                <a:lnTo>
                  <a:pt x="484784" y="359041"/>
                </a:lnTo>
                <a:close/>
              </a:path>
              <a:path w="601345" h="776605">
                <a:moveTo>
                  <a:pt x="601116" y="213474"/>
                </a:moveTo>
                <a:lnTo>
                  <a:pt x="590105" y="203784"/>
                </a:lnTo>
                <a:lnTo>
                  <a:pt x="542950" y="162255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29"/>
                </a:lnTo>
                <a:lnTo>
                  <a:pt x="300558" y="58229"/>
                </a:lnTo>
                <a:lnTo>
                  <a:pt x="300558" y="262001"/>
                </a:lnTo>
                <a:lnTo>
                  <a:pt x="542950" y="262001"/>
                </a:lnTo>
                <a:lnTo>
                  <a:pt x="542950" y="162255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73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40" y="58229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94152" y="1592490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5">
                <a:moveTo>
                  <a:pt x="242392" y="281406"/>
                </a:moveTo>
                <a:lnTo>
                  <a:pt x="116344" y="281406"/>
                </a:lnTo>
                <a:lnTo>
                  <a:pt x="116344" y="320243"/>
                </a:lnTo>
                <a:lnTo>
                  <a:pt x="242392" y="320243"/>
                </a:lnTo>
                <a:lnTo>
                  <a:pt x="242392" y="281406"/>
                </a:lnTo>
                <a:close/>
              </a:path>
              <a:path w="601345" h="776605">
                <a:moveTo>
                  <a:pt x="484771" y="591934"/>
                </a:moveTo>
                <a:lnTo>
                  <a:pt x="116344" y="591934"/>
                </a:lnTo>
                <a:lnTo>
                  <a:pt x="116344" y="630745"/>
                </a:lnTo>
                <a:lnTo>
                  <a:pt x="484771" y="630745"/>
                </a:lnTo>
                <a:lnTo>
                  <a:pt x="484771" y="591934"/>
                </a:lnTo>
                <a:close/>
              </a:path>
              <a:path w="601345" h="776605">
                <a:moveTo>
                  <a:pt x="484771" y="514299"/>
                </a:moveTo>
                <a:lnTo>
                  <a:pt x="116344" y="514299"/>
                </a:lnTo>
                <a:lnTo>
                  <a:pt x="116344" y="553123"/>
                </a:lnTo>
                <a:lnTo>
                  <a:pt x="484771" y="553123"/>
                </a:lnTo>
                <a:lnTo>
                  <a:pt x="484771" y="514299"/>
                </a:lnTo>
                <a:close/>
              </a:path>
              <a:path w="601345" h="776605">
                <a:moveTo>
                  <a:pt x="484771" y="436676"/>
                </a:moveTo>
                <a:lnTo>
                  <a:pt x="116344" y="436676"/>
                </a:lnTo>
                <a:lnTo>
                  <a:pt x="116344" y="475488"/>
                </a:lnTo>
                <a:lnTo>
                  <a:pt x="484771" y="475488"/>
                </a:lnTo>
                <a:lnTo>
                  <a:pt x="484771" y="436676"/>
                </a:lnTo>
                <a:close/>
              </a:path>
              <a:path w="601345" h="776605">
                <a:moveTo>
                  <a:pt x="484771" y="359041"/>
                </a:moveTo>
                <a:lnTo>
                  <a:pt x="116344" y="359041"/>
                </a:lnTo>
                <a:lnTo>
                  <a:pt x="116344" y="397865"/>
                </a:lnTo>
                <a:lnTo>
                  <a:pt x="484771" y="397865"/>
                </a:lnTo>
                <a:lnTo>
                  <a:pt x="484771" y="359041"/>
                </a:lnTo>
                <a:close/>
              </a:path>
              <a:path w="601345" h="776605">
                <a:moveTo>
                  <a:pt x="601116" y="213474"/>
                </a:moveTo>
                <a:lnTo>
                  <a:pt x="590105" y="203784"/>
                </a:lnTo>
                <a:lnTo>
                  <a:pt x="542950" y="162255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29"/>
                </a:lnTo>
                <a:lnTo>
                  <a:pt x="300558" y="58229"/>
                </a:lnTo>
                <a:lnTo>
                  <a:pt x="300558" y="262001"/>
                </a:lnTo>
                <a:lnTo>
                  <a:pt x="542950" y="262001"/>
                </a:lnTo>
                <a:lnTo>
                  <a:pt x="542950" y="162255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73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40" y="58229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04336" y="1592490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5">
                <a:moveTo>
                  <a:pt x="242392" y="281406"/>
                </a:moveTo>
                <a:lnTo>
                  <a:pt x="116357" y="281406"/>
                </a:lnTo>
                <a:lnTo>
                  <a:pt x="116357" y="320243"/>
                </a:lnTo>
                <a:lnTo>
                  <a:pt x="242392" y="320243"/>
                </a:lnTo>
                <a:lnTo>
                  <a:pt x="242392" y="281406"/>
                </a:lnTo>
                <a:close/>
              </a:path>
              <a:path w="601345" h="776605">
                <a:moveTo>
                  <a:pt x="484771" y="591934"/>
                </a:moveTo>
                <a:lnTo>
                  <a:pt x="116357" y="591934"/>
                </a:lnTo>
                <a:lnTo>
                  <a:pt x="116357" y="630745"/>
                </a:lnTo>
                <a:lnTo>
                  <a:pt x="484771" y="630745"/>
                </a:lnTo>
                <a:lnTo>
                  <a:pt x="484771" y="591934"/>
                </a:lnTo>
                <a:close/>
              </a:path>
              <a:path w="601345" h="776605">
                <a:moveTo>
                  <a:pt x="484771" y="514299"/>
                </a:moveTo>
                <a:lnTo>
                  <a:pt x="116357" y="514299"/>
                </a:lnTo>
                <a:lnTo>
                  <a:pt x="116357" y="553123"/>
                </a:lnTo>
                <a:lnTo>
                  <a:pt x="484771" y="553123"/>
                </a:lnTo>
                <a:lnTo>
                  <a:pt x="484771" y="514299"/>
                </a:lnTo>
                <a:close/>
              </a:path>
              <a:path w="601345" h="776605">
                <a:moveTo>
                  <a:pt x="484771" y="436676"/>
                </a:moveTo>
                <a:lnTo>
                  <a:pt x="116357" y="436676"/>
                </a:lnTo>
                <a:lnTo>
                  <a:pt x="116357" y="475488"/>
                </a:lnTo>
                <a:lnTo>
                  <a:pt x="484771" y="475488"/>
                </a:lnTo>
                <a:lnTo>
                  <a:pt x="484771" y="436676"/>
                </a:lnTo>
                <a:close/>
              </a:path>
              <a:path w="601345" h="776605">
                <a:moveTo>
                  <a:pt x="484771" y="359041"/>
                </a:moveTo>
                <a:lnTo>
                  <a:pt x="116344" y="359041"/>
                </a:lnTo>
                <a:lnTo>
                  <a:pt x="116344" y="397865"/>
                </a:lnTo>
                <a:lnTo>
                  <a:pt x="484771" y="397865"/>
                </a:lnTo>
                <a:lnTo>
                  <a:pt x="484771" y="359041"/>
                </a:lnTo>
                <a:close/>
              </a:path>
              <a:path w="601345" h="776605">
                <a:moveTo>
                  <a:pt x="601116" y="213474"/>
                </a:moveTo>
                <a:lnTo>
                  <a:pt x="590105" y="203784"/>
                </a:lnTo>
                <a:lnTo>
                  <a:pt x="542950" y="162255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29"/>
                </a:lnTo>
                <a:lnTo>
                  <a:pt x="300570" y="58229"/>
                </a:lnTo>
                <a:lnTo>
                  <a:pt x="300570" y="262001"/>
                </a:lnTo>
                <a:lnTo>
                  <a:pt x="542950" y="262001"/>
                </a:lnTo>
                <a:lnTo>
                  <a:pt x="542950" y="162255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73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40" y="58229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816056" y="1592490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5">
                <a:moveTo>
                  <a:pt x="242379" y="281406"/>
                </a:moveTo>
                <a:lnTo>
                  <a:pt x="116332" y="281406"/>
                </a:lnTo>
                <a:lnTo>
                  <a:pt x="116332" y="320243"/>
                </a:lnTo>
                <a:lnTo>
                  <a:pt x="242379" y="320243"/>
                </a:lnTo>
                <a:lnTo>
                  <a:pt x="242379" y="281406"/>
                </a:lnTo>
                <a:close/>
              </a:path>
              <a:path w="601345" h="776605">
                <a:moveTo>
                  <a:pt x="484759" y="591934"/>
                </a:moveTo>
                <a:lnTo>
                  <a:pt x="116332" y="591934"/>
                </a:lnTo>
                <a:lnTo>
                  <a:pt x="116332" y="630745"/>
                </a:lnTo>
                <a:lnTo>
                  <a:pt x="484759" y="630745"/>
                </a:lnTo>
                <a:lnTo>
                  <a:pt x="484759" y="591934"/>
                </a:lnTo>
                <a:close/>
              </a:path>
              <a:path w="601345" h="776605">
                <a:moveTo>
                  <a:pt x="484759" y="514299"/>
                </a:moveTo>
                <a:lnTo>
                  <a:pt x="116332" y="514299"/>
                </a:lnTo>
                <a:lnTo>
                  <a:pt x="116332" y="553123"/>
                </a:lnTo>
                <a:lnTo>
                  <a:pt x="484759" y="553123"/>
                </a:lnTo>
                <a:lnTo>
                  <a:pt x="484759" y="514299"/>
                </a:lnTo>
                <a:close/>
              </a:path>
              <a:path w="601345" h="776605">
                <a:moveTo>
                  <a:pt x="484759" y="436676"/>
                </a:moveTo>
                <a:lnTo>
                  <a:pt x="116332" y="436676"/>
                </a:lnTo>
                <a:lnTo>
                  <a:pt x="116332" y="475488"/>
                </a:lnTo>
                <a:lnTo>
                  <a:pt x="484759" y="475488"/>
                </a:lnTo>
                <a:lnTo>
                  <a:pt x="484759" y="436676"/>
                </a:lnTo>
                <a:close/>
              </a:path>
              <a:path w="601345" h="776605">
                <a:moveTo>
                  <a:pt x="484759" y="359041"/>
                </a:moveTo>
                <a:lnTo>
                  <a:pt x="116332" y="359041"/>
                </a:lnTo>
                <a:lnTo>
                  <a:pt x="116332" y="397865"/>
                </a:lnTo>
                <a:lnTo>
                  <a:pt x="484759" y="397865"/>
                </a:lnTo>
                <a:lnTo>
                  <a:pt x="484759" y="359041"/>
                </a:lnTo>
                <a:close/>
              </a:path>
              <a:path w="601345" h="776605">
                <a:moveTo>
                  <a:pt x="601103" y="213474"/>
                </a:moveTo>
                <a:lnTo>
                  <a:pt x="590092" y="203784"/>
                </a:lnTo>
                <a:lnTo>
                  <a:pt x="542937" y="162255"/>
                </a:lnTo>
                <a:lnTo>
                  <a:pt x="542937" y="262001"/>
                </a:lnTo>
                <a:lnTo>
                  <a:pt x="542937" y="718083"/>
                </a:lnTo>
                <a:lnTo>
                  <a:pt x="58166" y="718083"/>
                </a:lnTo>
                <a:lnTo>
                  <a:pt x="58166" y="58229"/>
                </a:lnTo>
                <a:lnTo>
                  <a:pt x="300545" y="58229"/>
                </a:lnTo>
                <a:lnTo>
                  <a:pt x="300545" y="262001"/>
                </a:lnTo>
                <a:lnTo>
                  <a:pt x="542937" y="262001"/>
                </a:lnTo>
                <a:lnTo>
                  <a:pt x="542937" y="162255"/>
                </a:lnTo>
                <a:lnTo>
                  <a:pt x="479920" y="106756"/>
                </a:lnTo>
                <a:lnTo>
                  <a:pt x="479920" y="203784"/>
                </a:lnTo>
                <a:lnTo>
                  <a:pt x="358724" y="203784"/>
                </a:lnTo>
                <a:lnTo>
                  <a:pt x="358724" y="82473"/>
                </a:lnTo>
                <a:lnTo>
                  <a:pt x="479920" y="203784"/>
                </a:lnTo>
                <a:lnTo>
                  <a:pt x="479920" y="106756"/>
                </a:lnTo>
                <a:lnTo>
                  <a:pt x="452361" y="82473"/>
                </a:lnTo>
                <a:lnTo>
                  <a:pt x="424827" y="58229"/>
                </a:lnTo>
                <a:lnTo>
                  <a:pt x="358724" y="0"/>
                </a:lnTo>
                <a:lnTo>
                  <a:pt x="0" y="0"/>
                </a:lnTo>
                <a:lnTo>
                  <a:pt x="0" y="776300"/>
                </a:lnTo>
                <a:lnTo>
                  <a:pt x="601103" y="776300"/>
                </a:lnTo>
                <a:lnTo>
                  <a:pt x="601103" y="718083"/>
                </a:lnTo>
                <a:lnTo>
                  <a:pt x="601103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931021" y="1288558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2020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70583" y="283974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28599" y="360172"/>
                </a:moveTo>
                <a:lnTo>
                  <a:pt x="273950" y="205783"/>
                </a:lnTo>
                <a:lnTo>
                  <a:pt x="410225" y="156767"/>
                </a:lnTo>
                <a:lnTo>
                  <a:pt x="417222" y="154366"/>
                </a:lnTo>
                <a:lnTo>
                  <a:pt x="420943" y="146749"/>
                </a:lnTo>
                <a:lnTo>
                  <a:pt x="418539" y="139760"/>
                </a:lnTo>
                <a:lnTo>
                  <a:pt x="417199" y="135860"/>
                </a:lnTo>
                <a:lnTo>
                  <a:pt x="414129" y="132794"/>
                </a:lnTo>
                <a:lnTo>
                  <a:pt x="410225" y="131456"/>
                </a:lnTo>
                <a:lnTo>
                  <a:pt x="17554" y="695"/>
                </a:lnTo>
                <a:lnTo>
                  <a:pt x="16146" y="229"/>
                </a:lnTo>
                <a:lnTo>
                  <a:pt x="14676" y="0"/>
                </a:lnTo>
                <a:lnTo>
                  <a:pt x="13191" y="7"/>
                </a:lnTo>
                <a:lnTo>
                  <a:pt x="5833" y="168"/>
                </a:lnTo>
                <a:lnTo>
                  <a:pt x="0" y="6247"/>
                </a:lnTo>
                <a:lnTo>
                  <a:pt x="160" y="13596"/>
                </a:lnTo>
                <a:lnTo>
                  <a:pt x="191" y="14957"/>
                </a:lnTo>
                <a:lnTo>
                  <a:pt x="428" y="16303"/>
                </a:lnTo>
                <a:lnTo>
                  <a:pt x="865" y="17595"/>
                </a:lnTo>
                <a:lnTo>
                  <a:pt x="131474" y="410182"/>
                </a:lnTo>
                <a:lnTo>
                  <a:pt x="133939" y="417148"/>
                </a:lnTo>
                <a:lnTo>
                  <a:pt x="141595" y="420804"/>
                </a:lnTo>
                <a:lnTo>
                  <a:pt x="148570" y="418341"/>
                </a:lnTo>
                <a:lnTo>
                  <a:pt x="152390" y="416995"/>
                </a:lnTo>
                <a:lnTo>
                  <a:pt x="155391" y="413998"/>
                </a:lnTo>
                <a:lnTo>
                  <a:pt x="156738" y="410182"/>
                </a:lnTo>
                <a:lnTo>
                  <a:pt x="205889" y="273916"/>
                </a:lnTo>
                <a:lnTo>
                  <a:pt x="360385" y="428229"/>
                </a:lnTo>
                <a:lnTo>
                  <a:pt x="428599" y="360172"/>
                </a:lnTo>
                <a:close/>
              </a:path>
            </a:pathLst>
          </a:custGeom>
          <a:ln w="45908">
            <a:solidFill>
              <a:srgbClr val="211D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3071" y="3256698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4" h="776604">
                <a:moveTo>
                  <a:pt x="242392" y="281406"/>
                </a:moveTo>
                <a:lnTo>
                  <a:pt x="116357" y="281406"/>
                </a:lnTo>
                <a:lnTo>
                  <a:pt x="116357" y="320217"/>
                </a:lnTo>
                <a:lnTo>
                  <a:pt x="242392" y="320217"/>
                </a:lnTo>
                <a:lnTo>
                  <a:pt x="242392" y="281406"/>
                </a:lnTo>
                <a:close/>
              </a:path>
              <a:path w="601344" h="776604">
                <a:moveTo>
                  <a:pt x="484771" y="591934"/>
                </a:moveTo>
                <a:lnTo>
                  <a:pt x="116357" y="591934"/>
                </a:lnTo>
                <a:lnTo>
                  <a:pt x="116357" y="630745"/>
                </a:lnTo>
                <a:lnTo>
                  <a:pt x="484771" y="630745"/>
                </a:lnTo>
                <a:lnTo>
                  <a:pt x="484771" y="591934"/>
                </a:lnTo>
                <a:close/>
              </a:path>
              <a:path w="601344" h="776604">
                <a:moveTo>
                  <a:pt x="484771" y="514299"/>
                </a:moveTo>
                <a:lnTo>
                  <a:pt x="116357" y="514299"/>
                </a:lnTo>
                <a:lnTo>
                  <a:pt x="116357" y="553110"/>
                </a:lnTo>
                <a:lnTo>
                  <a:pt x="484771" y="553110"/>
                </a:lnTo>
                <a:lnTo>
                  <a:pt x="484771" y="514299"/>
                </a:lnTo>
                <a:close/>
              </a:path>
              <a:path w="601344" h="776604">
                <a:moveTo>
                  <a:pt x="484771" y="436664"/>
                </a:moveTo>
                <a:lnTo>
                  <a:pt x="116357" y="436664"/>
                </a:lnTo>
                <a:lnTo>
                  <a:pt x="116357" y="475488"/>
                </a:lnTo>
                <a:lnTo>
                  <a:pt x="484771" y="475488"/>
                </a:lnTo>
                <a:lnTo>
                  <a:pt x="484771" y="436664"/>
                </a:lnTo>
                <a:close/>
              </a:path>
              <a:path w="601344" h="776604">
                <a:moveTo>
                  <a:pt x="484771" y="359041"/>
                </a:moveTo>
                <a:lnTo>
                  <a:pt x="116357" y="359041"/>
                </a:lnTo>
                <a:lnTo>
                  <a:pt x="116357" y="397865"/>
                </a:lnTo>
                <a:lnTo>
                  <a:pt x="484771" y="397865"/>
                </a:lnTo>
                <a:lnTo>
                  <a:pt x="484771" y="359041"/>
                </a:lnTo>
                <a:close/>
              </a:path>
              <a:path w="601344" h="776604">
                <a:moveTo>
                  <a:pt x="601116" y="213487"/>
                </a:moveTo>
                <a:lnTo>
                  <a:pt x="590092" y="203784"/>
                </a:lnTo>
                <a:lnTo>
                  <a:pt x="542950" y="162267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29"/>
                </a:lnTo>
                <a:lnTo>
                  <a:pt x="300570" y="58229"/>
                </a:lnTo>
                <a:lnTo>
                  <a:pt x="300570" y="262001"/>
                </a:lnTo>
                <a:lnTo>
                  <a:pt x="542950" y="262001"/>
                </a:lnTo>
                <a:lnTo>
                  <a:pt x="542950" y="162267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86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86" y="82486"/>
                </a:lnTo>
                <a:lnTo>
                  <a:pt x="424840" y="58229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0346" y="4058433"/>
            <a:ext cx="353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Calibri"/>
                <a:cs typeface="Calibri"/>
              </a:rPr>
              <a:t>1.0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45080" y="3242982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4" h="776604">
                <a:moveTo>
                  <a:pt x="242379" y="281419"/>
                </a:moveTo>
                <a:lnTo>
                  <a:pt x="116332" y="281419"/>
                </a:lnTo>
                <a:lnTo>
                  <a:pt x="116332" y="320230"/>
                </a:lnTo>
                <a:lnTo>
                  <a:pt x="242379" y="320230"/>
                </a:lnTo>
                <a:lnTo>
                  <a:pt x="242379" y="281419"/>
                </a:lnTo>
                <a:close/>
              </a:path>
              <a:path w="601344" h="776604">
                <a:moveTo>
                  <a:pt x="484759" y="591921"/>
                </a:moveTo>
                <a:lnTo>
                  <a:pt x="116332" y="591921"/>
                </a:lnTo>
                <a:lnTo>
                  <a:pt x="116332" y="630745"/>
                </a:lnTo>
                <a:lnTo>
                  <a:pt x="484759" y="630745"/>
                </a:lnTo>
                <a:lnTo>
                  <a:pt x="484759" y="591921"/>
                </a:lnTo>
                <a:close/>
              </a:path>
              <a:path w="601344" h="776604">
                <a:moveTo>
                  <a:pt x="484759" y="514299"/>
                </a:moveTo>
                <a:lnTo>
                  <a:pt x="116332" y="514299"/>
                </a:lnTo>
                <a:lnTo>
                  <a:pt x="116332" y="553123"/>
                </a:lnTo>
                <a:lnTo>
                  <a:pt x="484759" y="553123"/>
                </a:lnTo>
                <a:lnTo>
                  <a:pt x="484759" y="514299"/>
                </a:lnTo>
                <a:close/>
              </a:path>
              <a:path w="601344" h="776604">
                <a:moveTo>
                  <a:pt x="484759" y="436664"/>
                </a:moveTo>
                <a:lnTo>
                  <a:pt x="116332" y="436664"/>
                </a:lnTo>
                <a:lnTo>
                  <a:pt x="116332" y="475475"/>
                </a:lnTo>
                <a:lnTo>
                  <a:pt x="484759" y="475475"/>
                </a:lnTo>
                <a:lnTo>
                  <a:pt x="484759" y="436664"/>
                </a:lnTo>
                <a:close/>
              </a:path>
              <a:path w="601344" h="776604">
                <a:moveTo>
                  <a:pt x="484759" y="359041"/>
                </a:moveTo>
                <a:lnTo>
                  <a:pt x="116332" y="359041"/>
                </a:lnTo>
                <a:lnTo>
                  <a:pt x="116332" y="397852"/>
                </a:lnTo>
                <a:lnTo>
                  <a:pt x="484759" y="397852"/>
                </a:lnTo>
                <a:lnTo>
                  <a:pt x="484759" y="359041"/>
                </a:lnTo>
                <a:close/>
              </a:path>
              <a:path w="601344" h="776604">
                <a:moveTo>
                  <a:pt x="601103" y="213474"/>
                </a:moveTo>
                <a:lnTo>
                  <a:pt x="590080" y="203771"/>
                </a:lnTo>
                <a:lnTo>
                  <a:pt x="542937" y="162255"/>
                </a:lnTo>
                <a:lnTo>
                  <a:pt x="542937" y="262001"/>
                </a:lnTo>
                <a:lnTo>
                  <a:pt x="542937" y="718083"/>
                </a:lnTo>
                <a:lnTo>
                  <a:pt x="58166" y="718083"/>
                </a:lnTo>
                <a:lnTo>
                  <a:pt x="58166" y="58216"/>
                </a:lnTo>
                <a:lnTo>
                  <a:pt x="300558" y="58216"/>
                </a:lnTo>
                <a:lnTo>
                  <a:pt x="300558" y="262001"/>
                </a:lnTo>
                <a:lnTo>
                  <a:pt x="542937" y="262001"/>
                </a:lnTo>
                <a:lnTo>
                  <a:pt x="542937" y="162255"/>
                </a:lnTo>
                <a:lnTo>
                  <a:pt x="479920" y="106743"/>
                </a:lnTo>
                <a:lnTo>
                  <a:pt x="479920" y="203771"/>
                </a:lnTo>
                <a:lnTo>
                  <a:pt x="358724" y="203771"/>
                </a:lnTo>
                <a:lnTo>
                  <a:pt x="358724" y="82473"/>
                </a:lnTo>
                <a:lnTo>
                  <a:pt x="479920" y="203771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27" y="58216"/>
                </a:lnTo>
                <a:lnTo>
                  <a:pt x="358724" y="0"/>
                </a:lnTo>
                <a:lnTo>
                  <a:pt x="0" y="0"/>
                </a:lnTo>
                <a:lnTo>
                  <a:pt x="0" y="776300"/>
                </a:lnTo>
                <a:lnTo>
                  <a:pt x="601103" y="776300"/>
                </a:lnTo>
                <a:lnTo>
                  <a:pt x="601103" y="718083"/>
                </a:lnTo>
                <a:lnTo>
                  <a:pt x="601103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45818" y="4044086"/>
            <a:ext cx="353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Calibri"/>
                <a:cs typeface="Calibri"/>
              </a:rPr>
              <a:t>1.1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01457" y="3435857"/>
            <a:ext cx="612775" cy="420370"/>
          </a:xfrm>
          <a:custGeom>
            <a:avLst/>
            <a:gdLst/>
            <a:ahLst/>
            <a:cxnLst/>
            <a:rect l="l" t="t" r="r" b="b"/>
            <a:pathLst>
              <a:path w="612775" h="420370">
                <a:moveTo>
                  <a:pt x="251752" y="210159"/>
                </a:moveTo>
                <a:lnTo>
                  <a:pt x="93941" y="0"/>
                </a:lnTo>
                <a:lnTo>
                  <a:pt x="0" y="0"/>
                </a:lnTo>
                <a:lnTo>
                  <a:pt x="157810" y="210159"/>
                </a:lnTo>
                <a:lnTo>
                  <a:pt x="0" y="420306"/>
                </a:lnTo>
                <a:lnTo>
                  <a:pt x="93941" y="420306"/>
                </a:lnTo>
                <a:lnTo>
                  <a:pt x="251752" y="210159"/>
                </a:lnTo>
                <a:close/>
              </a:path>
              <a:path w="612775" h="420370">
                <a:moveTo>
                  <a:pt x="432104" y="210159"/>
                </a:moveTo>
                <a:lnTo>
                  <a:pt x="274281" y="0"/>
                </a:lnTo>
                <a:lnTo>
                  <a:pt x="180352" y="0"/>
                </a:lnTo>
                <a:lnTo>
                  <a:pt x="338162" y="210159"/>
                </a:lnTo>
                <a:lnTo>
                  <a:pt x="180352" y="420306"/>
                </a:lnTo>
                <a:lnTo>
                  <a:pt x="274281" y="420306"/>
                </a:lnTo>
                <a:lnTo>
                  <a:pt x="432104" y="210159"/>
                </a:lnTo>
                <a:close/>
              </a:path>
              <a:path w="612775" h="420370">
                <a:moveTo>
                  <a:pt x="612444" y="210159"/>
                </a:moveTo>
                <a:lnTo>
                  <a:pt x="454634" y="0"/>
                </a:lnTo>
                <a:lnTo>
                  <a:pt x="360705" y="0"/>
                </a:lnTo>
                <a:lnTo>
                  <a:pt x="518515" y="210159"/>
                </a:lnTo>
                <a:lnTo>
                  <a:pt x="360705" y="420306"/>
                </a:lnTo>
                <a:lnTo>
                  <a:pt x="454634" y="420306"/>
                </a:lnTo>
                <a:lnTo>
                  <a:pt x="612444" y="210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54880" y="3242982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4">
                <a:moveTo>
                  <a:pt x="242392" y="281419"/>
                </a:moveTo>
                <a:lnTo>
                  <a:pt x="116344" y="281419"/>
                </a:lnTo>
                <a:lnTo>
                  <a:pt x="116344" y="320230"/>
                </a:lnTo>
                <a:lnTo>
                  <a:pt x="242392" y="320230"/>
                </a:lnTo>
                <a:lnTo>
                  <a:pt x="242392" y="281419"/>
                </a:lnTo>
                <a:close/>
              </a:path>
              <a:path w="601345" h="776604">
                <a:moveTo>
                  <a:pt x="484759" y="591921"/>
                </a:moveTo>
                <a:lnTo>
                  <a:pt x="116344" y="591921"/>
                </a:lnTo>
                <a:lnTo>
                  <a:pt x="116344" y="630745"/>
                </a:lnTo>
                <a:lnTo>
                  <a:pt x="484759" y="630745"/>
                </a:lnTo>
                <a:lnTo>
                  <a:pt x="484759" y="591921"/>
                </a:lnTo>
                <a:close/>
              </a:path>
              <a:path w="601345" h="776604">
                <a:moveTo>
                  <a:pt x="484759" y="514299"/>
                </a:moveTo>
                <a:lnTo>
                  <a:pt x="116344" y="514299"/>
                </a:lnTo>
                <a:lnTo>
                  <a:pt x="116344" y="553123"/>
                </a:lnTo>
                <a:lnTo>
                  <a:pt x="484759" y="553123"/>
                </a:lnTo>
                <a:lnTo>
                  <a:pt x="484759" y="514299"/>
                </a:lnTo>
                <a:close/>
              </a:path>
              <a:path w="601345" h="776604">
                <a:moveTo>
                  <a:pt x="484759" y="436664"/>
                </a:moveTo>
                <a:lnTo>
                  <a:pt x="116344" y="436664"/>
                </a:lnTo>
                <a:lnTo>
                  <a:pt x="116344" y="475475"/>
                </a:lnTo>
                <a:lnTo>
                  <a:pt x="484759" y="475475"/>
                </a:lnTo>
                <a:lnTo>
                  <a:pt x="484759" y="436664"/>
                </a:lnTo>
                <a:close/>
              </a:path>
              <a:path w="601345" h="776604">
                <a:moveTo>
                  <a:pt x="484759" y="359041"/>
                </a:moveTo>
                <a:lnTo>
                  <a:pt x="116344" y="359041"/>
                </a:lnTo>
                <a:lnTo>
                  <a:pt x="116344" y="397852"/>
                </a:lnTo>
                <a:lnTo>
                  <a:pt x="484759" y="397852"/>
                </a:lnTo>
                <a:lnTo>
                  <a:pt x="484759" y="359041"/>
                </a:lnTo>
                <a:close/>
              </a:path>
              <a:path w="601345" h="776604">
                <a:moveTo>
                  <a:pt x="601103" y="213474"/>
                </a:moveTo>
                <a:lnTo>
                  <a:pt x="590092" y="203771"/>
                </a:lnTo>
                <a:lnTo>
                  <a:pt x="542937" y="162242"/>
                </a:lnTo>
                <a:lnTo>
                  <a:pt x="542937" y="262001"/>
                </a:lnTo>
                <a:lnTo>
                  <a:pt x="542937" y="718083"/>
                </a:lnTo>
                <a:lnTo>
                  <a:pt x="58166" y="718083"/>
                </a:lnTo>
                <a:lnTo>
                  <a:pt x="58166" y="58216"/>
                </a:lnTo>
                <a:lnTo>
                  <a:pt x="300545" y="58216"/>
                </a:lnTo>
                <a:lnTo>
                  <a:pt x="300545" y="262001"/>
                </a:lnTo>
                <a:lnTo>
                  <a:pt x="542937" y="262001"/>
                </a:lnTo>
                <a:lnTo>
                  <a:pt x="542937" y="162242"/>
                </a:lnTo>
                <a:lnTo>
                  <a:pt x="479920" y="106743"/>
                </a:lnTo>
                <a:lnTo>
                  <a:pt x="479920" y="203771"/>
                </a:lnTo>
                <a:lnTo>
                  <a:pt x="358724" y="203771"/>
                </a:lnTo>
                <a:lnTo>
                  <a:pt x="358724" y="82473"/>
                </a:lnTo>
                <a:lnTo>
                  <a:pt x="479920" y="203771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27" y="58216"/>
                </a:lnTo>
                <a:lnTo>
                  <a:pt x="358724" y="0"/>
                </a:lnTo>
                <a:lnTo>
                  <a:pt x="0" y="0"/>
                </a:lnTo>
                <a:lnTo>
                  <a:pt x="0" y="776300"/>
                </a:lnTo>
                <a:lnTo>
                  <a:pt x="601103" y="776300"/>
                </a:lnTo>
                <a:lnTo>
                  <a:pt x="601103" y="718083"/>
                </a:lnTo>
                <a:lnTo>
                  <a:pt x="601103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56432" y="4044086"/>
            <a:ext cx="353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Calibri"/>
                <a:cs typeface="Calibri"/>
              </a:rPr>
              <a:t>1.2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52775" y="3420935"/>
            <a:ext cx="1178560" cy="421640"/>
          </a:xfrm>
          <a:custGeom>
            <a:avLst/>
            <a:gdLst/>
            <a:ahLst/>
            <a:cxnLst/>
            <a:rect l="l" t="t" r="r" b="b"/>
            <a:pathLst>
              <a:path w="1178560" h="421639">
                <a:moveTo>
                  <a:pt x="251218" y="210591"/>
                </a:moveTo>
                <a:lnTo>
                  <a:pt x="93738" y="0"/>
                </a:lnTo>
                <a:lnTo>
                  <a:pt x="0" y="0"/>
                </a:lnTo>
                <a:lnTo>
                  <a:pt x="157480" y="210591"/>
                </a:lnTo>
                <a:lnTo>
                  <a:pt x="0" y="421182"/>
                </a:lnTo>
                <a:lnTo>
                  <a:pt x="93738" y="421182"/>
                </a:lnTo>
                <a:lnTo>
                  <a:pt x="251218" y="210591"/>
                </a:lnTo>
                <a:close/>
              </a:path>
              <a:path w="1178560" h="421639">
                <a:moveTo>
                  <a:pt x="431190" y="210591"/>
                </a:moveTo>
                <a:lnTo>
                  <a:pt x="273710" y="0"/>
                </a:lnTo>
                <a:lnTo>
                  <a:pt x="179971" y="0"/>
                </a:lnTo>
                <a:lnTo>
                  <a:pt x="337451" y="210591"/>
                </a:lnTo>
                <a:lnTo>
                  <a:pt x="179971" y="421182"/>
                </a:lnTo>
                <a:lnTo>
                  <a:pt x="273710" y="421182"/>
                </a:lnTo>
                <a:lnTo>
                  <a:pt x="431190" y="210591"/>
                </a:lnTo>
                <a:close/>
              </a:path>
              <a:path w="1178560" h="421639">
                <a:moveTo>
                  <a:pt x="611162" y="210591"/>
                </a:moveTo>
                <a:lnTo>
                  <a:pt x="453682" y="0"/>
                </a:lnTo>
                <a:lnTo>
                  <a:pt x="359943" y="0"/>
                </a:lnTo>
                <a:lnTo>
                  <a:pt x="517423" y="210591"/>
                </a:lnTo>
                <a:lnTo>
                  <a:pt x="359943" y="421182"/>
                </a:lnTo>
                <a:lnTo>
                  <a:pt x="453682" y="421182"/>
                </a:lnTo>
                <a:lnTo>
                  <a:pt x="611162" y="210591"/>
                </a:lnTo>
                <a:close/>
              </a:path>
              <a:path w="1178560" h="421639">
                <a:moveTo>
                  <a:pt x="818134" y="210591"/>
                </a:moveTo>
                <a:lnTo>
                  <a:pt x="660654" y="0"/>
                </a:lnTo>
                <a:lnTo>
                  <a:pt x="566928" y="0"/>
                </a:lnTo>
                <a:lnTo>
                  <a:pt x="724408" y="210591"/>
                </a:lnTo>
                <a:lnTo>
                  <a:pt x="566928" y="421182"/>
                </a:lnTo>
                <a:lnTo>
                  <a:pt x="660654" y="421182"/>
                </a:lnTo>
                <a:lnTo>
                  <a:pt x="818134" y="210591"/>
                </a:lnTo>
                <a:close/>
              </a:path>
              <a:path w="1178560" h="421639">
                <a:moveTo>
                  <a:pt x="998118" y="210591"/>
                </a:moveTo>
                <a:lnTo>
                  <a:pt x="840638" y="0"/>
                </a:lnTo>
                <a:lnTo>
                  <a:pt x="746899" y="0"/>
                </a:lnTo>
                <a:lnTo>
                  <a:pt x="904379" y="210591"/>
                </a:lnTo>
                <a:lnTo>
                  <a:pt x="746899" y="421182"/>
                </a:lnTo>
                <a:lnTo>
                  <a:pt x="840638" y="421182"/>
                </a:lnTo>
                <a:lnTo>
                  <a:pt x="998118" y="210591"/>
                </a:lnTo>
                <a:close/>
              </a:path>
              <a:path w="1178560" h="421639">
                <a:moveTo>
                  <a:pt x="1178090" y="210591"/>
                </a:moveTo>
                <a:lnTo>
                  <a:pt x="1020610" y="0"/>
                </a:lnTo>
                <a:lnTo>
                  <a:pt x="926884" y="0"/>
                </a:lnTo>
                <a:lnTo>
                  <a:pt x="1084351" y="210591"/>
                </a:lnTo>
                <a:lnTo>
                  <a:pt x="926884" y="421182"/>
                </a:lnTo>
                <a:lnTo>
                  <a:pt x="1020610" y="421182"/>
                </a:lnTo>
                <a:lnTo>
                  <a:pt x="1178090" y="2105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05647" y="2808268"/>
            <a:ext cx="3315970" cy="320040"/>
          </a:xfrm>
          <a:custGeom>
            <a:avLst/>
            <a:gdLst/>
            <a:ahLst/>
            <a:cxnLst/>
            <a:rect l="l" t="t" r="r" b="b"/>
            <a:pathLst>
              <a:path w="3315970" h="320039">
                <a:moveTo>
                  <a:pt x="3315677" y="0"/>
                </a:moveTo>
                <a:lnTo>
                  <a:pt x="3270172" y="29756"/>
                </a:lnTo>
                <a:lnTo>
                  <a:pt x="3217628" y="58309"/>
                </a:lnTo>
                <a:lnTo>
                  <a:pt x="3158384" y="85617"/>
                </a:lnTo>
                <a:lnTo>
                  <a:pt x="3092778" y="111639"/>
                </a:lnTo>
                <a:lnTo>
                  <a:pt x="3021147" y="136334"/>
                </a:lnTo>
                <a:lnTo>
                  <a:pt x="2983178" y="148171"/>
                </a:lnTo>
                <a:lnTo>
                  <a:pt x="2943829" y="159661"/>
                </a:lnTo>
                <a:lnTo>
                  <a:pt x="2903142" y="170798"/>
                </a:lnTo>
                <a:lnTo>
                  <a:pt x="2861161" y="181578"/>
                </a:lnTo>
                <a:lnTo>
                  <a:pt x="2817926" y="191996"/>
                </a:lnTo>
                <a:lnTo>
                  <a:pt x="2773481" y="202045"/>
                </a:lnTo>
                <a:lnTo>
                  <a:pt x="2727867" y="211722"/>
                </a:lnTo>
                <a:lnTo>
                  <a:pt x="2681127" y="221021"/>
                </a:lnTo>
                <a:lnTo>
                  <a:pt x="2633303" y="229936"/>
                </a:lnTo>
                <a:lnTo>
                  <a:pt x="2584437" y="238463"/>
                </a:lnTo>
                <a:lnTo>
                  <a:pt x="2534571" y="246597"/>
                </a:lnTo>
                <a:lnTo>
                  <a:pt x="2483747" y="254332"/>
                </a:lnTo>
                <a:lnTo>
                  <a:pt x="2432008" y="261663"/>
                </a:lnTo>
                <a:lnTo>
                  <a:pt x="2379396" y="268586"/>
                </a:lnTo>
                <a:lnTo>
                  <a:pt x="2325953" y="275094"/>
                </a:lnTo>
                <a:lnTo>
                  <a:pt x="2271722" y="281184"/>
                </a:lnTo>
                <a:lnTo>
                  <a:pt x="2216744" y="286849"/>
                </a:lnTo>
                <a:lnTo>
                  <a:pt x="2161062" y="292084"/>
                </a:lnTo>
                <a:lnTo>
                  <a:pt x="2104717" y="296885"/>
                </a:lnTo>
                <a:lnTo>
                  <a:pt x="2047753" y="301246"/>
                </a:lnTo>
                <a:lnTo>
                  <a:pt x="1990211" y="305163"/>
                </a:lnTo>
                <a:lnTo>
                  <a:pt x="1932134" y="308629"/>
                </a:lnTo>
                <a:lnTo>
                  <a:pt x="1873563" y="311640"/>
                </a:lnTo>
                <a:lnTo>
                  <a:pt x="1814542" y="314191"/>
                </a:lnTo>
                <a:lnTo>
                  <a:pt x="1755111" y="316277"/>
                </a:lnTo>
                <a:lnTo>
                  <a:pt x="1695314" y="317892"/>
                </a:lnTo>
                <a:lnTo>
                  <a:pt x="1635193" y="319031"/>
                </a:lnTo>
                <a:lnTo>
                  <a:pt x="1574789" y="319689"/>
                </a:lnTo>
                <a:lnTo>
                  <a:pt x="1514146" y="319862"/>
                </a:lnTo>
                <a:lnTo>
                  <a:pt x="1453304" y="319543"/>
                </a:lnTo>
                <a:lnTo>
                  <a:pt x="1392307" y="318728"/>
                </a:lnTo>
                <a:lnTo>
                  <a:pt x="1331197" y="317412"/>
                </a:lnTo>
                <a:lnTo>
                  <a:pt x="1270015" y="315589"/>
                </a:lnTo>
                <a:lnTo>
                  <a:pt x="1208805" y="313254"/>
                </a:lnTo>
                <a:lnTo>
                  <a:pt x="1147607" y="310402"/>
                </a:lnTo>
                <a:lnTo>
                  <a:pt x="1086466" y="307029"/>
                </a:lnTo>
                <a:lnTo>
                  <a:pt x="1025421" y="303128"/>
                </a:lnTo>
                <a:lnTo>
                  <a:pt x="964517" y="298695"/>
                </a:lnTo>
                <a:lnTo>
                  <a:pt x="903795" y="293725"/>
                </a:lnTo>
                <a:lnTo>
                  <a:pt x="844046" y="288278"/>
                </a:lnTo>
                <a:lnTo>
                  <a:pt x="785192" y="282346"/>
                </a:lnTo>
                <a:lnTo>
                  <a:pt x="727277" y="275938"/>
                </a:lnTo>
                <a:lnTo>
                  <a:pt x="670343" y="269061"/>
                </a:lnTo>
                <a:lnTo>
                  <a:pt x="614432" y="261723"/>
                </a:lnTo>
                <a:lnTo>
                  <a:pt x="559586" y="253933"/>
                </a:lnTo>
                <a:lnTo>
                  <a:pt x="505848" y="245697"/>
                </a:lnTo>
                <a:lnTo>
                  <a:pt x="453261" y="237023"/>
                </a:lnTo>
                <a:lnTo>
                  <a:pt x="401867" y="227920"/>
                </a:lnTo>
                <a:lnTo>
                  <a:pt x="351708" y="218395"/>
                </a:lnTo>
                <a:lnTo>
                  <a:pt x="302827" y="208456"/>
                </a:lnTo>
                <a:lnTo>
                  <a:pt x="255266" y="198110"/>
                </a:lnTo>
                <a:lnTo>
                  <a:pt x="209068" y="187366"/>
                </a:lnTo>
                <a:lnTo>
                  <a:pt x="164274" y="176231"/>
                </a:lnTo>
                <a:lnTo>
                  <a:pt x="120928" y="164713"/>
                </a:lnTo>
                <a:lnTo>
                  <a:pt x="79072" y="152820"/>
                </a:lnTo>
                <a:lnTo>
                  <a:pt x="38749" y="140559"/>
                </a:lnTo>
                <a:lnTo>
                  <a:pt x="0" y="127939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2017776" y="4543331"/>
            <a:ext cx="2600960" cy="523875"/>
            <a:chOff x="2017776" y="4543331"/>
            <a:chExt cx="2600960" cy="523875"/>
          </a:xfrm>
        </p:grpSpPr>
        <p:sp>
          <p:nvSpPr>
            <p:cNvPr id="25" name="object 25"/>
            <p:cNvSpPr/>
            <p:nvPr/>
          </p:nvSpPr>
          <p:spPr>
            <a:xfrm>
              <a:off x="3106639" y="4547926"/>
              <a:ext cx="518795" cy="519430"/>
            </a:xfrm>
            <a:custGeom>
              <a:avLst/>
              <a:gdLst/>
              <a:ahLst/>
              <a:cxnLst/>
              <a:rect l="l" t="t" r="r" b="b"/>
              <a:pathLst>
                <a:path w="518795" h="519429">
                  <a:moveTo>
                    <a:pt x="443826" y="0"/>
                  </a:moveTo>
                  <a:lnTo>
                    <a:pt x="265544" y="178714"/>
                  </a:lnTo>
                  <a:lnTo>
                    <a:pt x="86829" y="431"/>
                  </a:lnTo>
                  <a:lnTo>
                    <a:pt x="0" y="87464"/>
                  </a:lnTo>
                  <a:lnTo>
                    <a:pt x="178714" y="265760"/>
                  </a:lnTo>
                  <a:lnTo>
                    <a:pt x="431" y="444474"/>
                  </a:lnTo>
                  <a:lnTo>
                    <a:pt x="74955" y="518820"/>
                  </a:lnTo>
                  <a:lnTo>
                    <a:pt x="253250" y="340105"/>
                  </a:lnTo>
                  <a:lnTo>
                    <a:pt x="431965" y="518401"/>
                  </a:lnTo>
                  <a:lnTo>
                    <a:pt x="518794" y="431355"/>
                  </a:lnTo>
                  <a:lnTo>
                    <a:pt x="340080" y="253072"/>
                  </a:lnTo>
                  <a:lnTo>
                    <a:pt x="518363" y="74358"/>
                  </a:lnTo>
                  <a:lnTo>
                    <a:pt x="4438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76454" y="4543331"/>
              <a:ext cx="678815" cy="477520"/>
            </a:xfrm>
            <a:custGeom>
              <a:avLst/>
              <a:gdLst/>
              <a:ahLst/>
              <a:cxnLst/>
              <a:rect l="l" t="t" r="r" b="b"/>
              <a:pathLst>
                <a:path w="678814" h="477520">
                  <a:moveTo>
                    <a:pt x="240087" y="476916"/>
                  </a:moveTo>
                  <a:lnTo>
                    <a:pt x="0" y="230000"/>
                  </a:lnTo>
                  <a:lnTo>
                    <a:pt x="62407" y="170477"/>
                  </a:lnTo>
                  <a:lnTo>
                    <a:pt x="243024" y="355658"/>
                  </a:lnTo>
                  <a:lnTo>
                    <a:pt x="618940" y="0"/>
                  </a:lnTo>
                  <a:lnTo>
                    <a:pt x="678411" y="61719"/>
                  </a:lnTo>
                  <a:lnTo>
                    <a:pt x="303229" y="418121"/>
                  </a:lnTo>
                  <a:lnTo>
                    <a:pt x="240087" y="476916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60651" y="4823745"/>
              <a:ext cx="2315210" cy="5080"/>
            </a:xfrm>
            <a:custGeom>
              <a:avLst/>
              <a:gdLst/>
              <a:ahLst/>
              <a:cxnLst/>
              <a:rect l="l" t="t" r="r" b="b"/>
              <a:pathLst>
                <a:path w="2315210" h="5079">
                  <a:moveTo>
                    <a:pt x="0" y="4559"/>
                  </a:moveTo>
                  <a:lnTo>
                    <a:pt x="2314638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17776" y="4738090"/>
              <a:ext cx="2600960" cy="175895"/>
            </a:xfrm>
            <a:custGeom>
              <a:avLst/>
              <a:gdLst/>
              <a:ahLst/>
              <a:cxnLst/>
              <a:rect l="l" t="t" r="r" b="b"/>
              <a:pathLst>
                <a:path w="2600960" h="175895">
                  <a:moveTo>
                    <a:pt x="171615" y="175895"/>
                  </a:moveTo>
                  <a:lnTo>
                    <a:pt x="171284" y="4445"/>
                  </a:lnTo>
                  <a:lnTo>
                    <a:pt x="0" y="90500"/>
                  </a:lnTo>
                  <a:lnTo>
                    <a:pt x="171615" y="175895"/>
                  </a:lnTo>
                  <a:close/>
                </a:path>
                <a:path w="2600960" h="175895">
                  <a:moveTo>
                    <a:pt x="2600375" y="85382"/>
                  </a:moveTo>
                  <a:lnTo>
                    <a:pt x="2428760" y="0"/>
                  </a:lnTo>
                  <a:lnTo>
                    <a:pt x="2429103" y="171450"/>
                  </a:lnTo>
                  <a:lnTo>
                    <a:pt x="2600375" y="85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8496516" y="4527715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4">
                <a:moveTo>
                  <a:pt x="242392" y="281406"/>
                </a:moveTo>
                <a:lnTo>
                  <a:pt x="116344" y="281406"/>
                </a:lnTo>
                <a:lnTo>
                  <a:pt x="116344" y="320230"/>
                </a:lnTo>
                <a:lnTo>
                  <a:pt x="242392" y="320230"/>
                </a:lnTo>
                <a:lnTo>
                  <a:pt x="242392" y="281406"/>
                </a:lnTo>
                <a:close/>
              </a:path>
              <a:path w="601345" h="776604">
                <a:moveTo>
                  <a:pt x="484771" y="591934"/>
                </a:moveTo>
                <a:lnTo>
                  <a:pt x="116344" y="591934"/>
                </a:lnTo>
                <a:lnTo>
                  <a:pt x="116344" y="630758"/>
                </a:lnTo>
                <a:lnTo>
                  <a:pt x="484771" y="630758"/>
                </a:lnTo>
                <a:lnTo>
                  <a:pt x="484771" y="591934"/>
                </a:lnTo>
                <a:close/>
              </a:path>
              <a:path w="601345" h="776604">
                <a:moveTo>
                  <a:pt x="484771" y="514299"/>
                </a:moveTo>
                <a:lnTo>
                  <a:pt x="116344" y="514299"/>
                </a:lnTo>
                <a:lnTo>
                  <a:pt x="116344" y="553123"/>
                </a:lnTo>
                <a:lnTo>
                  <a:pt x="484771" y="553123"/>
                </a:lnTo>
                <a:lnTo>
                  <a:pt x="484771" y="514299"/>
                </a:lnTo>
                <a:close/>
              </a:path>
              <a:path w="601345" h="776604">
                <a:moveTo>
                  <a:pt x="484771" y="436676"/>
                </a:moveTo>
                <a:lnTo>
                  <a:pt x="116344" y="436676"/>
                </a:lnTo>
                <a:lnTo>
                  <a:pt x="116344" y="475500"/>
                </a:lnTo>
                <a:lnTo>
                  <a:pt x="484771" y="475500"/>
                </a:lnTo>
                <a:lnTo>
                  <a:pt x="484771" y="436676"/>
                </a:lnTo>
                <a:close/>
              </a:path>
              <a:path w="601345" h="776604">
                <a:moveTo>
                  <a:pt x="484771" y="359041"/>
                </a:moveTo>
                <a:lnTo>
                  <a:pt x="116344" y="359041"/>
                </a:lnTo>
                <a:lnTo>
                  <a:pt x="116344" y="397852"/>
                </a:lnTo>
                <a:lnTo>
                  <a:pt x="484771" y="397852"/>
                </a:lnTo>
                <a:lnTo>
                  <a:pt x="484771" y="359041"/>
                </a:lnTo>
                <a:close/>
              </a:path>
              <a:path w="601345" h="776604">
                <a:moveTo>
                  <a:pt x="601116" y="213487"/>
                </a:moveTo>
                <a:lnTo>
                  <a:pt x="590105" y="203784"/>
                </a:lnTo>
                <a:lnTo>
                  <a:pt x="542950" y="162255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16"/>
                </a:lnTo>
                <a:lnTo>
                  <a:pt x="300558" y="58216"/>
                </a:lnTo>
                <a:lnTo>
                  <a:pt x="300558" y="262001"/>
                </a:lnTo>
                <a:lnTo>
                  <a:pt x="542950" y="262001"/>
                </a:lnTo>
                <a:lnTo>
                  <a:pt x="542950" y="162255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86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86" y="82486"/>
                </a:lnTo>
                <a:lnTo>
                  <a:pt x="424840" y="58216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076969" y="5253134"/>
            <a:ext cx="1375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Specification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206444" y="5571654"/>
            <a:ext cx="601345" cy="776605"/>
          </a:xfrm>
          <a:custGeom>
            <a:avLst/>
            <a:gdLst/>
            <a:ahLst/>
            <a:cxnLst/>
            <a:rect l="l" t="t" r="r" b="b"/>
            <a:pathLst>
              <a:path w="601345" h="776604">
                <a:moveTo>
                  <a:pt x="242392" y="281406"/>
                </a:moveTo>
                <a:lnTo>
                  <a:pt x="116344" y="281406"/>
                </a:lnTo>
                <a:lnTo>
                  <a:pt x="116344" y="320230"/>
                </a:lnTo>
                <a:lnTo>
                  <a:pt x="242392" y="320230"/>
                </a:lnTo>
                <a:lnTo>
                  <a:pt x="242392" y="281406"/>
                </a:lnTo>
                <a:close/>
              </a:path>
              <a:path w="601345" h="776604">
                <a:moveTo>
                  <a:pt x="484759" y="591934"/>
                </a:moveTo>
                <a:lnTo>
                  <a:pt x="116344" y="591934"/>
                </a:lnTo>
                <a:lnTo>
                  <a:pt x="116344" y="630745"/>
                </a:lnTo>
                <a:lnTo>
                  <a:pt x="484759" y="630745"/>
                </a:lnTo>
                <a:lnTo>
                  <a:pt x="484759" y="591934"/>
                </a:lnTo>
                <a:close/>
              </a:path>
              <a:path w="601345" h="776604">
                <a:moveTo>
                  <a:pt x="484771" y="514299"/>
                </a:moveTo>
                <a:lnTo>
                  <a:pt x="116344" y="514299"/>
                </a:lnTo>
                <a:lnTo>
                  <a:pt x="116344" y="553110"/>
                </a:lnTo>
                <a:lnTo>
                  <a:pt x="484771" y="553110"/>
                </a:lnTo>
                <a:lnTo>
                  <a:pt x="484771" y="514299"/>
                </a:lnTo>
                <a:close/>
              </a:path>
              <a:path w="601345" h="776604">
                <a:moveTo>
                  <a:pt x="484771" y="436676"/>
                </a:moveTo>
                <a:lnTo>
                  <a:pt x="116344" y="436676"/>
                </a:lnTo>
                <a:lnTo>
                  <a:pt x="116344" y="475488"/>
                </a:lnTo>
                <a:lnTo>
                  <a:pt x="484771" y="475488"/>
                </a:lnTo>
                <a:lnTo>
                  <a:pt x="484771" y="436676"/>
                </a:lnTo>
                <a:close/>
              </a:path>
              <a:path w="601345" h="776604">
                <a:moveTo>
                  <a:pt x="484771" y="359041"/>
                </a:moveTo>
                <a:lnTo>
                  <a:pt x="116344" y="359041"/>
                </a:lnTo>
                <a:lnTo>
                  <a:pt x="116344" y="397852"/>
                </a:lnTo>
                <a:lnTo>
                  <a:pt x="484771" y="397852"/>
                </a:lnTo>
                <a:lnTo>
                  <a:pt x="484771" y="359041"/>
                </a:lnTo>
                <a:close/>
              </a:path>
              <a:path w="601345" h="776604">
                <a:moveTo>
                  <a:pt x="601116" y="213474"/>
                </a:moveTo>
                <a:lnTo>
                  <a:pt x="590105" y="203784"/>
                </a:lnTo>
                <a:lnTo>
                  <a:pt x="542950" y="162255"/>
                </a:lnTo>
                <a:lnTo>
                  <a:pt x="542950" y="262001"/>
                </a:lnTo>
                <a:lnTo>
                  <a:pt x="542950" y="718083"/>
                </a:lnTo>
                <a:lnTo>
                  <a:pt x="58178" y="718083"/>
                </a:lnTo>
                <a:lnTo>
                  <a:pt x="58178" y="58216"/>
                </a:lnTo>
                <a:lnTo>
                  <a:pt x="300558" y="58216"/>
                </a:lnTo>
                <a:lnTo>
                  <a:pt x="300558" y="262001"/>
                </a:lnTo>
                <a:lnTo>
                  <a:pt x="542950" y="262001"/>
                </a:lnTo>
                <a:lnTo>
                  <a:pt x="542950" y="162255"/>
                </a:lnTo>
                <a:lnTo>
                  <a:pt x="479920" y="106743"/>
                </a:lnTo>
                <a:lnTo>
                  <a:pt x="479920" y="203784"/>
                </a:lnTo>
                <a:lnTo>
                  <a:pt x="358736" y="203784"/>
                </a:lnTo>
                <a:lnTo>
                  <a:pt x="358736" y="82473"/>
                </a:lnTo>
                <a:lnTo>
                  <a:pt x="479920" y="203784"/>
                </a:lnTo>
                <a:lnTo>
                  <a:pt x="479920" y="106743"/>
                </a:lnTo>
                <a:lnTo>
                  <a:pt x="452374" y="82473"/>
                </a:lnTo>
                <a:lnTo>
                  <a:pt x="424827" y="58216"/>
                </a:lnTo>
                <a:lnTo>
                  <a:pt x="358736" y="0"/>
                </a:lnTo>
                <a:lnTo>
                  <a:pt x="0" y="0"/>
                </a:lnTo>
                <a:lnTo>
                  <a:pt x="0" y="776300"/>
                </a:lnTo>
                <a:lnTo>
                  <a:pt x="601116" y="776300"/>
                </a:lnTo>
                <a:lnTo>
                  <a:pt x="601116" y="718083"/>
                </a:lnTo>
                <a:lnTo>
                  <a:pt x="601116" y="213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880446" y="5494590"/>
            <a:ext cx="122555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LoRaWAN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bri"/>
                <a:cs typeface="Calibri"/>
              </a:rPr>
              <a:t>Regional </a:t>
            </a:r>
            <a:r>
              <a:rPr sz="2000" b="1" spc="-25" dirty="0">
                <a:latin typeface="Calibri"/>
                <a:cs typeface="Calibri"/>
              </a:rPr>
              <a:t>Parameters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77653" y="5614170"/>
            <a:ext cx="659130" cy="364490"/>
          </a:xfrm>
          <a:custGeom>
            <a:avLst/>
            <a:gdLst/>
            <a:ahLst/>
            <a:cxnLst/>
            <a:rect l="l" t="t" r="r" b="b"/>
            <a:pathLst>
              <a:path w="659129" h="364489">
                <a:moveTo>
                  <a:pt x="453371" y="364439"/>
                </a:moveTo>
                <a:lnTo>
                  <a:pt x="463107" y="288514"/>
                </a:lnTo>
                <a:lnTo>
                  <a:pt x="326587" y="281693"/>
                </a:lnTo>
                <a:lnTo>
                  <a:pt x="232841" y="254744"/>
                </a:lnTo>
                <a:lnTo>
                  <a:pt x="138450" y="185460"/>
                </a:lnTo>
                <a:lnTo>
                  <a:pt x="0" y="51633"/>
                </a:lnTo>
                <a:lnTo>
                  <a:pt x="57911" y="66873"/>
                </a:lnTo>
                <a:lnTo>
                  <a:pt x="194889" y="97460"/>
                </a:lnTo>
                <a:lnTo>
                  <a:pt x="355797" y="120697"/>
                </a:lnTo>
                <a:lnTo>
                  <a:pt x="485499" y="113887"/>
                </a:lnTo>
                <a:lnTo>
                  <a:pt x="500102" y="0"/>
                </a:lnTo>
                <a:lnTo>
                  <a:pt x="580304" y="102892"/>
                </a:lnTo>
                <a:lnTo>
                  <a:pt x="634963" y="173568"/>
                </a:lnTo>
                <a:lnTo>
                  <a:pt x="658799" y="205565"/>
                </a:lnTo>
                <a:lnTo>
                  <a:pt x="453371" y="364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276746" y="2953302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2017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1351" y="2954113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2015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94485" y="130865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2015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1628" y="5441022"/>
            <a:ext cx="527685" cy="769620"/>
          </a:xfrm>
          <a:custGeom>
            <a:avLst/>
            <a:gdLst/>
            <a:ahLst/>
            <a:cxnLst/>
            <a:rect l="l" t="t" r="r" b="b"/>
            <a:pathLst>
              <a:path w="527685" h="769620">
                <a:moveTo>
                  <a:pt x="103543" y="26403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91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403"/>
                </a:lnTo>
                <a:close/>
              </a:path>
              <a:path w="527685" h="769620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311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95"/>
                </a:lnTo>
                <a:lnTo>
                  <a:pt x="157200" y="293192"/>
                </a:lnTo>
                <a:lnTo>
                  <a:pt x="138772" y="270852"/>
                </a:lnTo>
                <a:lnTo>
                  <a:pt x="124841" y="245237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69620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69620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31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801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97"/>
                </a:lnTo>
                <a:lnTo>
                  <a:pt x="376516" y="186664"/>
                </a:lnTo>
                <a:close/>
              </a:path>
              <a:path w="527685" h="769620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37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37"/>
                </a:lnTo>
                <a:lnTo>
                  <a:pt x="388366" y="270852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69620">
                <a:moveTo>
                  <a:pt x="499071" y="446709"/>
                </a:moveTo>
                <a:lnTo>
                  <a:pt x="493991" y="421589"/>
                </a:lnTo>
                <a:lnTo>
                  <a:pt x="480174" y="401078"/>
                </a:lnTo>
                <a:lnTo>
                  <a:pt x="459663" y="387261"/>
                </a:lnTo>
                <a:lnTo>
                  <a:pt x="434555" y="382193"/>
                </a:lnTo>
                <a:lnTo>
                  <a:pt x="282384" y="382193"/>
                </a:lnTo>
                <a:lnTo>
                  <a:pt x="282384" y="218719"/>
                </a:lnTo>
                <a:lnTo>
                  <a:pt x="290093" y="212775"/>
                </a:lnTo>
                <a:lnTo>
                  <a:pt x="296037" y="205168"/>
                </a:lnTo>
                <a:lnTo>
                  <a:pt x="299859" y="196316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80" y="151930"/>
                </a:lnTo>
                <a:lnTo>
                  <a:pt x="263563" y="148958"/>
                </a:lnTo>
                <a:lnTo>
                  <a:pt x="248945" y="151930"/>
                </a:lnTo>
                <a:lnTo>
                  <a:pt x="236969" y="160032"/>
                </a:lnTo>
                <a:lnTo>
                  <a:pt x="228879" y="172021"/>
                </a:lnTo>
                <a:lnTo>
                  <a:pt x="225907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199" y="382193"/>
                </a:lnTo>
                <a:lnTo>
                  <a:pt x="101079" y="387261"/>
                </a:lnTo>
                <a:lnTo>
                  <a:pt x="80568" y="401078"/>
                </a:lnTo>
                <a:lnTo>
                  <a:pt x="66751" y="421589"/>
                </a:lnTo>
                <a:lnTo>
                  <a:pt x="61683" y="446709"/>
                </a:lnTo>
                <a:lnTo>
                  <a:pt x="61683" y="704773"/>
                </a:lnTo>
                <a:lnTo>
                  <a:pt x="66751" y="729881"/>
                </a:lnTo>
                <a:lnTo>
                  <a:pt x="80568" y="750379"/>
                </a:lnTo>
                <a:lnTo>
                  <a:pt x="101079" y="764209"/>
                </a:lnTo>
                <a:lnTo>
                  <a:pt x="126199" y="769289"/>
                </a:lnTo>
                <a:lnTo>
                  <a:pt x="434555" y="769289"/>
                </a:lnTo>
                <a:lnTo>
                  <a:pt x="459663" y="764209"/>
                </a:lnTo>
                <a:lnTo>
                  <a:pt x="480174" y="750379"/>
                </a:lnTo>
                <a:lnTo>
                  <a:pt x="493991" y="729881"/>
                </a:lnTo>
                <a:lnTo>
                  <a:pt x="499071" y="704773"/>
                </a:lnTo>
                <a:lnTo>
                  <a:pt x="499071" y="446709"/>
                </a:lnTo>
                <a:close/>
              </a:path>
              <a:path w="527685" h="769620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35" y="0"/>
                </a:lnTo>
                <a:lnTo>
                  <a:pt x="423583" y="26403"/>
                </a:lnTo>
                <a:lnTo>
                  <a:pt x="450951" y="59664"/>
                </a:lnTo>
                <a:lnTo>
                  <a:pt x="471703" y="98044"/>
                </a:lnTo>
                <a:lnTo>
                  <a:pt x="484873" y="140677"/>
                </a:lnTo>
                <a:lnTo>
                  <a:pt x="489470" y="186664"/>
                </a:lnTo>
                <a:lnTo>
                  <a:pt x="484873" y="232524"/>
                </a:lnTo>
                <a:lnTo>
                  <a:pt x="471703" y="274929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35" y="373329"/>
                </a:lnTo>
                <a:lnTo>
                  <a:pt x="482257" y="334086"/>
                </a:lnTo>
                <a:lnTo>
                  <a:pt x="506539" y="289191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319253" y="6177747"/>
            <a:ext cx="577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734056" y="5173585"/>
            <a:ext cx="2866390" cy="1111885"/>
            <a:chOff x="2734056" y="5173585"/>
            <a:chExt cx="2866390" cy="111188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4056" y="5209032"/>
              <a:ext cx="590003" cy="107594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814252" y="5173586"/>
              <a:ext cx="786765" cy="787400"/>
            </a:xfrm>
            <a:custGeom>
              <a:avLst/>
              <a:gdLst/>
              <a:ahLst/>
              <a:cxnLst/>
              <a:rect l="l" t="t" r="r" b="b"/>
              <a:pathLst>
                <a:path w="786764" h="787400">
                  <a:moveTo>
                    <a:pt x="786168" y="535800"/>
                  </a:moveTo>
                  <a:lnTo>
                    <a:pt x="782713" y="518680"/>
                  </a:lnTo>
                  <a:lnTo>
                    <a:pt x="773290" y="504685"/>
                  </a:lnTo>
                  <a:lnTo>
                    <a:pt x="759320" y="495249"/>
                  </a:lnTo>
                  <a:lnTo>
                    <a:pt x="742200" y="491794"/>
                  </a:lnTo>
                  <a:lnTo>
                    <a:pt x="393090" y="491794"/>
                  </a:lnTo>
                  <a:lnTo>
                    <a:pt x="393090" y="590143"/>
                  </a:lnTo>
                  <a:lnTo>
                    <a:pt x="391160" y="599719"/>
                  </a:lnTo>
                  <a:lnTo>
                    <a:pt x="385889" y="607542"/>
                  </a:lnTo>
                  <a:lnTo>
                    <a:pt x="378091" y="612800"/>
                  </a:lnTo>
                  <a:lnTo>
                    <a:pt x="368515" y="614743"/>
                  </a:lnTo>
                  <a:lnTo>
                    <a:pt x="358952" y="612800"/>
                  </a:lnTo>
                  <a:lnTo>
                    <a:pt x="351142" y="607542"/>
                  </a:lnTo>
                  <a:lnTo>
                    <a:pt x="345884" y="599719"/>
                  </a:lnTo>
                  <a:lnTo>
                    <a:pt x="343954" y="590143"/>
                  </a:lnTo>
                  <a:lnTo>
                    <a:pt x="345884" y="580580"/>
                  </a:lnTo>
                  <a:lnTo>
                    <a:pt x="351142" y="572757"/>
                  </a:lnTo>
                  <a:lnTo>
                    <a:pt x="358952" y="567486"/>
                  </a:lnTo>
                  <a:lnTo>
                    <a:pt x="368515" y="565556"/>
                  </a:lnTo>
                  <a:lnTo>
                    <a:pt x="378091" y="567486"/>
                  </a:lnTo>
                  <a:lnTo>
                    <a:pt x="385889" y="572757"/>
                  </a:lnTo>
                  <a:lnTo>
                    <a:pt x="391160" y="580580"/>
                  </a:lnTo>
                  <a:lnTo>
                    <a:pt x="393090" y="590143"/>
                  </a:lnTo>
                  <a:lnTo>
                    <a:pt x="393090" y="491794"/>
                  </a:lnTo>
                  <a:lnTo>
                    <a:pt x="270243" y="491794"/>
                  </a:lnTo>
                  <a:lnTo>
                    <a:pt x="270243" y="590143"/>
                  </a:lnTo>
                  <a:lnTo>
                    <a:pt x="268325" y="599719"/>
                  </a:lnTo>
                  <a:lnTo>
                    <a:pt x="263055" y="607542"/>
                  </a:lnTo>
                  <a:lnTo>
                    <a:pt x="255244" y="612800"/>
                  </a:lnTo>
                  <a:lnTo>
                    <a:pt x="245681" y="614743"/>
                  </a:lnTo>
                  <a:lnTo>
                    <a:pt x="236118" y="612800"/>
                  </a:lnTo>
                  <a:lnTo>
                    <a:pt x="228307" y="607542"/>
                  </a:lnTo>
                  <a:lnTo>
                    <a:pt x="223037" y="599719"/>
                  </a:lnTo>
                  <a:lnTo>
                    <a:pt x="221119" y="590143"/>
                  </a:lnTo>
                  <a:lnTo>
                    <a:pt x="223037" y="580580"/>
                  </a:lnTo>
                  <a:lnTo>
                    <a:pt x="228307" y="572757"/>
                  </a:lnTo>
                  <a:lnTo>
                    <a:pt x="236118" y="567486"/>
                  </a:lnTo>
                  <a:lnTo>
                    <a:pt x="245681" y="565556"/>
                  </a:lnTo>
                  <a:lnTo>
                    <a:pt x="255244" y="567486"/>
                  </a:lnTo>
                  <a:lnTo>
                    <a:pt x="263055" y="572757"/>
                  </a:lnTo>
                  <a:lnTo>
                    <a:pt x="268325" y="580580"/>
                  </a:lnTo>
                  <a:lnTo>
                    <a:pt x="270243" y="590143"/>
                  </a:lnTo>
                  <a:lnTo>
                    <a:pt x="270243" y="491794"/>
                  </a:lnTo>
                  <a:lnTo>
                    <a:pt x="147408" y="491794"/>
                  </a:lnTo>
                  <a:lnTo>
                    <a:pt x="147408" y="590143"/>
                  </a:lnTo>
                  <a:lnTo>
                    <a:pt x="145478" y="599719"/>
                  </a:lnTo>
                  <a:lnTo>
                    <a:pt x="140220" y="607542"/>
                  </a:lnTo>
                  <a:lnTo>
                    <a:pt x="132410" y="612800"/>
                  </a:lnTo>
                  <a:lnTo>
                    <a:pt x="122847" y="614743"/>
                  </a:lnTo>
                  <a:lnTo>
                    <a:pt x="113271" y="612800"/>
                  </a:lnTo>
                  <a:lnTo>
                    <a:pt x="105473" y="607542"/>
                  </a:lnTo>
                  <a:lnTo>
                    <a:pt x="100203" y="599719"/>
                  </a:lnTo>
                  <a:lnTo>
                    <a:pt x="98272" y="590143"/>
                  </a:lnTo>
                  <a:lnTo>
                    <a:pt x="100203" y="580580"/>
                  </a:lnTo>
                  <a:lnTo>
                    <a:pt x="105473" y="572757"/>
                  </a:lnTo>
                  <a:lnTo>
                    <a:pt x="113271" y="567486"/>
                  </a:lnTo>
                  <a:lnTo>
                    <a:pt x="122847" y="565556"/>
                  </a:lnTo>
                  <a:lnTo>
                    <a:pt x="132410" y="567486"/>
                  </a:lnTo>
                  <a:lnTo>
                    <a:pt x="140220" y="572757"/>
                  </a:lnTo>
                  <a:lnTo>
                    <a:pt x="145478" y="580580"/>
                  </a:lnTo>
                  <a:lnTo>
                    <a:pt x="147408" y="590143"/>
                  </a:lnTo>
                  <a:lnTo>
                    <a:pt x="147408" y="491794"/>
                  </a:lnTo>
                  <a:lnTo>
                    <a:pt x="43980" y="491794"/>
                  </a:lnTo>
                  <a:lnTo>
                    <a:pt x="26860" y="495249"/>
                  </a:lnTo>
                  <a:lnTo>
                    <a:pt x="12890" y="504685"/>
                  </a:lnTo>
                  <a:lnTo>
                    <a:pt x="3454" y="518680"/>
                  </a:lnTo>
                  <a:lnTo>
                    <a:pt x="0" y="535800"/>
                  </a:lnTo>
                  <a:lnTo>
                    <a:pt x="0" y="644486"/>
                  </a:lnTo>
                  <a:lnTo>
                    <a:pt x="3454" y="661619"/>
                  </a:lnTo>
                  <a:lnTo>
                    <a:pt x="12890" y="675614"/>
                  </a:lnTo>
                  <a:lnTo>
                    <a:pt x="26860" y="685050"/>
                  </a:lnTo>
                  <a:lnTo>
                    <a:pt x="43980" y="688505"/>
                  </a:lnTo>
                  <a:lnTo>
                    <a:pt x="356247" y="688505"/>
                  </a:lnTo>
                  <a:lnTo>
                    <a:pt x="356247" y="786866"/>
                  </a:lnTo>
                  <a:lnTo>
                    <a:pt x="429945" y="786866"/>
                  </a:lnTo>
                  <a:lnTo>
                    <a:pt x="429945" y="688505"/>
                  </a:lnTo>
                  <a:lnTo>
                    <a:pt x="742200" y="688505"/>
                  </a:lnTo>
                  <a:lnTo>
                    <a:pt x="759320" y="685050"/>
                  </a:lnTo>
                  <a:lnTo>
                    <a:pt x="773290" y="675614"/>
                  </a:lnTo>
                  <a:lnTo>
                    <a:pt x="782713" y="661619"/>
                  </a:lnTo>
                  <a:lnTo>
                    <a:pt x="786168" y="644486"/>
                  </a:lnTo>
                  <a:lnTo>
                    <a:pt x="786168" y="614743"/>
                  </a:lnTo>
                  <a:lnTo>
                    <a:pt x="786168" y="565556"/>
                  </a:lnTo>
                  <a:lnTo>
                    <a:pt x="786168" y="535800"/>
                  </a:lnTo>
                  <a:close/>
                </a:path>
                <a:path w="786764" h="787400">
                  <a:moveTo>
                    <a:pt x="786168" y="289915"/>
                  </a:moveTo>
                  <a:lnTo>
                    <a:pt x="782713" y="272783"/>
                  </a:lnTo>
                  <a:lnTo>
                    <a:pt x="773290" y="258787"/>
                  </a:lnTo>
                  <a:lnTo>
                    <a:pt x="759320" y="249351"/>
                  </a:lnTo>
                  <a:lnTo>
                    <a:pt x="742200" y="245897"/>
                  </a:lnTo>
                  <a:lnTo>
                    <a:pt x="393090" y="245897"/>
                  </a:lnTo>
                  <a:lnTo>
                    <a:pt x="393090" y="344258"/>
                  </a:lnTo>
                  <a:lnTo>
                    <a:pt x="391160" y="353834"/>
                  </a:lnTo>
                  <a:lnTo>
                    <a:pt x="385889" y="361645"/>
                  </a:lnTo>
                  <a:lnTo>
                    <a:pt x="378091" y="366915"/>
                  </a:lnTo>
                  <a:lnTo>
                    <a:pt x="368515" y="368846"/>
                  </a:lnTo>
                  <a:lnTo>
                    <a:pt x="358952" y="366915"/>
                  </a:lnTo>
                  <a:lnTo>
                    <a:pt x="351142" y="361645"/>
                  </a:lnTo>
                  <a:lnTo>
                    <a:pt x="345884" y="353834"/>
                  </a:lnTo>
                  <a:lnTo>
                    <a:pt x="343954" y="344258"/>
                  </a:lnTo>
                  <a:lnTo>
                    <a:pt x="345884" y="334683"/>
                  </a:lnTo>
                  <a:lnTo>
                    <a:pt x="351142" y="326872"/>
                  </a:lnTo>
                  <a:lnTo>
                    <a:pt x="358952" y="321602"/>
                  </a:lnTo>
                  <a:lnTo>
                    <a:pt x="368515" y="319671"/>
                  </a:lnTo>
                  <a:lnTo>
                    <a:pt x="378091" y="321602"/>
                  </a:lnTo>
                  <a:lnTo>
                    <a:pt x="385889" y="326872"/>
                  </a:lnTo>
                  <a:lnTo>
                    <a:pt x="391160" y="334683"/>
                  </a:lnTo>
                  <a:lnTo>
                    <a:pt x="393090" y="344258"/>
                  </a:lnTo>
                  <a:lnTo>
                    <a:pt x="393090" y="245897"/>
                  </a:lnTo>
                  <a:lnTo>
                    <a:pt x="270243" y="245897"/>
                  </a:lnTo>
                  <a:lnTo>
                    <a:pt x="270243" y="344258"/>
                  </a:lnTo>
                  <a:lnTo>
                    <a:pt x="268325" y="353834"/>
                  </a:lnTo>
                  <a:lnTo>
                    <a:pt x="263055" y="361645"/>
                  </a:lnTo>
                  <a:lnTo>
                    <a:pt x="255244" y="366915"/>
                  </a:lnTo>
                  <a:lnTo>
                    <a:pt x="245681" y="368846"/>
                  </a:lnTo>
                  <a:lnTo>
                    <a:pt x="236118" y="366915"/>
                  </a:lnTo>
                  <a:lnTo>
                    <a:pt x="228307" y="361645"/>
                  </a:lnTo>
                  <a:lnTo>
                    <a:pt x="223037" y="353834"/>
                  </a:lnTo>
                  <a:lnTo>
                    <a:pt x="221119" y="344258"/>
                  </a:lnTo>
                  <a:lnTo>
                    <a:pt x="223037" y="334683"/>
                  </a:lnTo>
                  <a:lnTo>
                    <a:pt x="228307" y="326872"/>
                  </a:lnTo>
                  <a:lnTo>
                    <a:pt x="236118" y="321602"/>
                  </a:lnTo>
                  <a:lnTo>
                    <a:pt x="245681" y="319671"/>
                  </a:lnTo>
                  <a:lnTo>
                    <a:pt x="255244" y="321602"/>
                  </a:lnTo>
                  <a:lnTo>
                    <a:pt x="263055" y="326872"/>
                  </a:lnTo>
                  <a:lnTo>
                    <a:pt x="268325" y="334683"/>
                  </a:lnTo>
                  <a:lnTo>
                    <a:pt x="270243" y="344258"/>
                  </a:lnTo>
                  <a:lnTo>
                    <a:pt x="270243" y="245897"/>
                  </a:lnTo>
                  <a:lnTo>
                    <a:pt x="147408" y="245897"/>
                  </a:lnTo>
                  <a:lnTo>
                    <a:pt x="147408" y="344258"/>
                  </a:lnTo>
                  <a:lnTo>
                    <a:pt x="145478" y="353834"/>
                  </a:lnTo>
                  <a:lnTo>
                    <a:pt x="140220" y="361645"/>
                  </a:lnTo>
                  <a:lnTo>
                    <a:pt x="132410" y="366915"/>
                  </a:lnTo>
                  <a:lnTo>
                    <a:pt x="122847" y="368846"/>
                  </a:lnTo>
                  <a:lnTo>
                    <a:pt x="113271" y="366915"/>
                  </a:lnTo>
                  <a:lnTo>
                    <a:pt x="105473" y="361645"/>
                  </a:lnTo>
                  <a:lnTo>
                    <a:pt x="100203" y="353834"/>
                  </a:lnTo>
                  <a:lnTo>
                    <a:pt x="98272" y="344258"/>
                  </a:lnTo>
                  <a:lnTo>
                    <a:pt x="100203" y="334683"/>
                  </a:lnTo>
                  <a:lnTo>
                    <a:pt x="105473" y="326872"/>
                  </a:lnTo>
                  <a:lnTo>
                    <a:pt x="113271" y="321602"/>
                  </a:lnTo>
                  <a:lnTo>
                    <a:pt x="122847" y="319671"/>
                  </a:lnTo>
                  <a:lnTo>
                    <a:pt x="132410" y="321602"/>
                  </a:lnTo>
                  <a:lnTo>
                    <a:pt x="140220" y="326872"/>
                  </a:lnTo>
                  <a:lnTo>
                    <a:pt x="145478" y="334683"/>
                  </a:lnTo>
                  <a:lnTo>
                    <a:pt x="147408" y="344258"/>
                  </a:lnTo>
                  <a:lnTo>
                    <a:pt x="147408" y="245897"/>
                  </a:lnTo>
                  <a:lnTo>
                    <a:pt x="43980" y="245897"/>
                  </a:lnTo>
                  <a:lnTo>
                    <a:pt x="26860" y="249351"/>
                  </a:lnTo>
                  <a:lnTo>
                    <a:pt x="12890" y="258787"/>
                  </a:lnTo>
                  <a:lnTo>
                    <a:pt x="3454" y="272783"/>
                  </a:lnTo>
                  <a:lnTo>
                    <a:pt x="0" y="289915"/>
                  </a:lnTo>
                  <a:lnTo>
                    <a:pt x="0" y="398602"/>
                  </a:lnTo>
                  <a:lnTo>
                    <a:pt x="3454" y="415734"/>
                  </a:lnTo>
                  <a:lnTo>
                    <a:pt x="12890" y="429717"/>
                  </a:lnTo>
                  <a:lnTo>
                    <a:pt x="26860" y="439153"/>
                  </a:lnTo>
                  <a:lnTo>
                    <a:pt x="43980" y="442607"/>
                  </a:lnTo>
                  <a:lnTo>
                    <a:pt x="742200" y="442607"/>
                  </a:lnTo>
                  <a:lnTo>
                    <a:pt x="759320" y="439153"/>
                  </a:lnTo>
                  <a:lnTo>
                    <a:pt x="773290" y="429717"/>
                  </a:lnTo>
                  <a:lnTo>
                    <a:pt x="782713" y="415734"/>
                  </a:lnTo>
                  <a:lnTo>
                    <a:pt x="786168" y="398602"/>
                  </a:lnTo>
                  <a:lnTo>
                    <a:pt x="786168" y="368846"/>
                  </a:lnTo>
                  <a:lnTo>
                    <a:pt x="786168" y="319671"/>
                  </a:lnTo>
                  <a:lnTo>
                    <a:pt x="786168" y="289915"/>
                  </a:lnTo>
                  <a:close/>
                </a:path>
                <a:path w="786764" h="787400">
                  <a:moveTo>
                    <a:pt x="786168" y="44018"/>
                  </a:moveTo>
                  <a:lnTo>
                    <a:pt x="782713" y="26885"/>
                  </a:lnTo>
                  <a:lnTo>
                    <a:pt x="773290" y="12903"/>
                  </a:lnTo>
                  <a:lnTo>
                    <a:pt x="759320" y="3467"/>
                  </a:lnTo>
                  <a:lnTo>
                    <a:pt x="742200" y="0"/>
                  </a:lnTo>
                  <a:lnTo>
                    <a:pt x="393090" y="0"/>
                  </a:lnTo>
                  <a:lnTo>
                    <a:pt x="393090" y="98361"/>
                  </a:lnTo>
                  <a:lnTo>
                    <a:pt x="391160" y="107937"/>
                  </a:lnTo>
                  <a:lnTo>
                    <a:pt x="385889" y="115747"/>
                  </a:lnTo>
                  <a:lnTo>
                    <a:pt x="378091" y="121018"/>
                  </a:lnTo>
                  <a:lnTo>
                    <a:pt x="368515" y="122948"/>
                  </a:lnTo>
                  <a:lnTo>
                    <a:pt x="358952" y="121018"/>
                  </a:lnTo>
                  <a:lnTo>
                    <a:pt x="351142" y="115747"/>
                  </a:lnTo>
                  <a:lnTo>
                    <a:pt x="345884" y="107937"/>
                  </a:lnTo>
                  <a:lnTo>
                    <a:pt x="343954" y="98361"/>
                  </a:lnTo>
                  <a:lnTo>
                    <a:pt x="345884" y="88785"/>
                  </a:lnTo>
                  <a:lnTo>
                    <a:pt x="351142" y="80975"/>
                  </a:lnTo>
                  <a:lnTo>
                    <a:pt x="358952" y="75704"/>
                  </a:lnTo>
                  <a:lnTo>
                    <a:pt x="368515" y="73774"/>
                  </a:lnTo>
                  <a:lnTo>
                    <a:pt x="378091" y="75704"/>
                  </a:lnTo>
                  <a:lnTo>
                    <a:pt x="385889" y="80975"/>
                  </a:lnTo>
                  <a:lnTo>
                    <a:pt x="391160" y="88785"/>
                  </a:lnTo>
                  <a:lnTo>
                    <a:pt x="393090" y="98361"/>
                  </a:lnTo>
                  <a:lnTo>
                    <a:pt x="393090" y="0"/>
                  </a:lnTo>
                  <a:lnTo>
                    <a:pt x="270243" y="0"/>
                  </a:lnTo>
                  <a:lnTo>
                    <a:pt x="270243" y="98361"/>
                  </a:lnTo>
                  <a:lnTo>
                    <a:pt x="268325" y="107937"/>
                  </a:lnTo>
                  <a:lnTo>
                    <a:pt x="263055" y="115747"/>
                  </a:lnTo>
                  <a:lnTo>
                    <a:pt x="255244" y="121018"/>
                  </a:lnTo>
                  <a:lnTo>
                    <a:pt x="245681" y="122948"/>
                  </a:lnTo>
                  <a:lnTo>
                    <a:pt x="236118" y="121018"/>
                  </a:lnTo>
                  <a:lnTo>
                    <a:pt x="228307" y="115747"/>
                  </a:lnTo>
                  <a:lnTo>
                    <a:pt x="223037" y="107937"/>
                  </a:lnTo>
                  <a:lnTo>
                    <a:pt x="221119" y="98361"/>
                  </a:lnTo>
                  <a:lnTo>
                    <a:pt x="223037" y="88785"/>
                  </a:lnTo>
                  <a:lnTo>
                    <a:pt x="228307" y="80975"/>
                  </a:lnTo>
                  <a:lnTo>
                    <a:pt x="236118" y="75704"/>
                  </a:lnTo>
                  <a:lnTo>
                    <a:pt x="245681" y="73774"/>
                  </a:lnTo>
                  <a:lnTo>
                    <a:pt x="255244" y="75704"/>
                  </a:lnTo>
                  <a:lnTo>
                    <a:pt x="263055" y="80975"/>
                  </a:lnTo>
                  <a:lnTo>
                    <a:pt x="268325" y="88785"/>
                  </a:lnTo>
                  <a:lnTo>
                    <a:pt x="270243" y="98361"/>
                  </a:lnTo>
                  <a:lnTo>
                    <a:pt x="270243" y="0"/>
                  </a:lnTo>
                  <a:lnTo>
                    <a:pt x="147408" y="0"/>
                  </a:lnTo>
                  <a:lnTo>
                    <a:pt x="147408" y="98361"/>
                  </a:lnTo>
                  <a:lnTo>
                    <a:pt x="145478" y="107937"/>
                  </a:lnTo>
                  <a:lnTo>
                    <a:pt x="140220" y="115747"/>
                  </a:lnTo>
                  <a:lnTo>
                    <a:pt x="132410" y="121018"/>
                  </a:lnTo>
                  <a:lnTo>
                    <a:pt x="122847" y="122948"/>
                  </a:lnTo>
                  <a:lnTo>
                    <a:pt x="113271" y="121018"/>
                  </a:lnTo>
                  <a:lnTo>
                    <a:pt x="105473" y="115747"/>
                  </a:lnTo>
                  <a:lnTo>
                    <a:pt x="100203" y="107937"/>
                  </a:lnTo>
                  <a:lnTo>
                    <a:pt x="98272" y="98361"/>
                  </a:lnTo>
                  <a:lnTo>
                    <a:pt x="100203" y="88785"/>
                  </a:lnTo>
                  <a:lnTo>
                    <a:pt x="105473" y="80975"/>
                  </a:lnTo>
                  <a:lnTo>
                    <a:pt x="113271" y="75704"/>
                  </a:lnTo>
                  <a:lnTo>
                    <a:pt x="122847" y="73774"/>
                  </a:lnTo>
                  <a:lnTo>
                    <a:pt x="132410" y="75704"/>
                  </a:lnTo>
                  <a:lnTo>
                    <a:pt x="140220" y="80975"/>
                  </a:lnTo>
                  <a:lnTo>
                    <a:pt x="145478" y="88785"/>
                  </a:lnTo>
                  <a:lnTo>
                    <a:pt x="147408" y="98361"/>
                  </a:lnTo>
                  <a:lnTo>
                    <a:pt x="147408" y="0"/>
                  </a:lnTo>
                  <a:lnTo>
                    <a:pt x="43980" y="0"/>
                  </a:lnTo>
                  <a:lnTo>
                    <a:pt x="26860" y="3467"/>
                  </a:lnTo>
                  <a:lnTo>
                    <a:pt x="12890" y="12903"/>
                  </a:lnTo>
                  <a:lnTo>
                    <a:pt x="3454" y="26885"/>
                  </a:lnTo>
                  <a:lnTo>
                    <a:pt x="0" y="44018"/>
                  </a:lnTo>
                  <a:lnTo>
                    <a:pt x="0" y="152704"/>
                  </a:lnTo>
                  <a:lnTo>
                    <a:pt x="3454" y="169837"/>
                  </a:lnTo>
                  <a:lnTo>
                    <a:pt x="12890" y="183832"/>
                  </a:lnTo>
                  <a:lnTo>
                    <a:pt x="26860" y="193255"/>
                  </a:lnTo>
                  <a:lnTo>
                    <a:pt x="43980" y="196723"/>
                  </a:lnTo>
                  <a:lnTo>
                    <a:pt x="742200" y="196723"/>
                  </a:lnTo>
                  <a:lnTo>
                    <a:pt x="759320" y="193255"/>
                  </a:lnTo>
                  <a:lnTo>
                    <a:pt x="773290" y="183832"/>
                  </a:lnTo>
                  <a:lnTo>
                    <a:pt x="782713" y="169837"/>
                  </a:lnTo>
                  <a:lnTo>
                    <a:pt x="786168" y="152704"/>
                  </a:lnTo>
                  <a:lnTo>
                    <a:pt x="786168" y="122948"/>
                  </a:lnTo>
                  <a:lnTo>
                    <a:pt x="786168" y="73774"/>
                  </a:lnTo>
                  <a:lnTo>
                    <a:pt x="786168" y="4401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812338" y="6033568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01127" y="6020798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060" marR="5080" indent="-213995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66515" y="4962528"/>
            <a:ext cx="4000500" cy="1717039"/>
            <a:chOff x="3366515" y="4962528"/>
            <a:chExt cx="4000500" cy="1717039"/>
          </a:xfrm>
        </p:grpSpPr>
        <p:sp>
          <p:nvSpPr>
            <p:cNvPr id="45" name="object 45"/>
            <p:cNvSpPr/>
            <p:nvPr/>
          </p:nvSpPr>
          <p:spPr>
            <a:xfrm>
              <a:off x="6131052" y="5192013"/>
              <a:ext cx="762635" cy="761365"/>
            </a:xfrm>
            <a:custGeom>
              <a:avLst/>
              <a:gdLst/>
              <a:ahLst/>
              <a:cxnLst/>
              <a:rect l="l" t="t" r="r" b="b"/>
              <a:pathLst>
                <a:path w="762634" h="761364">
                  <a:moveTo>
                    <a:pt x="762076" y="518236"/>
                  </a:moveTo>
                  <a:lnTo>
                    <a:pt x="758736" y="501662"/>
                  </a:lnTo>
                  <a:lnTo>
                    <a:pt x="749592" y="488137"/>
                  </a:lnTo>
                  <a:lnTo>
                    <a:pt x="736041" y="479005"/>
                  </a:lnTo>
                  <a:lnTo>
                    <a:pt x="719455" y="475665"/>
                  </a:lnTo>
                  <a:lnTo>
                    <a:pt x="381038" y="475665"/>
                  </a:lnTo>
                  <a:lnTo>
                    <a:pt x="381038" y="570801"/>
                  </a:lnTo>
                  <a:lnTo>
                    <a:pt x="379171" y="580059"/>
                  </a:lnTo>
                  <a:lnTo>
                    <a:pt x="374065" y="587616"/>
                  </a:lnTo>
                  <a:lnTo>
                    <a:pt x="366496" y="592709"/>
                  </a:lnTo>
                  <a:lnTo>
                    <a:pt x="357225" y="594575"/>
                  </a:lnTo>
                  <a:lnTo>
                    <a:pt x="347954" y="592709"/>
                  </a:lnTo>
                  <a:lnTo>
                    <a:pt x="340385" y="587616"/>
                  </a:lnTo>
                  <a:lnTo>
                    <a:pt x="335280" y="580059"/>
                  </a:lnTo>
                  <a:lnTo>
                    <a:pt x="333413" y="570801"/>
                  </a:lnTo>
                  <a:lnTo>
                    <a:pt x="335280" y="561543"/>
                  </a:lnTo>
                  <a:lnTo>
                    <a:pt x="340385" y="553974"/>
                  </a:lnTo>
                  <a:lnTo>
                    <a:pt x="347954" y="548881"/>
                  </a:lnTo>
                  <a:lnTo>
                    <a:pt x="357225" y="547014"/>
                  </a:lnTo>
                  <a:lnTo>
                    <a:pt x="366496" y="548881"/>
                  </a:lnTo>
                  <a:lnTo>
                    <a:pt x="374065" y="553974"/>
                  </a:lnTo>
                  <a:lnTo>
                    <a:pt x="379171" y="561543"/>
                  </a:lnTo>
                  <a:lnTo>
                    <a:pt x="381038" y="570801"/>
                  </a:lnTo>
                  <a:lnTo>
                    <a:pt x="381038" y="475665"/>
                  </a:lnTo>
                  <a:lnTo>
                    <a:pt x="261975" y="475665"/>
                  </a:lnTo>
                  <a:lnTo>
                    <a:pt x="261975" y="570801"/>
                  </a:lnTo>
                  <a:lnTo>
                    <a:pt x="260096" y="580059"/>
                  </a:lnTo>
                  <a:lnTo>
                    <a:pt x="254990" y="587616"/>
                  </a:lnTo>
                  <a:lnTo>
                    <a:pt x="247421" y="592709"/>
                  </a:lnTo>
                  <a:lnTo>
                    <a:pt x="238150" y="594575"/>
                  </a:lnTo>
                  <a:lnTo>
                    <a:pt x="228879" y="592709"/>
                  </a:lnTo>
                  <a:lnTo>
                    <a:pt x="221310" y="587616"/>
                  </a:lnTo>
                  <a:lnTo>
                    <a:pt x="216217" y="580059"/>
                  </a:lnTo>
                  <a:lnTo>
                    <a:pt x="214337" y="570801"/>
                  </a:lnTo>
                  <a:lnTo>
                    <a:pt x="216217" y="561543"/>
                  </a:lnTo>
                  <a:lnTo>
                    <a:pt x="221310" y="553974"/>
                  </a:lnTo>
                  <a:lnTo>
                    <a:pt x="228879" y="548881"/>
                  </a:lnTo>
                  <a:lnTo>
                    <a:pt x="238150" y="547014"/>
                  </a:lnTo>
                  <a:lnTo>
                    <a:pt x="247421" y="548881"/>
                  </a:lnTo>
                  <a:lnTo>
                    <a:pt x="254990" y="553974"/>
                  </a:lnTo>
                  <a:lnTo>
                    <a:pt x="260096" y="561543"/>
                  </a:lnTo>
                  <a:lnTo>
                    <a:pt x="261975" y="570801"/>
                  </a:lnTo>
                  <a:lnTo>
                    <a:pt x="261975" y="475665"/>
                  </a:lnTo>
                  <a:lnTo>
                    <a:pt x="142900" y="475665"/>
                  </a:lnTo>
                  <a:lnTo>
                    <a:pt x="142900" y="570801"/>
                  </a:lnTo>
                  <a:lnTo>
                    <a:pt x="141020" y="580059"/>
                  </a:lnTo>
                  <a:lnTo>
                    <a:pt x="135928" y="587616"/>
                  </a:lnTo>
                  <a:lnTo>
                    <a:pt x="128358" y="592709"/>
                  </a:lnTo>
                  <a:lnTo>
                    <a:pt x="119075" y="594575"/>
                  </a:lnTo>
                  <a:lnTo>
                    <a:pt x="109804" y="592709"/>
                  </a:lnTo>
                  <a:lnTo>
                    <a:pt x="102235" y="587616"/>
                  </a:lnTo>
                  <a:lnTo>
                    <a:pt x="97142" y="580059"/>
                  </a:lnTo>
                  <a:lnTo>
                    <a:pt x="95262" y="570801"/>
                  </a:lnTo>
                  <a:lnTo>
                    <a:pt x="97142" y="561543"/>
                  </a:lnTo>
                  <a:lnTo>
                    <a:pt x="102235" y="553974"/>
                  </a:lnTo>
                  <a:lnTo>
                    <a:pt x="109804" y="548881"/>
                  </a:lnTo>
                  <a:lnTo>
                    <a:pt x="119075" y="547014"/>
                  </a:lnTo>
                  <a:lnTo>
                    <a:pt x="128358" y="548881"/>
                  </a:lnTo>
                  <a:lnTo>
                    <a:pt x="135928" y="553974"/>
                  </a:lnTo>
                  <a:lnTo>
                    <a:pt x="141020" y="561543"/>
                  </a:lnTo>
                  <a:lnTo>
                    <a:pt x="142900" y="570801"/>
                  </a:lnTo>
                  <a:lnTo>
                    <a:pt x="142900" y="475665"/>
                  </a:lnTo>
                  <a:lnTo>
                    <a:pt x="42633" y="475665"/>
                  </a:lnTo>
                  <a:lnTo>
                    <a:pt x="26047" y="479005"/>
                  </a:lnTo>
                  <a:lnTo>
                    <a:pt x="12496" y="488137"/>
                  </a:lnTo>
                  <a:lnTo>
                    <a:pt x="3352" y="501662"/>
                  </a:lnTo>
                  <a:lnTo>
                    <a:pt x="12" y="518236"/>
                  </a:lnTo>
                  <a:lnTo>
                    <a:pt x="12" y="623354"/>
                  </a:lnTo>
                  <a:lnTo>
                    <a:pt x="3352" y="639927"/>
                  </a:lnTo>
                  <a:lnTo>
                    <a:pt x="12496" y="653465"/>
                  </a:lnTo>
                  <a:lnTo>
                    <a:pt x="26047" y="662584"/>
                  </a:lnTo>
                  <a:lnTo>
                    <a:pt x="42633" y="665924"/>
                  </a:lnTo>
                  <a:lnTo>
                    <a:pt x="345325" y="665924"/>
                  </a:lnTo>
                  <a:lnTo>
                    <a:pt x="345325" y="761060"/>
                  </a:lnTo>
                  <a:lnTo>
                    <a:pt x="416763" y="761060"/>
                  </a:lnTo>
                  <a:lnTo>
                    <a:pt x="416763" y="665924"/>
                  </a:lnTo>
                  <a:lnTo>
                    <a:pt x="719455" y="665924"/>
                  </a:lnTo>
                  <a:lnTo>
                    <a:pt x="736041" y="662584"/>
                  </a:lnTo>
                  <a:lnTo>
                    <a:pt x="749592" y="653465"/>
                  </a:lnTo>
                  <a:lnTo>
                    <a:pt x="758736" y="639927"/>
                  </a:lnTo>
                  <a:lnTo>
                    <a:pt x="762076" y="623354"/>
                  </a:lnTo>
                  <a:lnTo>
                    <a:pt x="762076" y="594575"/>
                  </a:lnTo>
                  <a:lnTo>
                    <a:pt x="762076" y="547014"/>
                  </a:lnTo>
                  <a:lnTo>
                    <a:pt x="762076" y="518236"/>
                  </a:lnTo>
                  <a:close/>
                </a:path>
                <a:path w="762634" h="761364">
                  <a:moveTo>
                    <a:pt x="762076" y="280403"/>
                  </a:moveTo>
                  <a:lnTo>
                    <a:pt x="758736" y="263842"/>
                  </a:lnTo>
                  <a:lnTo>
                    <a:pt x="749592" y="250304"/>
                  </a:lnTo>
                  <a:lnTo>
                    <a:pt x="736041" y="241185"/>
                  </a:lnTo>
                  <a:lnTo>
                    <a:pt x="719455" y="237832"/>
                  </a:lnTo>
                  <a:lnTo>
                    <a:pt x="381038" y="237832"/>
                  </a:lnTo>
                  <a:lnTo>
                    <a:pt x="381038" y="332968"/>
                  </a:lnTo>
                  <a:lnTo>
                    <a:pt x="379171" y="342226"/>
                  </a:lnTo>
                  <a:lnTo>
                    <a:pt x="374065" y="349783"/>
                  </a:lnTo>
                  <a:lnTo>
                    <a:pt x="366496" y="354876"/>
                  </a:lnTo>
                  <a:lnTo>
                    <a:pt x="357225" y="356755"/>
                  </a:lnTo>
                  <a:lnTo>
                    <a:pt x="347954" y="354876"/>
                  </a:lnTo>
                  <a:lnTo>
                    <a:pt x="340385" y="349783"/>
                  </a:lnTo>
                  <a:lnTo>
                    <a:pt x="335280" y="342226"/>
                  </a:lnTo>
                  <a:lnTo>
                    <a:pt x="333413" y="332968"/>
                  </a:lnTo>
                  <a:lnTo>
                    <a:pt x="335280" y="323710"/>
                  </a:lnTo>
                  <a:lnTo>
                    <a:pt x="340385" y="316153"/>
                  </a:lnTo>
                  <a:lnTo>
                    <a:pt x="347954" y="311048"/>
                  </a:lnTo>
                  <a:lnTo>
                    <a:pt x="357225" y="309181"/>
                  </a:lnTo>
                  <a:lnTo>
                    <a:pt x="366496" y="311048"/>
                  </a:lnTo>
                  <a:lnTo>
                    <a:pt x="374065" y="316153"/>
                  </a:lnTo>
                  <a:lnTo>
                    <a:pt x="379171" y="323710"/>
                  </a:lnTo>
                  <a:lnTo>
                    <a:pt x="381038" y="332968"/>
                  </a:lnTo>
                  <a:lnTo>
                    <a:pt x="381038" y="237832"/>
                  </a:lnTo>
                  <a:lnTo>
                    <a:pt x="261975" y="237832"/>
                  </a:lnTo>
                  <a:lnTo>
                    <a:pt x="261975" y="332968"/>
                  </a:lnTo>
                  <a:lnTo>
                    <a:pt x="260096" y="342226"/>
                  </a:lnTo>
                  <a:lnTo>
                    <a:pt x="254990" y="349783"/>
                  </a:lnTo>
                  <a:lnTo>
                    <a:pt x="247421" y="354876"/>
                  </a:lnTo>
                  <a:lnTo>
                    <a:pt x="238150" y="356755"/>
                  </a:lnTo>
                  <a:lnTo>
                    <a:pt x="228879" y="354876"/>
                  </a:lnTo>
                  <a:lnTo>
                    <a:pt x="221310" y="349783"/>
                  </a:lnTo>
                  <a:lnTo>
                    <a:pt x="216204" y="342226"/>
                  </a:lnTo>
                  <a:lnTo>
                    <a:pt x="214337" y="332968"/>
                  </a:lnTo>
                  <a:lnTo>
                    <a:pt x="216204" y="323710"/>
                  </a:lnTo>
                  <a:lnTo>
                    <a:pt x="221310" y="316153"/>
                  </a:lnTo>
                  <a:lnTo>
                    <a:pt x="228879" y="311048"/>
                  </a:lnTo>
                  <a:lnTo>
                    <a:pt x="238150" y="309181"/>
                  </a:lnTo>
                  <a:lnTo>
                    <a:pt x="247421" y="311048"/>
                  </a:lnTo>
                  <a:lnTo>
                    <a:pt x="254990" y="316153"/>
                  </a:lnTo>
                  <a:lnTo>
                    <a:pt x="260096" y="323710"/>
                  </a:lnTo>
                  <a:lnTo>
                    <a:pt x="261975" y="332968"/>
                  </a:lnTo>
                  <a:lnTo>
                    <a:pt x="261975" y="237832"/>
                  </a:lnTo>
                  <a:lnTo>
                    <a:pt x="142900" y="237832"/>
                  </a:lnTo>
                  <a:lnTo>
                    <a:pt x="142900" y="332968"/>
                  </a:lnTo>
                  <a:lnTo>
                    <a:pt x="141020" y="342226"/>
                  </a:lnTo>
                  <a:lnTo>
                    <a:pt x="135928" y="349783"/>
                  </a:lnTo>
                  <a:lnTo>
                    <a:pt x="128358" y="354876"/>
                  </a:lnTo>
                  <a:lnTo>
                    <a:pt x="119075" y="356755"/>
                  </a:lnTo>
                  <a:lnTo>
                    <a:pt x="109804" y="354876"/>
                  </a:lnTo>
                  <a:lnTo>
                    <a:pt x="102235" y="349783"/>
                  </a:lnTo>
                  <a:lnTo>
                    <a:pt x="97142" y="342226"/>
                  </a:lnTo>
                  <a:lnTo>
                    <a:pt x="95262" y="332968"/>
                  </a:lnTo>
                  <a:lnTo>
                    <a:pt x="97142" y="323710"/>
                  </a:lnTo>
                  <a:lnTo>
                    <a:pt x="102235" y="316153"/>
                  </a:lnTo>
                  <a:lnTo>
                    <a:pt x="109804" y="311048"/>
                  </a:lnTo>
                  <a:lnTo>
                    <a:pt x="119075" y="309181"/>
                  </a:lnTo>
                  <a:lnTo>
                    <a:pt x="128358" y="311048"/>
                  </a:lnTo>
                  <a:lnTo>
                    <a:pt x="135928" y="316153"/>
                  </a:lnTo>
                  <a:lnTo>
                    <a:pt x="141020" y="323710"/>
                  </a:lnTo>
                  <a:lnTo>
                    <a:pt x="142900" y="332968"/>
                  </a:lnTo>
                  <a:lnTo>
                    <a:pt x="142900" y="237832"/>
                  </a:lnTo>
                  <a:lnTo>
                    <a:pt x="42633" y="237832"/>
                  </a:lnTo>
                  <a:lnTo>
                    <a:pt x="26047" y="241185"/>
                  </a:lnTo>
                  <a:lnTo>
                    <a:pt x="12496" y="250304"/>
                  </a:lnTo>
                  <a:lnTo>
                    <a:pt x="3352" y="263842"/>
                  </a:lnTo>
                  <a:lnTo>
                    <a:pt x="12" y="280403"/>
                  </a:lnTo>
                  <a:lnTo>
                    <a:pt x="12" y="385533"/>
                  </a:lnTo>
                  <a:lnTo>
                    <a:pt x="3352" y="402094"/>
                  </a:lnTo>
                  <a:lnTo>
                    <a:pt x="12496" y="415632"/>
                  </a:lnTo>
                  <a:lnTo>
                    <a:pt x="26047" y="424751"/>
                  </a:lnTo>
                  <a:lnTo>
                    <a:pt x="42633" y="428104"/>
                  </a:lnTo>
                  <a:lnTo>
                    <a:pt x="719455" y="428104"/>
                  </a:lnTo>
                  <a:lnTo>
                    <a:pt x="736041" y="424751"/>
                  </a:lnTo>
                  <a:lnTo>
                    <a:pt x="749592" y="415632"/>
                  </a:lnTo>
                  <a:lnTo>
                    <a:pt x="758736" y="402094"/>
                  </a:lnTo>
                  <a:lnTo>
                    <a:pt x="762076" y="385533"/>
                  </a:lnTo>
                  <a:lnTo>
                    <a:pt x="762076" y="356755"/>
                  </a:lnTo>
                  <a:lnTo>
                    <a:pt x="762076" y="309181"/>
                  </a:lnTo>
                  <a:lnTo>
                    <a:pt x="762076" y="280403"/>
                  </a:lnTo>
                  <a:close/>
                </a:path>
                <a:path w="762634" h="761364">
                  <a:moveTo>
                    <a:pt x="762076" y="42570"/>
                  </a:moveTo>
                  <a:lnTo>
                    <a:pt x="758723" y="26009"/>
                  </a:lnTo>
                  <a:lnTo>
                    <a:pt x="749592" y="12471"/>
                  </a:lnTo>
                  <a:lnTo>
                    <a:pt x="736041" y="3352"/>
                  </a:lnTo>
                  <a:lnTo>
                    <a:pt x="719455" y="0"/>
                  </a:lnTo>
                  <a:lnTo>
                    <a:pt x="381038" y="0"/>
                  </a:lnTo>
                  <a:lnTo>
                    <a:pt x="381038" y="95135"/>
                  </a:lnTo>
                  <a:lnTo>
                    <a:pt x="379171" y="104394"/>
                  </a:lnTo>
                  <a:lnTo>
                    <a:pt x="374065" y="111950"/>
                  </a:lnTo>
                  <a:lnTo>
                    <a:pt x="366496" y="117055"/>
                  </a:lnTo>
                  <a:lnTo>
                    <a:pt x="357225" y="118922"/>
                  </a:lnTo>
                  <a:lnTo>
                    <a:pt x="347954" y="117055"/>
                  </a:lnTo>
                  <a:lnTo>
                    <a:pt x="340385" y="111950"/>
                  </a:lnTo>
                  <a:lnTo>
                    <a:pt x="335280" y="104394"/>
                  </a:lnTo>
                  <a:lnTo>
                    <a:pt x="333413" y="95135"/>
                  </a:lnTo>
                  <a:lnTo>
                    <a:pt x="335280" y="85877"/>
                  </a:lnTo>
                  <a:lnTo>
                    <a:pt x="340385" y="78320"/>
                  </a:lnTo>
                  <a:lnTo>
                    <a:pt x="347954" y="73215"/>
                  </a:lnTo>
                  <a:lnTo>
                    <a:pt x="357225" y="71348"/>
                  </a:lnTo>
                  <a:lnTo>
                    <a:pt x="366496" y="73215"/>
                  </a:lnTo>
                  <a:lnTo>
                    <a:pt x="374065" y="78320"/>
                  </a:lnTo>
                  <a:lnTo>
                    <a:pt x="379171" y="85877"/>
                  </a:lnTo>
                  <a:lnTo>
                    <a:pt x="381038" y="95135"/>
                  </a:lnTo>
                  <a:lnTo>
                    <a:pt x="381038" y="0"/>
                  </a:lnTo>
                  <a:lnTo>
                    <a:pt x="261962" y="0"/>
                  </a:lnTo>
                  <a:lnTo>
                    <a:pt x="261962" y="95135"/>
                  </a:lnTo>
                  <a:lnTo>
                    <a:pt x="260096" y="104394"/>
                  </a:lnTo>
                  <a:lnTo>
                    <a:pt x="254990" y="111950"/>
                  </a:lnTo>
                  <a:lnTo>
                    <a:pt x="247421" y="117055"/>
                  </a:lnTo>
                  <a:lnTo>
                    <a:pt x="238150" y="118922"/>
                  </a:lnTo>
                  <a:lnTo>
                    <a:pt x="228879" y="117055"/>
                  </a:lnTo>
                  <a:lnTo>
                    <a:pt x="221310" y="111950"/>
                  </a:lnTo>
                  <a:lnTo>
                    <a:pt x="216204" y="104394"/>
                  </a:lnTo>
                  <a:lnTo>
                    <a:pt x="214337" y="95135"/>
                  </a:lnTo>
                  <a:lnTo>
                    <a:pt x="216204" y="85877"/>
                  </a:lnTo>
                  <a:lnTo>
                    <a:pt x="221310" y="78320"/>
                  </a:lnTo>
                  <a:lnTo>
                    <a:pt x="228879" y="73215"/>
                  </a:lnTo>
                  <a:lnTo>
                    <a:pt x="238150" y="71348"/>
                  </a:lnTo>
                  <a:lnTo>
                    <a:pt x="247421" y="73215"/>
                  </a:lnTo>
                  <a:lnTo>
                    <a:pt x="254990" y="78320"/>
                  </a:lnTo>
                  <a:lnTo>
                    <a:pt x="260096" y="85877"/>
                  </a:lnTo>
                  <a:lnTo>
                    <a:pt x="261962" y="95135"/>
                  </a:lnTo>
                  <a:lnTo>
                    <a:pt x="261962" y="0"/>
                  </a:lnTo>
                  <a:lnTo>
                    <a:pt x="142900" y="0"/>
                  </a:lnTo>
                  <a:lnTo>
                    <a:pt x="142900" y="95135"/>
                  </a:lnTo>
                  <a:lnTo>
                    <a:pt x="141020" y="104394"/>
                  </a:lnTo>
                  <a:lnTo>
                    <a:pt x="135915" y="111950"/>
                  </a:lnTo>
                  <a:lnTo>
                    <a:pt x="128346" y="117055"/>
                  </a:lnTo>
                  <a:lnTo>
                    <a:pt x="119075" y="118922"/>
                  </a:lnTo>
                  <a:lnTo>
                    <a:pt x="109804" y="117055"/>
                  </a:lnTo>
                  <a:lnTo>
                    <a:pt x="102235" y="111950"/>
                  </a:lnTo>
                  <a:lnTo>
                    <a:pt x="97129" y="104394"/>
                  </a:lnTo>
                  <a:lnTo>
                    <a:pt x="95262" y="95135"/>
                  </a:lnTo>
                  <a:lnTo>
                    <a:pt x="97129" y="85877"/>
                  </a:lnTo>
                  <a:lnTo>
                    <a:pt x="102235" y="78320"/>
                  </a:lnTo>
                  <a:lnTo>
                    <a:pt x="109804" y="73215"/>
                  </a:lnTo>
                  <a:lnTo>
                    <a:pt x="119075" y="71348"/>
                  </a:lnTo>
                  <a:lnTo>
                    <a:pt x="128346" y="73215"/>
                  </a:lnTo>
                  <a:lnTo>
                    <a:pt x="135915" y="78320"/>
                  </a:lnTo>
                  <a:lnTo>
                    <a:pt x="141020" y="85877"/>
                  </a:lnTo>
                  <a:lnTo>
                    <a:pt x="142900" y="95135"/>
                  </a:lnTo>
                  <a:lnTo>
                    <a:pt x="142900" y="0"/>
                  </a:lnTo>
                  <a:lnTo>
                    <a:pt x="42633" y="0"/>
                  </a:lnTo>
                  <a:lnTo>
                    <a:pt x="26047" y="3352"/>
                  </a:lnTo>
                  <a:lnTo>
                    <a:pt x="12496" y="12471"/>
                  </a:lnTo>
                  <a:lnTo>
                    <a:pt x="3352" y="26009"/>
                  </a:lnTo>
                  <a:lnTo>
                    <a:pt x="0" y="42570"/>
                  </a:lnTo>
                  <a:lnTo>
                    <a:pt x="0" y="147701"/>
                  </a:lnTo>
                  <a:lnTo>
                    <a:pt x="3352" y="164261"/>
                  </a:lnTo>
                  <a:lnTo>
                    <a:pt x="12496" y="177800"/>
                  </a:lnTo>
                  <a:lnTo>
                    <a:pt x="26047" y="186918"/>
                  </a:lnTo>
                  <a:lnTo>
                    <a:pt x="42633" y="190271"/>
                  </a:lnTo>
                  <a:lnTo>
                    <a:pt x="719455" y="190271"/>
                  </a:lnTo>
                  <a:lnTo>
                    <a:pt x="736041" y="186918"/>
                  </a:lnTo>
                  <a:lnTo>
                    <a:pt x="749592" y="177800"/>
                  </a:lnTo>
                  <a:lnTo>
                    <a:pt x="758723" y="164261"/>
                  </a:lnTo>
                  <a:lnTo>
                    <a:pt x="762076" y="147701"/>
                  </a:lnTo>
                  <a:lnTo>
                    <a:pt x="762076" y="118922"/>
                  </a:lnTo>
                  <a:lnTo>
                    <a:pt x="762076" y="71348"/>
                  </a:lnTo>
                  <a:lnTo>
                    <a:pt x="762076" y="425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63973" y="4972053"/>
              <a:ext cx="2993390" cy="1697989"/>
            </a:xfrm>
            <a:custGeom>
              <a:avLst/>
              <a:gdLst/>
              <a:ahLst/>
              <a:cxnLst/>
              <a:rect l="l" t="t" r="r" b="b"/>
              <a:pathLst>
                <a:path w="2993390" h="1697990">
                  <a:moveTo>
                    <a:pt x="0" y="282956"/>
                  </a:moveTo>
                  <a:lnTo>
                    <a:pt x="3703" y="237058"/>
                  </a:lnTo>
                  <a:lnTo>
                    <a:pt x="14425" y="193519"/>
                  </a:lnTo>
                  <a:lnTo>
                    <a:pt x="31582" y="152920"/>
                  </a:lnTo>
                  <a:lnTo>
                    <a:pt x="54593" y="115845"/>
                  </a:lnTo>
                  <a:lnTo>
                    <a:pt x="82875" y="82875"/>
                  </a:lnTo>
                  <a:lnTo>
                    <a:pt x="115845" y="54593"/>
                  </a:lnTo>
                  <a:lnTo>
                    <a:pt x="152920" y="31582"/>
                  </a:lnTo>
                  <a:lnTo>
                    <a:pt x="193519" y="14425"/>
                  </a:lnTo>
                  <a:lnTo>
                    <a:pt x="237058" y="3703"/>
                  </a:lnTo>
                  <a:lnTo>
                    <a:pt x="282956" y="0"/>
                  </a:lnTo>
                  <a:lnTo>
                    <a:pt x="2710180" y="0"/>
                  </a:lnTo>
                  <a:lnTo>
                    <a:pt x="2756077" y="3703"/>
                  </a:lnTo>
                  <a:lnTo>
                    <a:pt x="2799616" y="14425"/>
                  </a:lnTo>
                  <a:lnTo>
                    <a:pt x="2840215" y="31582"/>
                  </a:lnTo>
                  <a:lnTo>
                    <a:pt x="2877290" y="54593"/>
                  </a:lnTo>
                  <a:lnTo>
                    <a:pt x="2910260" y="82875"/>
                  </a:lnTo>
                  <a:lnTo>
                    <a:pt x="2938542" y="115845"/>
                  </a:lnTo>
                  <a:lnTo>
                    <a:pt x="2961553" y="152920"/>
                  </a:lnTo>
                  <a:lnTo>
                    <a:pt x="2978710" y="193519"/>
                  </a:lnTo>
                  <a:lnTo>
                    <a:pt x="2989432" y="237058"/>
                  </a:lnTo>
                  <a:lnTo>
                    <a:pt x="2993136" y="282956"/>
                  </a:lnTo>
                  <a:lnTo>
                    <a:pt x="2993136" y="1414767"/>
                  </a:lnTo>
                  <a:lnTo>
                    <a:pt x="2989432" y="1460664"/>
                  </a:lnTo>
                  <a:lnTo>
                    <a:pt x="2978710" y="1504205"/>
                  </a:lnTo>
                  <a:lnTo>
                    <a:pt x="2961553" y="1544805"/>
                  </a:lnTo>
                  <a:lnTo>
                    <a:pt x="2938542" y="1581882"/>
                  </a:lnTo>
                  <a:lnTo>
                    <a:pt x="2910260" y="1614854"/>
                  </a:lnTo>
                  <a:lnTo>
                    <a:pt x="2877290" y="1643137"/>
                  </a:lnTo>
                  <a:lnTo>
                    <a:pt x="2840215" y="1666150"/>
                  </a:lnTo>
                  <a:lnTo>
                    <a:pt x="2799616" y="1683309"/>
                  </a:lnTo>
                  <a:lnTo>
                    <a:pt x="2756077" y="1694032"/>
                  </a:lnTo>
                  <a:lnTo>
                    <a:pt x="2710180" y="1697736"/>
                  </a:lnTo>
                  <a:lnTo>
                    <a:pt x="282956" y="1697736"/>
                  </a:lnTo>
                  <a:lnTo>
                    <a:pt x="237058" y="1694032"/>
                  </a:lnTo>
                  <a:lnTo>
                    <a:pt x="193519" y="1683309"/>
                  </a:lnTo>
                  <a:lnTo>
                    <a:pt x="152920" y="1666150"/>
                  </a:lnTo>
                  <a:lnTo>
                    <a:pt x="115845" y="1643137"/>
                  </a:lnTo>
                  <a:lnTo>
                    <a:pt x="82875" y="1614854"/>
                  </a:lnTo>
                  <a:lnTo>
                    <a:pt x="54593" y="1581882"/>
                  </a:lnTo>
                  <a:lnTo>
                    <a:pt x="31582" y="1544805"/>
                  </a:lnTo>
                  <a:lnTo>
                    <a:pt x="14425" y="1504205"/>
                  </a:lnTo>
                  <a:lnTo>
                    <a:pt x="3703" y="1460664"/>
                  </a:lnTo>
                  <a:lnTo>
                    <a:pt x="0" y="1414767"/>
                  </a:lnTo>
                  <a:lnTo>
                    <a:pt x="0" y="2829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66515" y="5798820"/>
              <a:ext cx="996950" cy="0"/>
            </a:xfrm>
            <a:custGeom>
              <a:avLst/>
              <a:gdLst/>
              <a:ahLst/>
              <a:cxnLst/>
              <a:rect l="l" t="t" r="r" b="b"/>
              <a:pathLst>
                <a:path w="996950">
                  <a:moveTo>
                    <a:pt x="996950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08451" y="6218856"/>
            <a:ext cx="8616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Gateways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98941" y="4593661"/>
            <a:ext cx="1112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1525" algn="l"/>
              </a:tabLst>
            </a:pPr>
            <a:r>
              <a:rPr sz="3000" b="1" spc="-37" baseline="1388" dirty="0">
                <a:latin typeface="Calibri"/>
                <a:cs typeface="Calibri"/>
              </a:rPr>
              <a:t>1.0</a:t>
            </a:r>
            <a:r>
              <a:rPr sz="3000" b="1" baseline="1388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1.1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20907" y="4624096"/>
            <a:ext cx="3638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latin typeface="Calibri"/>
                <a:cs typeface="Calibri"/>
              </a:rPr>
              <a:t>1.</a:t>
            </a:r>
            <a:r>
              <a:rPr sz="2000" b="1" spc="-925" dirty="0">
                <a:latin typeface="Calibri"/>
                <a:cs typeface="Calibri"/>
              </a:rPr>
              <a:t>0</a:t>
            </a:r>
            <a:r>
              <a:rPr sz="3000" b="1" spc="15" baseline="-2777" dirty="0">
                <a:latin typeface="Calibri"/>
                <a:cs typeface="Calibri"/>
              </a:rPr>
              <a:t>1</a:t>
            </a:r>
            <a:endParaRPr sz="3000" baseline="-2777">
              <a:latin typeface="Calibri"/>
              <a:cs typeface="Calibri"/>
            </a:endParaRPr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6298" y="4685107"/>
            <a:ext cx="297915" cy="20575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40" dirty="0"/>
              <a:t> </a:t>
            </a:r>
            <a:r>
              <a:rPr dirty="0"/>
              <a:t>network</a:t>
            </a:r>
            <a:r>
              <a:rPr spc="-125" dirty="0"/>
              <a:t> </a:t>
            </a:r>
            <a:r>
              <a:rPr spc="-10" dirty="0"/>
              <a:t>infrastructure</a:t>
            </a:r>
          </a:p>
        </p:txBody>
      </p:sp>
      <p:sp>
        <p:nvSpPr>
          <p:cNvPr id="3" name="object 3"/>
          <p:cNvSpPr/>
          <p:nvPr/>
        </p:nvSpPr>
        <p:spPr>
          <a:xfrm>
            <a:off x="1024928" y="3572598"/>
            <a:ext cx="527685" cy="769620"/>
          </a:xfrm>
          <a:custGeom>
            <a:avLst/>
            <a:gdLst/>
            <a:ahLst/>
            <a:cxnLst/>
            <a:rect l="l" t="t" r="r" b="b"/>
            <a:pathLst>
              <a:path w="527685" h="769620">
                <a:moveTo>
                  <a:pt x="103543" y="26390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527685" h="769620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311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48" y="319595"/>
                </a:lnTo>
                <a:lnTo>
                  <a:pt x="157200" y="293192"/>
                </a:lnTo>
                <a:lnTo>
                  <a:pt x="138772" y="270852"/>
                </a:lnTo>
                <a:lnTo>
                  <a:pt x="124841" y="245237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69620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21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21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69620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18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788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84"/>
                </a:lnTo>
                <a:lnTo>
                  <a:pt x="376516" y="186664"/>
                </a:lnTo>
                <a:close/>
              </a:path>
              <a:path w="527685" h="769620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37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24"/>
                </a:lnTo>
                <a:lnTo>
                  <a:pt x="388366" y="270840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69620">
                <a:moveTo>
                  <a:pt x="499071" y="446709"/>
                </a:moveTo>
                <a:lnTo>
                  <a:pt x="493991" y="421589"/>
                </a:lnTo>
                <a:lnTo>
                  <a:pt x="480174" y="401078"/>
                </a:lnTo>
                <a:lnTo>
                  <a:pt x="459663" y="387261"/>
                </a:lnTo>
                <a:lnTo>
                  <a:pt x="434555" y="382193"/>
                </a:lnTo>
                <a:lnTo>
                  <a:pt x="282397" y="382193"/>
                </a:lnTo>
                <a:lnTo>
                  <a:pt x="282397" y="218719"/>
                </a:lnTo>
                <a:lnTo>
                  <a:pt x="290093" y="212775"/>
                </a:lnTo>
                <a:lnTo>
                  <a:pt x="296037" y="205155"/>
                </a:lnTo>
                <a:lnTo>
                  <a:pt x="299859" y="196303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80" y="151930"/>
                </a:lnTo>
                <a:lnTo>
                  <a:pt x="263563" y="148945"/>
                </a:lnTo>
                <a:lnTo>
                  <a:pt x="248945" y="151930"/>
                </a:lnTo>
                <a:lnTo>
                  <a:pt x="236969" y="160032"/>
                </a:lnTo>
                <a:lnTo>
                  <a:pt x="228879" y="172021"/>
                </a:lnTo>
                <a:lnTo>
                  <a:pt x="225907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199" y="382193"/>
                </a:lnTo>
                <a:lnTo>
                  <a:pt x="101079" y="387261"/>
                </a:lnTo>
                <a:lnTo>
                  <a:pt x="80568" y="401078"/>
                </a:lnTo>
                <a:lnTo>
                  <a:pt x="66751" y="421589"/>
                </a:lnTo>
                <a:lnTo>
                  <a:pt x="61683" y="446709"/>
                </a:lnTo>
                <a:lnTo>
                  <a:pt x="61683" y="704773"/>
                </a:lnTo>
                <a:lnTo>
                  <a:pt x="66751" y="729881"/>
                </a:lnTo>
                <a:lnTo>
                  <a:pt x="80568" y="750379"/>
                </a:lnTo>
                <a:lnTo>
                  <a:pt x="101079" y="764209"/>
                </a:lnTo>
                <a:lnTo>
                  <a:pt x="126199" y="769289"/>
                </a:lnTo>
                <a:lnTo>
                  <a:pt x="434555" y="769289"/>
                </a:lnTo>
                <a:lnTo>
                  <a:pt x="459663" y="764209"/>
                </a:lnTo>
                <a:lnTo>
                  <a:pt x="480174" y="750379"/>
                </a:lnTo>
                <a:lnTo>
                  <a:pt x="493991" y="729881"/>
                </a:lnTo>
                <a:lnTo>
                  <a:pt x="499071" y="704773"/>
                </a:lnTo>
                <a:lnTo>
                  <a:pt x="499071" y="446709"/>
                </a:lnTo>
                <a:close/>
              </a:path>
              <a:path w="527685" h="769620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48" y="0"/>
                </a:lnTo>
                <a:lnTo>
                  <a:pt x="423583" y="26390"/>
                </a:lnTo>
                <a:lnTo>
                  <a:pt x="450951" y="59651"/>
                </a:lnTo>
                <a:lnTo>
                  <a:pt x="471703" y="98044"/>
                </a:lnTo>
                <a:lnTo>
                  <a:pt x="484873" y="140677"/>
                </a:lnTo>
                <a:lnTo>
                  <a:pt x="489470" y="186664"/>
                </a:lnTo>
                <a:lnTo>
                  <a:pt x="484873" y="232511"/>
                </a:lnTo>
                <a:lnTo>
                  <a:pt x="471703" y="274929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48" y="373329"/>
                </a:lnTo>
                <a:lnTo>
                  <a:pt x="482257" y="334086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2804" y="4309680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76544" y="3678072"/>
            <a:ext cx="775335" cy="775335"/>
          </a:xfrm>
          <a:custGeom>
            <a:avLst/>
            <a:gdLst/>
            <a:ahLst/>
            <a:cxnLst/>
            <a:rect l="l" t="t" r="r" b="b"/>
            <a:pathLst>
              <a:path w="775335" h="775335">
                <a:moveTo>
                  <a:pt x="775131" y="527900"/>
                </a:moveTo>
                <a:lnTo>
                  <a:pt x="771715" y="511022"/>
                </a:lnTo>
                <a:lnTo>
                  <a:pt x="762431" y="497230"/>
                </a:lnTo>
                <a:lnTo>
                  <a:pt x="748639" y="487934"/>
                </a:lnTo>
                <a:lnTo>
                  <a:pt x="731774" y="484530"/>
                </a:lnTo>
                <a:lnTo>
                  <a:pt x="387565" y="484530"/>
                </a:lnTo>
                <a:lnTo>
                  <a:pt x="387565" y="581431"/>
                </a:lnTo>
                <a:lnTo>
                  <a:pt x="385660" y="590867"/>
                </a:lnTo>
                <a:lnTo>
                  <a:pt x="380466" y="598576"/>
                </a:lnTo>
                <a:lnTo>
                  <a:pt x="372770" y="603758"/>
                </a:lnTo>
                <a:lnTo>
                  <a:pt x="363334" y="605663"/>
                </a:lnTo>
                <a:lnTo>
                  <a:pt x="353910" y="603758"/>
                </a:lnTo>
                <a:lnTo>
                  <a:pt x="346214" y="598576"/>
                </a:lnTo>
                <a:lnTo>
                  <a:pt x="341020" y="590867"/>
                </a:lnTo>
                <a:lnTo>
                  <a:pt x="339115" y="581431"/>
                </a:lnTo>
                <a:lnTo>
                  <a:pt x="341020" y="572008"/>
                </a:lnTo>
                <a:lnTo>
                  <a:pt x="346214" y="564299"/>
                </a:lnTo>
                <a:lnTo>
                  <a:pt x="353910" y="559117"/>
                </a:lnTo>
                <a:lnTo>
                  <a:pt x="363334" y="557212"/>
                </a:lnTo>
                <a:lnTo>
                  <a:pt x="372770" y="559117"/>
                </a:lnTo>
                <a:lnTo>
                  <a:pt x="380466" y="564299"/>
                </a:lnTo>
                <a:lnTo>
                  <a:pt x="385660" y="572008"/>
                </a:lnTo>
                <a:lnTo>
                  <a:pt x="387565" y="581431"/>
                </a:lnTo>
                <a:lnTo>
                  <a:pt x="387565" y="484530"/>
                </a:lnTo>
                <a:lnTo>
                  <a:pt x="266446" y="484530"/>
                </a:lnTo>
                <a:lnTo>
                  <a:pt x="266446" y="581431"/>
                </a:lnTo>
                <a:lnTo>
                  <a:pt x="264541" y="590867"/>
                </a:lnTo>
                <a:lnTo>
                  <a:pt x="259359" y="598576"/>
                </a:lnTo>
                <a:lnTo>
                  <a:pt x="251663" y="603758"/>
                </a:lnTo>
                <a:lnTo>
                  <a:pt x="242227" y="605663"/>
                </a:lnTo>
                <a:lnTo>
                  <a:pt x="232791" y="603758"/>
                </a:lnTo>
                <a:lnTo>
                  <a:pt x="225094" y="598576"/>
                </a:lnTo>
                <a:lnTo>
                  <a:pt x="219913" y="590867"/>
                </a:lnTo>
                <a:lnTo>
                  <a:pt x="218008" y="581431"/>
                </a:lnTo>
                <a:lnTo>
                  <a:pt x="219913" y="572008"/>
                </a:lnTo>
                <a:lnTo>
                  <a:pt x="225094" y="564299"/>
                </a:lnTo>
                <a:lnTo>
                  <a:pt x="232791" y="559117"/>
                </a:lnTo>
                <a:lnTo>
                  <a:pt x="242227" y="557212"/>
                </a:lnTo>
                <a:lnTo>
                  <a:pt x="251663" y="559117"/>
                </a:lnTo>
                <a:lnTo>
                  <a:pt x="259359" y="564299"/>
                </a:lnTo>
                <a:lnTo>
                  <a:pt x="264541" y="572008"/>
                </a:lnTo>
                <a:lnTo>
                  <a:pt x="266446" y="581431"/>
                </a:lnTo>
                <a:lnTo>
                  <a:pt x="266446" y="484530"/>
                </a:lnTo>
                <a:lnTo>
                  <a:pt x="145338" y="484530"/>
                </a:lnTo>
                <a:lnTo>
                  <a:pt x="145338" y="581431"/>
                </a:lnTo>
                <a:lnTo>
                  <a:pt x="143433" y="590867"/>
                </a:lnTo>
                <a:lnTo>
                  <a:pt x="138239" y="598576"/>
                </a:lnTo>
                <a:lnTo>
                  <a:pt x="130543" y="603758"/>
                </a:lnTo>
                <a:lnTo>
                  <a:pt x="121107" y="605663"/>
                </a:lnTo>
                <a:lnTo>
                  <a:pt x="111683" y="603758"/>
                </a:lnTo>
                <a:lnTo>
                  <a:pt x="103987" y="598576"/>
                </a:lnTo>
                <a:lnTo>
                  <a:pt x="98793" y="590867"/>
                </a:lnTo>
                <a:lnTo>
                  <a:pt x="96888" y="581431"/>
                </a:lnTo>
                <a:lnTo>
                  <a:pt x="98793" y="572008"/>
                </a:lnTo>
                <a:lnTo>
                  <a:pt x="103987" y="564299"/>
                </a:lnTo>
                <a:lnTo>
                  <a:pt x="111683" y="559117"/>
                </a:lnTo>
                <a:lnTo>
                  <a:pt x="121107" y="557212"/>
                </a:lnTo>
                <a:lnTo>
                  <a:pt x="130543" y="559117"/>
                </a:lnTo>
                <a:lnTo>
                  <a:pt x="138239" y="564299"/>
                </a:lnTo>
                <a:lnTo>
                  <a:pt x="143433" y="572008"/>
                </a:lnTo>
                <a:lnTo>
                  <a:pt x="145338" y="581431"/>
                </a:lnTo>
                <a:lnTo>
                  <a:pt x="145338" y="484530"/>
                </a:lnTo>
                <a:lnTo>
                  <a:pt x="43357" y="484530"/>
                </a:lnTo>
                <a:lnTo>
                  <a:pt x="26479" y="487934"/>
                </a:lnTo>
                <a:lnTo>
                  <a:pt x="12700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700" y="665645"/>
                </a:lnTo>
                <a:lnTo>
                  <a:pt x="26479" y="674941"/>
                </a:lnTo>
                <a:lnTo>
                  <a:pt x="43357" y="678345"/>
                </a:lnTo>
                <a:lnTo>
                  <a:pt x="351231" y="678345"/>
                </a:lnTo>
                <a:lnTo>
                  <a:pt x="351231" y="775246"/>
                </a:lnTo>
                <a:lnTo>
                  <a:pt x="423900" y="775246"/>
                </a:lnTo>
                <a:lnTo>
                  <a:pt x="423900" y="678345"/>
                </a:lnTo>
                <a:lnTo>
                  <a:pt x="731774" y="678345"/>
                </a:lnTo>
                <a:lnTo>
                  <a:pt x="748639" y="674941"/>
                </a:lnTo>
                <a:lnTo>
                  <a:pt x="762431" y="665645"/>
                </a:lnTo>
                <a:lnTo>
                  <a:pt x="771715" y="651852"/>
                </a:lnTo>
                <a:lnTo>
                  <a:pt x="775131" y="634974"/>
                </a:lnTo>
                <a:lnTo>
                  <a:pt x="775131" y="605663"/>
                </a:lnTo>
                <a:lnTo>
                  <a:pt x="775131" y="557212"/>
                </a:lnTo>
                <a:lnTo>
                  <a:pt x="775131" y="527900"/>
                </a:lnTo>
                <a:close/>
              </a:path>
              <a:path w="775335" h="775335">
                <a:moveTo>
                  <a:pt x="775131" y="285635"/>
                </a:moveTo>
                <a:lnTo>
                  <a:pt x="771715" y="268757"/>
                </a:lnTo>
                <a:lnTo>
                  <a:pt x="762431" y="254965"/>
                </a:lnTo>
                <a:lnTo>
                  <a:pt x="748639" y="245668"/>
                </a:lnTo>
                <a:lnTo>
                  <a:pt x="731774" y="242265"/>
                </a:lnTo>
                <a:lnTo>
                  <a:pt x="387565" y="242265"/>
                </a:lnTo>
                <a:lnTo>
                  <a:pt x="387565" y="339166"/>
                </a:lnTo>
                <a:lnTo>
                  <a:pt x="385660" y="348602"/>
                </a:lnTo>
                <a:lnTo>
                  <a:pt x="380466" y="356311"/>
                </a:lnTo>
                <a:lnTo>
                  <a:pt x="372770" y="361492"/>
                </a:lnTo>
                <a:lnTo>
                  <a:pt x="363347" y="363397"/>
                </a:lnTo>
                <a:lnTo>
                  <a:pt x="353910" y="361492"/>
                </a:lnTo>
                <a:lnTo>
                  <a:pt x="346214" y="356311"/>
                </a:lnTo>
                <a:lnTo>
                  <a:pt x="341020" y="348602"/>
                </a:lnTo>
                <a:lnTo>
                  <a:pt x="339115" y="339166"/>
                </a:lnTo>
                <a:lnTo>
                  <a:pt x="341020" y="329742"/>
                </a:lnTo>
                <a:lnTo>
                  <a:pt x="346214" y="322033"/>
                </a:lnTo>
                <a:lnTo>
                  <a:pt x="353910" y="316852"/>
                </a:lnTo>
                <a:lnTo>
                  <a:pt x="363347" y="314947"/>
                </a:lnTo>
                <a:lnTo>
                  <a:pt x="372770" y="316852"/>
                </a:lnTo>
                <a:lnTo>
                  <a:pt x="380466" y="322033"/>
                </a:lnTo>
                <a:lnTo>
                  <a:pt x="385660" y="329742"/>
                </a:lnTo>
                <a:lnTo>
                  <a:pt x="387565" y="339166"/>
                </a:lnTo>
                <a:lnTo>
                  <a:pt x="387565" y="242265"/>
                </a:lnTo>
                <a:lnTo>
                  <a:pt x="266446" y="242265"/>
                </a:lnTo>
                <a:lnTo>
                  <a:pt x="266446" y="339166"/>
                </a:lnTo>
                <a:lnTo>
                  <a:pt x="264541" y="348602"/>
                </a:lnTo>
                <a:lnTo>
                  <a:pt x="259359" y="356311"/>
                </a:lnTo>
                <a:lnTo>
                  <a:pt x="251663" y="361492"/>
                </a:lnTo>
                <a:lnTo>
                  <a:pt x="242227" y="363397"/>
                </a:lnTo>
                <a:lnTo>
                  <a:pt x="232791" y="361492"/>
                </a:lnTo>
                <a:lnTo>
                  <a:pt x="225094" y="356311"/>
                </a:lnTo>
                <a:lnTo>
                  <a:pt x="219913" y="348602"/>
                </a:lnTo>
                <a:lnTo>
                  <a:pt x="218008" y="339166"/>
                </a:lnTo>
                <a:lnTo>
                  <a:pt x="219913" y="329742"/>
                </a:lnTo>
                <a:lnTo>
                  <a:pt x="225094" y="322033"/>
                </a:lnTo>
                <a:lnTo>
                  <a:pt x="232791" y="316852"/>
                </a:lnTo>
                <a:lnTo>
                  <a:pt x="242227" y="314947"/>
                </a:lnTo>
                <a:lnTo>
                  <a:pt x="251663" y="316852"/>
                </a:lnTo>
                <a:lnTo>
                  <a:pt x="259359" y="322033"/>
                </a:lnTo>
                <a:lnTo>
                  <a:pt x="264541" y="329742"/>
                </a:lnTo>
                <a:lnTo>
                  <a:pt x="266446" y="339166"/>
                </a:lnTo>
                <a:lnTo>
                  <a:pt x="266446" y="242265"/>
                </a:lnTo>
                <a:lnTo>
                  <a:pt x="145338" y="242265"/>
                </a:lnTo>
                <a:lnTo>
                  <a:pt x="145338" y="339166"/>
                </a:lnTo>
                <a:lnTo>
                  <a:pt x="143433" y="348602"/>
                </a:lnTo>
                <a:lnTo>
                  <a:pt x="138239" y="356311"/>
                </a:lnTo>
                <a:lnTo>
                  <a:pt x="130543" y="361492"/>
                </a:lnTo>
                <a:lnTo>
                  <a:pt x="121119" y="363397"/>
                </a:lnTo>
                <a:lnTo>
                  <a:pt x="111683" y="361492"/>
                </a:lnTo>
                <a:lnTo>
                  <a:pt x="103987" y="356311"/>
                </a:lnTo>
                <a:lnTo>
                  <a:pt x="98793" y="348602"/>
                </a:lnTo>
                <a:lnTo>
                  <a:pt x="96888" y="339166"/>
                </a:lnTo>
                <a:lnTo>
                  <a:pt x="98793" y="329742"/>
                </a:lnTo>
                <a:lnTo>
                  <a:pt x="103987" y="322033"/>
                </a:lnTo>
                <a:lnTo>
                  <a:pt x="111683" y="316852"/>
                </a:lnTo>
                <a:lnTo>
                  <a:pt x="121119" y="314947"/>
                </a:lnTo>
                <a:lnTo>
                  <a:pt x="130543" y="316852"/>
                </a:lnTo>
                <a:lnTo>
                  <a:pt x="138239" y="322033"/>
                </a:lnTo>
                <a:lnTo>
                  <a:pt x="143433" y="329742"/>
                </a:lnTo>
                <a:lnTo>
                  <a:pt x="145338" y="339166"/>
                </a:lnTo>
                <a:lnTo>
                  <a:pt x="145338" y="242265"/>
                </a:lnTo>
                <a:lnTo>
                  <a:pt x="43357" y="242265"/>
                </a:lnTo>
                <a:lnTo>
                  <a:pt x="26479" y="245668"/>
                </a:lnTo>
                <a:lnTo>
                  <a:pt x="12700" y="254965"/>
                </a:lnTo>
                <a:lnTo>
                  <a:pt x="3403" y="268757"/>
                </a:lnTo>
                <a:lnTo>
                  <a:pt x="0" y="285635"/>
                </a:lnTo>
                <a:lnTo>
                  <a:pt x="0" y="392709"/>
                </a:lnTo>
                <a:lnTo>
                  <a:pt x="3403" y="409587"/>
                </a:lnTo>
                <a:lnTo>
                  <a:pt x="12700" y="423379"/>
                </a:lnTo>
                <a:lnTo>
                  <a:pt x="26479" y="432676"/>
                </a:lnTo>
                <a:lnTo>
                  <a:pt x="43357" y="436079"/>
                </a:lnTo>
                <a:lnTo>
                  <a:pt x="731774" y="436079"/>
                </a:lnTo>
                <a:lnTo>
                  <a:pt x="748639" y="432676"/>
                </a:lnTo>
                <a:lnTo>
                  <a:pt x="762431" y="423379"/>
                </a:lnTo>
                <a:lnTo>
                  <a:pt x="771715" y="409587"/>
                </a:lnTo>
                <a:lnTo>
                  <a:pt x="775131" y="392709"/>
                </a:lnTo>
                <a:lnTo>
                  <a:pt x="775131" y="363397"/>
                </a:lnTo>
                <a:lnTo>
                  <a:pt x="775131" y="314947"/>
                </a:lnTo>
                <a:lnTo>
                  <a:pt x="775131" y="285635"/>
                </a:lnTo>
                <a:close/>
              </a:path>
              <a:path w="775335" h="775335">
                <a:moveTo>
                  <a:pt x="775131" y="43370"/>
                </a:moveTo>
                <a:lnTo>
                  <a:pt x="771715" y="26492"/>
                </a:lnTo>
                <a:lnTo>
                  <a:pt x="762431" y="12700"/>
                </a:lnTo>
                <a:lnTo>
                  <a:pt x="748639" y="3403"/>
                </a:lnTo>
                <a:lnTo>
                  <a:pt x="731774" y="0"/>
                </a:lnTo>
                <a:lnTo>
                  <a:pt x="387565" y="0"/>
                </a:lnTo>
                <a:lnTo>
                  <a:pt x="387565" y="96901"/>
                </a:lnTo>
                <a:lnTo>
                  <a:pt x="385660" y="106337"/>
                </a:lnTo>
                <a:lnTo>
                  <a:pt x="380466" y="114033"/>
                </a:lnTo>
                <a:lnTo>
                  <a:pt x="372770" y="119227"/>
                </a:lnTo>
                <a:lnTo>
                  <a:pt x="363347" y="121132"/>
                </a:lnTo>
                <a:lnTo>
                  <a:pt x="353910" y="119227"/>
                </a:lnTo>
                <a:lnTo>
                  <a:pt x="346214" y="114033"/>
                </a:lnTo>
                <a:lnTo>
                  <a:pt x="341020" y="106337"/>
                </a:lnTo>
                <a:lnTo>
                  <a:pt x="339115" y="96901"/>
                </a:lnTo>
                <a:lnTo>
                  <a:pt x="341020" y="87477"/>
                </a:lnTo>
                <a:lnTo>
                  <a:pt x="346214" y="79768"/>
                </a:lnTo>
                <a:lnTo>
                  <a:pt x="353910" y="74587"/>
                </a:lnTo>
                <a:lnTo>
                  <a:pt x="363347" y="72682"/>
                </a:lnTo>
                <a:lnTo>
                  <a:pt x="372770" y="74587"/>
                </a:lnTo>
                <a:lnTo>
                  <a:pt x="380466" y="79768"/>
                </a:lnTo>
                <a:lnTo>
                  <a:pt x="385660" y="87477"/>
                </a:lnTo>
                <a:lnTo>
                  <a:pt x="387565" y="96901"/>
                </a:lnTo>
                <a:lnTo>
                  <a:pt x="387565" y="0"/>
                </a:lnTo>
                <a:lnTo>
                  <a:pt x="266446" y="0"/>
                </a:lnTo>
                <a:lnTo>
                  <a:pt x="266446" y="96901"/>
                </a:lnTo>
                <a:lnTo>
                  <a:pt x="264553" y="106337"/>
                </a:lnTo>
                <a:lnTo>
                  <a:pt x="259359" y="114033"/>
                </a:lnTo>
                <a:lnTo>
                  <a:pt x="251663" y="119227"/>
                </a:lnTo>
                <a:lnTo>
                  <a:pt x="242227" y="121132"/>
                </a:lnTo>
                <a:lnTo>
                  <a:pt x="232791" y="119227"/>
                </a:lnTo>
                <a:lnTo>
                  <a:pt x="225094" y="114033"/>
                </a:lnTo>
                <a:lnTo>
                  <a:pt x="219913" y="106337"/>
                </a:lnTo>
                <a:lnTo>
                  <a:pt x="218008" y="96901"/>
                </a:lnTo>
                <a:lnTo>
                  <a:pt x="219913" y="87477"/>
                </a:lnTo>
                <a:lnTo>
                  <a:pt x="225094" y="79768"/>
                </a:lnTo>
                <a:lnTo>
                  <a:pt x="232791" y="74587"/>
                </a:lnTo>
                <a:lnTo>
                  <a:pt x="242227" y="72682"/>
                </a:lnTo>
                <a:lnTo>
                  <a:pt x="251663" y="74587"/>
                </a:lnTo>
                <a:lnTo>
                  <a:pt x="259359" y="79768"/>
                </a:lnTo>
                <a:lnTo>
                  <a:pt x="264553" y="87477"/>
                </a:lnTo>
                <a:lnTo>
                  <a:pt x="266446" y="96901"/>
                </a:lnTo>
                <a:lnTo>
                  <a:pt x="266446" y="0"/>
                </a:lnTo>
                <a:lnTo>
                  <a:pt x="145338" y="0"/>
                </a:lnTo>
                <a:lnTo>
                  <a:pt x="145338" y="96901"/>
                </a:lnTo>
                <a:lnTo>
                  <a:pt x="143433" y="106337"/>
                </a:lnTo>
                <a:lnTo>
                  <a:pt x="138239" y="114033"/>
                </a:lnTo>
                <a:lnTo>
                  <a:pt x="130543" y="119227"/>
                </a:lnTo>
                <a:lnTo>
                  <a:pt x="121119" y="121132"/>
                </a:lnTo>
                <a:lnTo>
                  <a:pt x="111683" y="119227"/>
                </a:lnTo>
                <a:lnTo>
                  <a:pt x="103987" y="114033"/>
                </a:lnTo>
                <a:lnTo>
                  <a:pt x="98793" y="106337"/>
                </a:lnTo>
                <a:lnTo>
                  <a:pt x="96888" y="96901"/>
                </a:lnTo>
                <a:lnTo>
                  <a:pt x="98793" y="87477"/>
                </a:lnTo>
                <a:lnTo>
                  <a:pt x="103987" y="79768"/>
                </a:lnTo>
                <a:lnTo>
                  <a:pt x="111683" y="74587"/>
                </a:lnTo>
                <a:lnTo>
                  <a:pt x="121119" y="72682"/>
                </a:lnTo>
                <a:lnTo>
                  <a:pt x="130543" y="74587"/>
                </a:lnTo>
                <a:lnTo>
                  <a:pt x="138239" y="79768"/>
                </a:lnTo>
                <a:lnTo>
                  <a:pt x="143433" y="87477"/>
                </a:lnTo>
                <a:lnTo>
                  <a:pt x="145338" y="96901"/>
                </a:lnTo>
                <a:lnTo>
                  <a:pt x="145338" y="0"/>
                </a:lnTo>
                <a:lnTo>
                  <a:pt x="43357" y="0"/>
                </a:lnTo>
                <a:lnTo>
                  <a:pt x="26479" y="3403"/>
                </a:lnTo>
                <a:lnTo>
                  <a:pt x="12700" y="12700"/>
                </a:lnTo>
                <a:lnTo>
                  <a:pt x="3403" y="26492"/>
                </a:lnTo>
                <a:lnTo>
                  <a:pt x="0" y="43370"/>
                </a:lnTo>
                <a:lnTo>
                  <a:pt x="0" y="150444"/>
                </a:lnTo>
                <a:lnTo>
                  <a:pt x="3403" y="167322"/>
                </a:lnTo>
                <a:lnTo>
                  <a:pt x="12700" y="181114"/>
                </a:lnTo>
                <a:lnTo>
                  <a:pt x="26479" y="190398"/>
                </a:lnTo>
                <a:lnTo>
                  <a:pt x="43357" y="193814"/>
                </a:lnTo>
                <a:lnTo>
                  <a:pt x="731774" y="193814"/>
                </a:lnTo>
                <a:lnTo>
                  <a:pt x="748639" y="190398"/>
                </a:lnTo>
                <a:lnTo>
                  <a:pt x="762431" y="181114"/>
                </a:lnTo>
                <a:lnTo>
                  <a:pt x="771715" y="167322"/>
                </a:lnTo>
                <a:lnTo>
                  <a:pt x="775131" y="150444"/>
                </a:lnTo>
                <a:lnTo>
                  <a:pt x="775131" y="121132"/>
                </a:lnTo>
                <a:lnTo>
                  <a:pt x="775131" y="72682"/>
                </a:lnTo>
                <a:lnTo>
                  <a:pt x="775131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0971" y="3120594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8143" y="3120594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08020" y="2663952"/>
            <a:ext cx="4255135" cy="1780539"/>
            <a:chOff x="3208020" y="2663952"/>
            <a:chExt cx="4255135" cy="1780539"/>
          </a:xfrm>
        </p:grpSpPr>
        <p:sp>
          <p:nvSpPr>
            <p:cNvPr id="9" name="object 9"/>
            <p:cNvSpPr/>
            <p:nvPr/>
          </p:nvSpPr>
          <p:spPr>
            <a:xfrm>
              <a:off x="6687541" y="3668928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775131" y="527900"/>
                  </a:moveTo>
                  <a:lnTo>
                    <a:pt x="771715" y="511022"/>
                  </a:lnTo>
                  <a:lnTo>
                    <a:pt x="762419" y="497230"/>
                  </a:lnTo>
                  <a:lnTo>
                    <a:pt x="748639" y="487934"/>
                  </a:lnTo>
                  <a:lnTo>
                    <a:pt x="731761" y="484530"/>
                  </a:lnTo>
                  <a:lnTo>
                    <a:pt x="387565" y="484530"/>
                  </a:lnTo>
                  <a:lnTo>
                    <a:pt x="387565" y="581431"/>
                  </a:lnTo>
                  <a:lnTo>
                    <a:pt x="385660" y="590867"/>
                  </a:lnTo>
                  <a:lnTo>
                    <a:pt x="380466" y="598563"/>
                  </a:lnTo>
                  <a:lnTo>
                    <a:pt x="372770" y="603758"/>
                  </a:lnTo>
                  <a:lnTo>
                    <a:pt x="363334" y="605663"/>
                  </a:lnTo>
                  <a:lnTo>
                    <a:pt x="353910" y="603758"/>
                  </a:lnTo>
                  <a:lnTo>
                    <a:pt x="346214" y="598563"/>
                  </a:lnTo>
                  <a:lnTo>
                    <a:pt x="341020" y="590867"/>
                  </a:lnTo>
                  <a:lnTo>
                    <a:pt x="339115" y="581431"/>
                  </a:lnTo>
                  <a:lnTo>
                    <a:pt x="341020" y="572008"/>
                  </a:lnTo>
                  <a:lnTo>
                    <a:pt x="346214" y="564299"/>
                  </a:lnTo>
                  <a:lnTo>
                    <a:pt x="353910" y="559117"/>
                  </a:lnTo>
                  <a:lnTo>
                    <a:pt x="363334" y="557212"/>
                  </a:lnTo>
                  <a:lnTo>
                    <a:pt x="372770" y="559117"/>
                  </a:lnTo>
                  <a:lnTo>
                    <a:pt x="380466" y="564299"/>
                  </a:lnTo>
                  <a:lnTo>
                    <a:pt x="385660" y="572008"/>
                  </a:lnTo>
                  <a:lnTo>
                    <a:pt x="387565" y="581431"/>
                  </a:lnTo>
                  <a:lnTo>
                    <a:pt x="387565" y="484530"/>
                  </a:lnTo>
                  <a:lnTo>
                    <a:pt x="266446" y="484530"/>
                  </a:lnTo>
                  <a:lnTo>
                    <a:pt x="266446" y="581431"/>
                  </a:lnTo>
                  <a:lnTo>
                    <a:pt x="264541" y="590867"/>
                  </a:lnTo>
                  <a:lnTo>
                    <a:pt x="259359" y="598563"/>
                  </a:lnTo>
                  <a:lnTo>
                    <a:pt x="251650" y="603758"/>
                  </a:lnTo>
                  <a:lnTo>
                    <a:pt x="242227" y="605663"/>
                  </a:lnTo>
                  <a:lnTo>
                    <a:pt x="232791" y="603758"/>
                  </a:lnTo>
                  <a:lnTo>
                    <a:pt x="225094" y="598563"/>
                  </a:lnTo>
                  <a:lnTo>
                    <a:pt x="219900" y="590867"/>
                  </a:lnTo>
                  <a:lnTo>
                    <a:pt x="218008" y="581431"/>
                  </a:lnTo>
                  <a:lnTo>
                    <a:pt x="219900" y="572008"/>
                  </a:lnTo>
                  <a:lnTo>
                    <a:pt x="225094" y="564299"/>
                  </a:lnTo>
                  <a:lnTo>
                    <a:pt x="232791" y="559117"/>
                  </a:lnTo>
                  <a:lnTo>
                    <a:pt x="242227" y="557212"/>
                  </a:lnTo>
                  <a:lnTo>
                    <a:pt x="251650" y="559117"/>
                  </a:lnTo>
                  <a:lnTo>
                    <a:pt x="259359" y="564299"/>
                  </a:lnTo>
                  <a:lnTo>
                    <a:pt x="264541" y="572008"/>
                  </a:lnTo>
                  <a:lnTo>
                    <a:pt x="266446" y="581431"/>
                  </a:lnTo>
                  <a:lnTo>
                    <a:pt x="266446" y="484530"/>
                  </a:lnTo>
                  <a:lnTo>
                    <a:pt x="145338" y="484530"/>
                  </a:lnTo>
                  <a:lnTo>
                    <a:pt x="145338" y="581431"/>
                  </a:lnTo>
                  <a:lnTo>
                    <a:pt x="143433" y="590867"/>
                  </a:lnTo>
                  <a:lnTo>
                    <a:pt x="138239" y="598563"/>
                  </a:lnTo>
                  <a:lnTo>
                    <a:pt x="130543" y="603758"/>
                  </a:lnTo>
                  <a:lnTo>
                    <a:pt x="121107" y="605663"/>
                  </a:lnTo>
                  <a:lnTo>
                    <a:pt x="111683" y="603758"/>
                  </a:lnTo>
                  <a:lnTo>
                    <a:pt x="103987" y="598563"/>
                  </a:lnTo>
                  <a:lnTo>
                    <a:pt x="98793" y="590867"/>
                  </a:lnTo>
                  <a:lnTo>
                    <a:pt x="96888" y="581431"/>
                  </a:lnTo>
                  <a:lnTo>
                    <a:pt x="98793" y="572008"/>
                  </a:lnTo>
                  <a:lnTo>
                    <a:pt x="103987" y="564299"/>
                  </a:lnTo>
                  <a:lnTo>
                    <a:pt x="111683" y="559117"/>
                  </a:lnTo>
                  <a:lnTo>
                    <a:pt x="121107" y="557212"/>
                  </a:lnTo>
                  <a:lnTo>
                    <a:pt x="130543" y="559117"/>
                  </a:lnTo>
                  <a:lnTo>
                    <a:pt x="138239" y="564299"/>
                  </a:lnTo>
                  <a:lnTo>
                    <a:pt x="143433" y="572008"/>
                  </a:lnTo>
                  <a:lnTo>
                    <a:pt x="145338" y="581431"/>
                  </a:lnTo>
                  <a:lnTo>
                    <a:pt x="145338" y="484530"/>
                  </a:lnTo>
                  <a:lnTo>
                    <a:pt x="43357" y="484530"/>
                  </a:lnTo>
                  <a:lnTo>
                    <a:pt x="26479" y="487934"/>
                  </a:lnTo>
                  <a:lnTo>
                    <a:pt x="12700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700" y="665645"/>
                  </a:lnTo>
                  <a:lnTo>
                    <a:pt x="26479" y="674928"/>
                  </a:lnTo>
                  <a:lnTo>
                    <a:pt x="43357" y="678345"/>
                  </a:lnTo>
                  <a:lnTo>
                    <a:pt x="351218" y="678345"/>
                  </a:lnTo>
                  <a:lnTo>
                    <a:pt x="351218" y="775246"/>
                  </a:lnTo>
                  <a:lnTo>
                    <a:pt x="423887" y="775246"/>
                  </a:lnTo>
                  <a:lnTo>
                    <a:pt x="423887" y="678345"/>
                  </a:lnTo>
                  <a:lnTo>
                    <a:pt x="731761" y="678345"/>
                  </a:lnTo>
                  <a:lnTo>
                    <a:pt x="748639" y="674928"/>
                  </a:lnTo>
                  <a:lnTo>
                    <a:pt x="762419" y="665645"/>
                  </a:lnTo>
                  <a:lnTo>
                    <a:pt x="771715" y="651852"/>
                  </a:lnTo>
                  <a:lnTo>
                    <a:pt x="775131" y="634974"/>
                  </a:lnTo>
                  <a:lnTo>
                    <a:pt x="775131" y="605663"/>
                  </a:lnTo>
                  <a:lnTo>
                    <a:pt x="775131" y="557212"/>
                  </a:lnTo>
                  <a:lnTo>
                    <a:pt x="775131" y="527900"/>
                  </a:lnTo>
                  <a:close/>
                </a:path>
                <a:path w="775334" h="775335">
                  <a:moveTo>
                    <a:pt x="775131" y="285635"/>
                  </a:moveTo>
                  <a:lnTo>
                    <a:pt x="771715" y="268744"/>
                  </a:lnTo>
                  <a:lnTo>
                    <a:pt x="762431" y="254965"/>
                  </a:lnTo>
                  <a:lnTo>
                    <a:pt x="748639" y="245668"/>
                  </a:lnTo>
                  <a:lnTo>
                    <a:pt x="731761" y="242265"/>
                  </a:lnTo>
                  <a:lnTo>
                    <a:pt x="387565" y="242265"/>
                  </a:lnTo>
                  <a:lnTo>
                    <a:pt x="387565" y="339166"/>
                  </a:lnTo>
                  <a:lnTo>
                    <a:pt x="385660" y="348602"/>
                  </a:lnTo>
                  <a:lnTo>
                    <a:pt x="380466" y="356298"/>
                  </a:lnTo>
                  <a:lnTo>
                    <a:pt x="372770" y="361492"/>
                  </a:lnTo>
                  <a:lnTo>
                    <a:pt x="363334" y="363397"/>
                  </a:lnTo>
                  <a:lnTo>
                    <a:pt x="353910" y="361492"/>
                  </a:lnTo>
                  <a:lnTo>
                    <a:pt x="346214" y="356298"/>
                  </a:lnTo>
                  <a:lnTo>
                    <a:pt x="341020" y="348602"/>
                  </a:lnTo>
                  <a:lnTo>
                    <a:pt x="339115" y="339166"/>
                  </a:lnTo>
                  <a:lnTo>
                    <a:pt x="341020" y="329742"/>
                  </a:lnTo>
                  <a:lnTo>
                    <a:pt x="346214" y="322033"/>
                  </a:lnTo>
                  <a:lnTo>
                    <a:pt x="353910" y="316852"/>
                  </a:lnTo>
                  <a:lnTo>
                    <a:pt x="363334" y="314947"/>
                  </a:lnTo>
                  <a:lnTo>
                    <a:pt x="372770" y="316852"/>
                  </a:lnTo>
                  <a:lnTo>
                    <a:pt x="380466" y="322033"/>
                  </a:lnTo>
                  <a:lnTo>
                    <a:pt x="385660" y="329742"/>
                  </a:lnTo>
                  <a:lnTo>
                    <a:pt x="387565" y="339166"/>
                  </a:lnTo>
                  <a:lnTo>
                    <a:pt x="387565" y="242265"/>
                  </a:lnTo>
                  <a:lnTo>
                    <a:pt x="266446" y="242265"/>
                  </a:lnTo>
                  <a:lnTo>
                    <a:pt x="266446" y="339166"/>
                  </a:lnTo>
                  <a:lnTo>
                    <a:pt x="264541" y="348602"/>
                  </a:lnTo>
                  <a:lnTo>
                    <a:pt x="259359" y="356298"/>
                  </a:lnTo>
                  <a:lnTo>
                    <a:pt x="251663" y="361492"/>
                  </a:lnTo>
                  <a:lnTo>
                    <a:pt x="242227" y="363397"/>
                  </a:lnTo>
                  <a:lnTo>
                    <a:pt x="232791" y="361492"/>
                  </a:lnTo>
                  <a:lnTo>
                    <a:pt x="225094" y="356298"/>
                  </a:lnTo>
                  <a:lnTo>
                    <a:pt x="219900" y="348602"/>
                  </a:lnTo>
                  <a:lnTo>
                    <a:pt x="218008" y="339166"/>
                  </a:lnTo>
                  <a:lnTo>
                    <a:pt x="219900" y="329742"/>
                  </a:lnTo>
                  <a:lnTo>
                    <a:pt x="225094" y="322033"/>
                  </a:lnTo>
                  <a:lnTo>
                    <a:pt x="232791" y="316852"/>
                  </a:lnTo>
                  <a:lnTo>
                    <a:pt x="242227" y="314947"/>
                  </a:lnTo>
                  <a:lnTo>
                    <a:pt x="251663" y="316852"/>
                  </a:lnTo>
                  <a:lnTo>
                    <a:pt x="259359" y="322033"/>
                  </a:lnTo>
                  <a:lnTo>
                    <a:pt x="264541" y="329742"/>
                  </a:lnTo>
                  <a:lnTo>
                    <a:pt x="266446" y="339166"/>
                  </a:lnTo>
                  <a:lnTo>
                    <a:pt x="266446" y="242265"/>
                  </a:lnTo>
                  <a:lnTo>
                    <a:pt x="145338" y="242265"/>
                  </a:lnTo>
                  <a:lnTo>
                    <a:pt x="145338" y="339166"/>
                  </a:lnTo>
                  <a:lnTo>
                    <a:pt x="143433" y="348602"/>
                  </a:lnTo>
                  <a:lnTo>
                    <a:pt x="138239" y="356298"/>
                  </a:lnTo>
                  <a:lnTo>
                    <a:pt x="130543" y="361492"/>
                  </a:lnTo>
                  <a:lnTo>
                    <a:pt x="121107" y="363397"/>
                  </a:lnTo>
                  <a:lnTo>
                    <a:pt x="111683" y="361492"/>
                  </a:lnTo>
                  <a:lnTo>
                    <a:pt x="103987" y="356298"/>
                  </a:lnTo>
                  <a:lnTo>
                    <a:pt x="98793" y="348602"/>
                  </a:lnTo>
                  <a:lnTo>
                    <a:pt x="96888" y="339166"/>
                  </a:lnTo>
                  <a:lnTo>
                    <a:pt x="98793" y="329742"/>
                  </a:lnTo>
                  <a:lnTo>
                    <a:pt x="103987" y="322033"/>
                  </a:lnTo>
                  <a:lnTo>
                    <a:pt x="111683" y="316852"/>
                  </a:lnTo>
                  <a:lnTo>
                    <a:pt x="121107" y="314947"/>
                  </a:lnTo>
                  <a:lnTo>
                    <a:pt x="130543" y="316852"/>
                  </a:lnTo>
                  <a:lnTo>
                    <a:pt x="138239" y="322033"/>
                  </a:lnTo>
                  <a:lnTo>
                    <a:pt x="143433" y="329742"/>
                  </a:lnTo>
                  <a:lnTo>
                    <a:pt x="145338" y="339166"/>
                  </a:lnTo>
                  <a:lnTo>
                    <a:pt x="145338" y="242265"/>
                  </a:lnTo>
                  <a:lnTo>
                    <a:pt x="43357" y="242265"/>
                  </a:lnTo>
                  <a:lnTo>
                    <a:pt x="26479" y="245668"/>
                  </a:lnTo>
                  <a:lnTo>
                    <a:pt x="12700" y="254965"/>
                  </a:lnTo>
                  <a:lnTo>
                    <a:pt x="3403" y="268744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700" y="423379"/>
                  </a:lnTo>
                  <a:lnTo>
                    <a:pt x="26479" y="432663"/>
                  </a:lnTo>
                  <a:lnTo>
                    <a:pt x="43357" y="436079"/>
                  </a:lnTo>
                  <a:lnTo>
                    <a:pt x="731761" y="436079"/>
                  </a:lnTo>
                  <a:lnTo>
                    <a:pt x="748639" y="432663"/>
                  </a:lnTo>
                  <a:lnTo>
                    <a:pt x="762431" y="423379"/>
                  </a:lnTo>
                  <a:lnTo>
                    <a:pt x="771715" y="409587"/>
                  </a:lnTo>
                  <a:lnTo>
                    <a:pt x="775131" y="392709"/>
                  </a:lnTo>
                  <a:lnTo>
                    <a:pt x="775131" y="363397"/>
                  </a:lnTo>
                  <a:lnTo>
                    <a:pt x="775131" y="314947"/>
                  </a:lnTo>
                  <a:lnTo>
                    <a:pt x="775131" y="285635"/>
                  </a:lnTo>
                  <a:close/>
                </a:path>
                <a:path w="775334" h="775335">
                  <a:moveTo>
                    <a:pt x="775131" y="43357"/>
                  </a:moveTo>
                  <a:lnTo>
                    <a:pt x="771715" y="26479"/>
                  </a:lnTo>
                  <a:lnTo>
                    <a:pt x="762431" y="12700"/>
                  </a:lnTo>
                  <a:lnTo>
                    <a:pt x="748639" y="3403"/>
                  </a:lnTo>
                  <a:lnTo>
                    <a:pt x="731774" y="0"/>
                  </a:lnTo>
                  <a:lnTo>
                    <a:pt x="387565" y="0"/>
                  </a:lnTo>
                  <a:lnTo>
                    <a:pt x="387565" y="96901"/>
                  </a:lnTo>
                  <a:lnTo>
                    <a:pt x="385660" y="106337"/>
                  </a:lnTo>
                  <a:lnTo>
                    <a:pt x="380466" y="114033"/>
                  </a:lnTo>
                  <a:lnTo>
                    <a:pt x="372770" y="119227"/>
                  </a:lnTo>
                  <a:lnTo>
                    <a:pt x="363334" y="121132"/>
                  </a:lnTo>
                  <a:lnTo>
                    <a:pt x="353910" y="119227"/>
                  </a:lnTo>
                  <a:lnTo>
                    <a:pt x="346214" y="114033"/>
                  </a:lnTo>
                  <a:lnTo>
                    <a:pt x="341020" y="106337"/>
                  </a:lnTo>
                  <a:lnTo>
                    <a:pt x="339115" y="96901"/>
                  </a:lnTo>
                  <a:lnTo>
                    <a:pt x="341020" y="87477"/>
                  </a:lnTo>
                  <a:lnTo>
                    <a:pt x="346214" y="79768"/>
                  </a:lnTo>
                  <a:lnTo>
                    <a:pt x="353910" y="74587"/>
                  </a:lnTo>
                  <a:lnTo>
                    <a:pt x="363334" y="72682"/>
                  </a:lnTo>
                  <a:lnTo>
                    <a:pt x="372770" y="74587"/>
                  </a:lnTo>
                  <a:lnTo>
                    <a:pt x="380466" y="79768"/>
                  </a:lnTo>
                  <a:lnTo>
                    <a:pt x="385660" y="87477"/>
                  </a:lnTo>
                  <a:lnTo>
                    <a:pt x="387565" y="96901"/>
                  </a:lnTo>
                  <a:lnTo>
                    <a:pt x="387565" y="0"/>
                  </a:lnTo>
                  <a:lnTo>
                    <a:pt x="266446" y="0"/>
                  </a:lnTo>
                  <a:lnTo>
                    <a:pt x="266446" y="96901"/>
                  </a:lnTo>
                  <a:lnTo>
                    <a:pt x="264541" y="106337"/>
                  </a:lnTo>
                  <a:lnTo>
                    <a:pt x="259359" y="114033"/>
                  </a:lnTo>
                  <a:lnTo>
                    <a:pt x="251663" y="119227"/>
                  </a:lnTo>
                  <a:lnTo>
                    <a:pt x="242227" y="121132"/>
                  </a:lnTo>
                  <a:lnTo>
                    <a:pt x="232791" y="119227"/>
                  </a:lnTo>
                  <a:lnTo>
                    <a:pt x="225094" y="114033"/>
                  </a:lnTo>
                  <a:lnTo>
                    <a:pt x="219913" y="106337"/>
                  </a:lnTo>
                  <a:lnTo>
                    <a:pt x="218008" y="96901"/>
                  </a:lnTo>
                  <a:lnTo>
                    <a:pt x="219913" y="87477"/>
                  </a:lnTo>
                  <a:lnTo>
                    <a:pt x="225094" y="79768"/>
                  </a:lnTo>
                  <a:lnTo>
                    <a:pt x="232791" y="74587"/>
                  </a:lnTo>
                  <a:lnTo>
                    <a:pt x="242227" y="72682"/>
                  </a:lnTo>
                  <a:lnTo>
                    <a:pt x="251663" y="74587"/>
                  </a:lnTo>
                  <a:lnTo>
                    <a:pt x="259359" y="79768"/>
                  </a:lnTo>
                  <a:lnTo>
                    <a:pt x="264541" y="87477"/>
                  </a:lnTo>
                  <a:lnTo>
                    <a:pt x="266446" y="96901"/>
                  </a:lnTo>
                  <a:lnTo>
                    <a:pt x="266446" y="0"/>
                  </a:lnTo>
                  <a:lnTo>
                    <a:pt x="145338" y="0"/>
                  </a:lnTo>
                  <a:lnTo>
                    <a:pt x="145338" y="96901"/>
                  </a:lnTo>
                  <a:lnTo>
                    <a:pt x="143433" y="106337"/>
                  </a:lnTo>
                  <a:lnTo>
                    <a:pt x="138239" y="114033"/>
                  </a:lnTo>
                  <a:lnTo>
                    <a:pt x="130543" y="119227"/>
                  </a:lnTo>
                  <a:lnTo>
                    <a:pt x="121107" y="121132"/>
                  </a:lnTo>
                  <a:lnTo>
                    <a:pt x="111683" y="119227"/>
                  </a:lnTo>
                  <a:lnTo>
                    <a:pt x="103987" y="114033"/>
                  </a:lnTo>
                  <a:lnTo>
                    <a:pt x="98793" y="106337"/>
                  </a:lnTo>
                  <a:lnTo>
                    <a:pt x="96888" y="96901"/>
                  </a:lnTo>
                  <a:lnTo>
                    <a:pt x="98793" y="87477"/>
                  </a:lnTo>
                  <a:lnTo>
                    <a:pt x="103987" y="79768"/>
                  </a:lnTo>
                  <a:lnTo>
                    <a:pt x="111683" y="74587"/>
                  </a:lnTo>
                  <a:lnTo>
                    <a:pt x="121107" y="72682"/>
                  </a:lnTo>
                  <a:lnTo>
                    <a:pt x="130543" y="74587"/>
                  </a:lnTo>
                  <a:lnTo>
                    <a:pt x="138239" y="79768"/>
                  </a:lnTo>
                  <a:lnTo>
                    <a:pt x="143433" y="87477"/>
                  </a:lnTo>
                  <a:lnTo>
                    <a:pt x="145338" y="96901"/>
                  </a:lnTo>
                  <a:lnTo>
                    <a:pt x="145338" y="0"/>
                  </a:lnTo>
                  <a:lnTo>
                    <a:pt x="43357" y="0"/>
                  </a:lnTo>
                  <a:lnTo>
                    <a:pt x="26479" y="3403"/>
                  </a:lnTo>
                  <a:lnTo>
                    <a:pt x="12700" y="12700"/>
                  </a:lnTo>
                  <a:lnTo>
                    <a:pt x="3403" y="26479"/>
                  </a:lnTo>
                  <a:lnTo>
                    <a:pt x="0" y="43357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700" y="181102"/>
                  </a:lnTo>
                  <a:lnTo>
                    <a:pt x="26479" y="190398"/>
                  </a:lnTo>
                  <a:lnTo>
                    <a:pt x="43357" y="193814"/>
                  </a:lnTo>
                  <a:lnTo>
                    <a:pt x="731774" y="193814"/>
                  </a:lnTo>
                  <a:lnTo>
                    <a:pt x="748639" y="190398"/>
                  </a:lnTo>
                  <a:lnTo>
                    <a:pt x="762431" y="181102"/>
                  </a:lnTo>
                  <a:lnTo>
                    <a:pt x="771715" y="167322"/>
                  </a:lnTo>
                  <a:lnTo>
                    <a:pt x="775131" y="150444"/>
                  </a:lnTo>
                  <a:lnTo>
                    <a:pt x="775131" y="121132"/>
                  </a:lnTo>
                  <a:lnTo>
                    <a:pt x="775131" y="72682"/>
                  </a:lnTo>
                  <a:lnTo>
                    <a:pt x="775131" y="43357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8020" y="2663952"/>
              <a:ext cx="503661" cy="91438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83811" y="3466451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1444" y="4090415"/>
            <a:ext cx="503661" cy="9143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146628" y="4893185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05605" y="3340251"/>
            <a:ext cx="149860" cy="899160"/>
          </a:xfrm>
          <a:custGeom>
            <a:avLst/>
            <a:gdLst/>
            <a:ahLst/>
            <a:cxnLst/>
            <a:rect l="l" t="t" r="r" b="b"/>
            <a:pathLst>
              <a:path w="149860" h="899160">
                <a:moveTo>
                  <a:pt x="23253" y="0"/>
                </a:moveTo>
                <a:lnTo>
                  <a:pt x="47473" y="34041"/>
                </a:lnTo>
                <a:lnTo>
                  <a:pt x="69218" y="71523"/>
                </a:lnTo>
                <a:lnTo>
                  <a:pt x="88451" y="112069"/>
                </a:lnTo>
                <a:lnTo>
                  <a:pt x="105138" y="155304"/>
                </a:lnTo>
                <a:lnTo>
                  <a:pt x="119242" y="200852"/>
                </a:lnTo>
                <a:lnTo>
                  <a:pt x="130730" y="248337"/>
                </a:lnTo>
                <a:lnTo>
                  <a:pt x="139564" y="297385"/>
                </a:lnTo>
                <a:lnTo>
                  <a:pt x="145710" y="347619"/>
                </a:lnTo>
                <a:lnTo>
                  <a:pt x="149132" y="398664"/>
                </a:lnTo>
                <a:lnTo>
                  <a:pt x="149795" y="450145"/>
                </a:lnTo>
                <a:lnTo>
                  <a:pt x="147663" y="501685"/>
                </a:lnTo>
                <a:lnTo>
                  <a:pt x="142700" y="552910"/>
                </a:lnTo>
                <a:lnTo>
                  <a:pt x="134872" y="603443"/>
                </a:lnTo>
                <a:lnTo>
                  <a:pt x="124143" y="652910"/>
                </a:lnTo>
                <a:lnTo>
                  <a:pt x="110478" y="700934"/>
                </a:lnTo>
                <a:lnTo>
                  <a:pt x="93840" y="747141"/>
                </a:lnTo>
                <a:lnTo>
                  <a:pt x="73894" y="791618"/>
                </a:lnTo>
                <a:lnTo>
                  <a:pt x="51473" y="831986"/>
                </a:lnTo>
                <a:lnTo>
                  <a:pt x="26774" y="867920"/>
                </a:lnTo>
                <a:lnTo>
                  <a:pt x="0" y="899096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35016" y="4946722"/>
            <a:ext cx="697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Internet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1494" y="1560150"/>
            <a:ext cx="17602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LoRaWAN</a:t>
            </a:r>
            <a:r>
              <a:rPr sz="20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57400" y="2988945"/>
            <a:ext cx="7689850" cy="3854450"/>
            <a:chOff x="3557400" y="2988945"/>
            <a:chExt cx="7689850" cy="3854450"/>
          </a:xfrm>
        </p:grpSpPr>
        <p:sp>
          <p:nvSpPr>
            <p:cNvPr id="18" name="object 18"/>
            <p:cNvSpPr/>
            <p:nvPr/>
          </p:nvSpPr>
          <p:spPr>
            <a:xfrm>
              <a:off x="7855457" y="5822442"/>
              <a:ext cx="3377565" cy="361315"/>
            </a:xfrm>
            <a:custGeom>
              <a:avLst/>
              <a:gdLst/>
              <a:ahLst/>
              <a:cxnLst/>
              <a:rect l="l" t="t" r="r" b="b"/>
              <a:pathLst>
                <a:path w="3377565" h="361314">
                  <a:moveTo>
                    <a:pt x="3377184" y="0"/>
                  </a:moveTo>
                  <a:lnTo>
                    <a:pt x="3370290" y="57079"/>
                  </a:lnTo>
                  <a:lnTo>
                    <a:pt x="3351094" y="106653"/>
                  </a:lnTo>
                  <a:lnTo>
                    <a:pt x="3321823" y="145748"/>
                  </a:lnTo>
                  <a:lnTo>
                    <a:pt x="3284705" y="171386"/>
                  </a:lnTo>
                  <a:lnTo>
                    <a:pt x="3241967" y="180594"/>
                  </a:lnTo>
                  <a:lnTo>
                    <a:pt x="1823808" y="180594"/>
                  </a:lnTo>
                  <a:lnTo>
                    <a:pt x="1781070" y="189801"/>
                  </a:lnTo>
                  <a:lnTo>
                    <a:pt x="1743952" y="215439"/>
                  </a:lnTo>
                  <a:lnTo>
                    <a:pt x="1714681" y="254534"/>
                  </a:lnTo>
                  <a:lnTo>
                    <a:pt x="1695485" y="304108"/>
                  </a:lnTo>
                  <a:lnTo>
                    <a:pt x="1688592" y="361188"/>
                  </a:lnTo>
                  <a:lnTo>
                    <a:pt x="1681698" y="304108"/>
                  </a:lnTo>
                  <a:lnTo>
                    <a:pt x="1662502" y="254534"/>
                  </a:lnTo>
                  <a:lnTo>
                    <a:pt x="1633231" y="215439"/>
                  </a:lnTo>
                  <a:lnTo>
                    <a:pt x="1596113" y="189801"/>
                  </a:lnTo>
                  <a:lnTo>
                    <a:pt x="1553375" y="180594"/>
                  </a:lnTo>
                  <a:lnTo>
                    <a:pt x="135216" y="180594"/>
                  </a:lnTo>
                  <a:lnTo>
                    <a:pt x="92478" y="171386"/>
                  </a:lnTo>
                  <a:lnTo>
                    <a:pt x="55360" y="145748"/>
                  </a:lnTo>
                  <a:lnTo>
                    <a:pt x="26089" y="106653"/>
                  </a:lnTo>
                  <a:lnTo>
                    <a:pt x="6893" y="57079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84858" y="3928872"/>
              <a:ext cx="1308100" cy="0"/>
            </a:xfrm>
            <a:custGeom>
              <a:avLst/>
              <a:gdLst/>
              <a:ahLst/>
              <a:cxnLst/>
              <a:rect l="l" t="t" r="r" b="b"/>
              <a:pathLst>
                <a:path w="1308100">
                  <a:moveTo>
                    <a:pt x="0" y="0"/>
                  </a:moveTo>
                  <a:lnTo>
                    <a:pt x="130793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0391" y="3197352"/>
              <a:ext cx="0" cy="1542415"/>
            </a:xfrm>
            <a:custGeom>
              <a:avLst/>
              <a:gdLst/>
              <a:ahLst/>
              <a:cxnLst/>
              <a:rect l="l" t="t" r="r" b="b"/>
              <a:pathLst>
                <a:path h="1542414">
                  <a:moveTo>
                    <a:pt x="0" y="0"/>
                  </a:moveTo>
                  <a:lnTo>
                    <a:pt x="0" y="1541843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85975" y="3223260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89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85975" y="4712208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89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02757" y="3096012"/>
              <a:ext cx="2559050" cy="1697989"/>
            </a:xfrm>
            <a:custGeom>
              <a:avLst/>
              <a:gdLst/>
              <a:ahLst/>
              <a:cxnLst/>
              <a:rect l="l" t="t" r="r" b="b"/>
              <a:pathLst>
                <a:path w="2559050" h="1697989">
                  <a:moveTo>
                    <a:pt x="0" y="282956"/>
                  </a:moveTo>
                  <a:lnTo>
                    <a:pt x="3703" y="237058"/>
                  </a:lnTo>
                  <a:lnTo>
                    <a:pt x="14425" y="193519"/>
                  </a:lnTo>
                  <a:lnTo>
                    <a:pt x="31582" y="152920"/>
                  </a:lnTo>
                  <a:lnTo>
                    <a:pt x="54593" y="115845"/>
                  </a:lnTo>
                  <a:lnTo>
                    <a:pt x="82875" y="82875"/>
                  </a:lnTo>
                  <a:lnTo>
                    <a:pt x="115845" y="54593"/>
                  </a:lnTo>
                  <a:lnTo>
                    <a:pt x="152920" y="31582"/>
                  </a:lnTo>
                  <a:lnTo>
                    <a:pt x="193519" y="14425"/>
                  </a:lnTo>
                  <a:lnTo>
                    <a:pt x="237058" y="3703"/>
                  </a:lnTo>
                  <a:lnTo>
                    <a:pt x="282956" y="0"/>
                  </a:lnTo>
                  <a:lnTo>
                    <a:pt x="2275840" y="0"/>
                  </a:lnTo>
                  <a:lnTo>
                    <a:pt x="2321737" y="3703"/>
                  </a:lnTo>
                  <a:lnTo>
                    <a:pt x="2365276" y="14425"/>
                  </a:lnTo>
                  <a:lnTo>
                    <a:pt x="2405875" y="31582"/>
                  </a:lnTo>
                  <a:lnTo>
                    <a:pt x="2442950" y="54593"/>
                  </a:lnTo>
                  <a:lnTo>
                    <a:pt x="2475920" y="82875"/>
                  </a:lnTo>
                  <a:lnTo>
                    <a:pt x="2504202" y="115845"/>
                  </a:lnTo>
                  <a:lnTo>
                    <a:pt x="2527213" y="152920"/>
                  </a:lnTo>
                  <a:lnTo>
                    <a:pt x="2544370" y="193519"/>
                  </a:lnTo>
                  <a:lnTo>
                    <a:pt x="2555092" y="237058"/>
                  </a:lnTo>
                  <a:lnTo>
                    <a:pt x="2558796" y="282956"/>
                  </a:lnTo>
                  <a:lnTo>
                    <a:pt x="2558796" y="1414767"/>
                  </a:lnTo>
                  <a:lnTo>
                    <a:pt x="2555092" y="1460664"/>
                  </a:lnTo>
                  <a:lnTo>
                    <a:pt x="2544370" y="1504205"/>
                  </a:lnTo>
                  <a:lnTo>
                    <a:pt x="2527213" y="1544805"/>
                  </a:lnTo>
                  <a:lnTo>
                    <a:pt x="2504202" y="1581882"/>
                  </a:lnTo>
                  <a:lnTo>
                    <a:pt x="2475920" y="1614854"/>
                  </a:lnTo>
                  <a:lnTo>
                    <a:pt x="2442950" y="1643137"/>
                  </a:lnTo>
                  <a:lnTo>
                    <a:pt x="2405875" y="1666150"/>
                  </a:lnTo>
                  <a:lnTo>
                    <a:pt x="2365276" y="1683309"/>
                  </a:lnTo>
                  <a:lnTo>
                    <a:pt x="2321737" y="1694032"/>
                  </a:lnTo>
                  <a:lnTo>
                    <a:pt x="2275840" y="1697736"/>
                  </a:lnTo>
                  <a:lnTo>
                    <a:pt x="282956" y="1697736"/>
                  </a:lnTo>
                  <a:lnTo>
                    <a:pt x="237058" y="1694032"/>
                  </a:lnTo>
                  <a:lnTo>
                    <a:pt x="193519" y="1683309"/>
                  </a:lnTo>
                  <a:lnTo>
                    <a:pt x="152920" y="1666150"/>
                  </a:lnTo>
                  <a:lnTo>
                    <a:pt x="115845" y="1643137"/>
                  </a:lnTo>
                  <a:lnTo>
                    <a:pt x="82875" y="1614854"/>
                  </a:lnTo>
                  <a:lnTo>
                    <a:pt x="54593" y="1581882"/>
                  </a:lnTo>
                  <a:lnTo>
                    <a:pt x="31582" y="1544805"/>
                  </a:lnTo>
                  <a:lnTo>
                    <a:pt x="14425" y="1504205"/>
                  </a:lnTo>
                  <a:lnTo>
                    <a:pt x="3703" y="1460664"/>
                  </a:lnTo>
                  <a:lnTo>
                    <a:pt x="0" y="1414767"/>
                  </a:lnTo>
                  <a:lnTo>
                    <a:pt x="0" y="2829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0391" y="3944112"/>
              <a:ext cx="641985" cy="0"/>
            </a:xfrm>
            <a:custGeom>
              <a:avLst/>
              <a:gdLst/>
              <a:ahLst/>
              <a:cxnLst/>
              <a:rect l="l" t="t" r="r" b="b"/>
              <a:pathLst>
                <a:path w="641985">
                  <a:moveTo>
                    <a:pt x="0" y="0"/>
                  </a:moveTo>
                  <a:lnTo>
                    <a:pt x="641565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2144" y="3017520"/>
              <a:ext cx="0" cy="1980564"/>
            </a:xfrm>
            <a:custGeom>
              <a:avLst/>
              <a:gdLst/>
              <a:ahLst/>
              <a:cxnLst/>
              <a:rect l="l" t="t" r="r" b="b"/>
              <a:pathLst>
                <a:path h="1980564">
                  <a:moveTo>
                    <a:pt x="0" y="0"/>
                  </a:moveTo>
                  <a:lnTo>
                    <a:pt x="0" y="1980006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52330" y="3046476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46234" y="4972812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90">
                  <a:moveTo>
                    <a:pt x="720001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1371" y="6057900"/>
              <a:ext cx="1877566" cy="7851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371374" y="6271379"/>
              <a:ext cx="518795" cy="519430"/>
            </a:xfrm>
            <a:custGeom>
              <a:avLst/>
              <a:gdLst/>
              <a:ahLst/>
              <a:cxnLst/>
              <a:rect l="l" t="t" r="r" b="b"/>
              <a:pathLst>
                <a:path w="518795" h="519429">
                  <a:moveTo>
                    <a:pt x="443826" y="0"/>
                  </a:moveTo>
                  <a:lnTo>
                    <a:pt x="265544" y="178714"/>
                  </a:lnTo>
                  <a:lnTo>
                    <a:pt x="86829" y="431"/>
                  </a:lnTo>
                  <a:lnTo>
                    <a:pt x="0" y="87464"/>
                  </a:lnTo>
                  <a:lnTo>
                    <a:pt x="178714" y="265760"/>
                  </a:lnTo>
                  <a:lnTo>
                    <a:pt x="431" y="444474"/>
                  </a:lnTo>
                  <a:lnTo>
                    <a:pt x="74955" y="518820"/>
                  </a:lnTo>
                  <a:lnTo>
                    <a:pt x="253237" y="340106"/>
                  </a:lnTo>
                  <a:lnTo>
                    <a:pt x="431952" y="518401"/>
                  </a:lnTo>
                  <a:lnTo>
                    <a:pt x="518794" y="431355"/>
                  </a:lnTo>
                  <a:lnTo>
                    <a:pt x="340067" y="253072"/>
                  </a:lnTo>
                  <a:lnTo>
                    <a:pt x="518363" y="74358"/>
                  </a:lnTo>
                  <a:lnTo>
                    <a:pt x="443826" y="0"/>
                  </a:lnTo>
                  <a:close/>
                </a:path>
              </a:pathLst>
            </a:custGeom>
            <a:solidFill>
              <a:srgbClr val="FF0000">
                <a:alpha val="780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248346" y="5808154"/>
            <a:ext cx="6536055" cy="1049020"/>
            <a:chOff x="1248346" y="5808154"/>
            <a:chExt cx="6536055" cy="1049020"/>
          </a:xfrm>
        </p:grpSpPr>
        <p:sp>
          <p:nvSpPr>
            <p:cNvPr id="31" name="object 31"/>
            <p:cNvSpPr/>
            <p:nvPr/>
          </p:nvSpPr>
          <p:spPr>
            <a:xfrm>
              <a:off x="1262633" y="5822441"/>
              <a:ext cx="6507480" cy="361315"/>
            </a:xfrm>
            <a:custGeom>
              <a:avLst/>
              <a:gdLst/>
              <a:ahLst/>
              <a:cxnLst/>
              <a:rect l="l" t="t" r="r" b="b"/>
              <a:pathLst>
                <a:path w="6507480" h="361314">
                  <a:moveTo>
                    <a:pt x="6507480" y="0"/>
                  </a:moveTo>
                  <a:lnTo>
                    <a:pt x="6500586" y="57079"/>
                  </a:lnTo>
                  <a:lnTo>
                    <a:pt x="6481389" y="106653"/>
                  </a:lnTo>
                  <a:lnTo>
                    <a:pt x="6452116" y="145748"/>
                  </a:lnTo>
                  <a:lnTo>
                    <a:pt x="6414994" y="171386"/>
                  </a:lnTo>
                  <a:lnTo>
                    <a:pt x="6372250" y="180594"/>
                  </a:lnTo>
                  <a:lnTo>
                    <a:pt x="3388969" y="180594"/>
                  </a:lnTo>
                  <a:lnTo>
                    <a:pt x="3346225" y="189801"/>
                  </a:lnTo>
                  <a:lnTo>
                    <a:pt x="3309103" y="215439"/>
                  </a:lnTo>
                  <a:lnTo>
                    <a:pt x="3279830" y="254534"/>
                  </a:lnTo>
                  <a:lnTo>
                    <a:pt x="3260633" y="304108"/>
                  </a:lnTo>
                  <a:lnTo>
                    <a:pt x="3253740" y="361188"/>
                  </a:lnTo>
                  <a:lnTo>
                    <a:pt x="3246846" y="304108"/>
                  </a:lnTo>
                  <a:lnTo>
                    <a:pt x="3227649" y="254534"/>
                  </a:lnTo>
                  <a:lnTo>
                    <a:pt x="3198376" y="215439"/>
                  </a:lnTo>
                  <a:lnTo>
                    <a:pt x="3161254" y="189801"/>
                  </a:lnTo>
                  <a:lnTo>
                    <a:pt x="3118510" y="180594"/>
                  </a:lnTo>
                  <a:lnTo>
                    <a:pt x="135229" y="180594"/>
                  </a:lnTo>
                  <a:lnTo>
                    <a:pt x="92485" y="171386"/>
                  </a:lnTo>
                  <a:lnTo>
                    <a:pt x="55363" y="145748"/>
                  </a:lnTo>
                  <a:lnTo>
                    <a:pt x="26090" y="106653"/>
                  </a:lnTo>
                  <a:lnTo>
                    <a:pt x="6893" y="57079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7995" y="6071615"/>
              <a:ext cx="1877567" cy="78512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90010" y="6080000"/>
              <a:ext cx="1623060" cy="721360"/>
            </a:xfrm>
            <a:custGeom>
              <a:avLst/>
              <a:gdLst/>
              <a:ahLst/>
              <a:cxnLst/>
              <a:rect l="l" t="t" r="r" b="b"/>
              <a:pathLst>
                <a:path w="1623060" h="721359">
                  <a:moveTo>
                    <a:pt x="0" y="120141"/>
                  </a:moveTo>
                  <a:lnTo>
                    <a:pt x="9440" y="73375"/>
                  </a:lnTo>
                  <a:lnTo>
                    <a:pt x="35186" y="35186"/>
                  </a:lnTo>
                  <a:lnTo>
                    <a:pt x="73375" y="9440"/>
                  </a:lnTo>
                  <a:lnTo>
                    <a:pt x="120142" y="0"/>
                  </a:lnTo>
                  <a:lnTo>
                    <a:pt x="1502918" y="0"/>
                  </a:lnTo>
                  <a:lnTo>
                    <a:pt x="1549684" y="9440"/>
                  </a:lnTo>
                  <a:lnTo>
                    <a:pt x="1587873" y="35186"/>
                  </a:lnTo>
                  <a:lnTo>
                    <a:pt x="1613619" y="73375"/>
                  </a:lnTo>
                  <a:lnTo>
                    <a:pt x="1623060" y="120141"/>
                  </a:lnTo>
                  <a:lnTo>
                    <a:pt x="1623060" y="600709"/>
                  </a:lnTo>
                  <a:lnTo>
                    <a:pt x="1613619" y="647471"/>
                  </a:lnTo>
                  <a:lnTo>
                    <a:pt x="1587873" y="685660"/>
                  </a:lnTo>
                  <a:lnTo>
                    <a:pt x="1549684" y="711409"/>
                  </a:lnTo>
                  <a:lnTo>
                    <a:pt x="1502918" y="720851"/>
                  </a:lnTo>
                  <a:lnTo>
                    <a:pt x="120142" y="720851"/>
                  </a:lnTo>
                  <a:lnTo>
                    <a:pt x="73375" y="711409"/>
                  </a:lnTo>
                  <a:lnTo>
                    <a:pt x="35186" y="685660"/>
                  </a:lnTo>
                  <a:lnTo>
                    <a:pt x="9440" y="647471"/>
                  </a:lnTo>
                  <a:lnTo>
                    <a:pt x="0" y="600709"/>
                  </a:lnTo>
                  <a:lnTo>
                    <a:pt x="0" y="120141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31026" y="4813612"/>
            <a:ext cx="9994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0035">
              <a:lnSpc>
                <a:spcPct val="10000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LoRa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modulation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17610" y="5264655"/>
            <a:ext cx="2781935" cy="443230"/>
            <a:chOff x="2217610" y="5264655"/>
            <a:chExt cx="2781935" cy="443230"/>
          </a:xfrm>
        </p:grpSpPr>
        <p:sp>
          <p:nvSpPr>
            <p:cNvPr id="36" name="object 36"/>
            <p:cNvSpPr/>
            <p:nvPr/>
          </p:nvSpPr>
          <p:spPr>
            <a:xfrm>
              <a:off x="2231898" y="5332506"/>
              <a:ext cx="2731135" cy="360680"/>
            </a:xfrm>
            <a:custGeom>
              <a:avLst/>
              <a:gdLst/>
              <a:ahLst/>
              <a:cxnLst/>
              <a:rect l="l" t="t" r="r" b="b"/>
              <a:pathLst>
                <a:path w="2731135" h="360679">
                  <a:moveTo>
                    <a:pt x="0" y="45262"/>
                  </a:moveTo>
                  <a:lnTo>
                    <a:pt x="18714" y="90880"/>
                  </a:lnTo>
                  <a:lnTo>
                    <a:pt x="50829" y="120868"/>
                  </a:lnTo>
                  <a:lnTo>
                    <a:pt x="97361" y="150221"/>
                  </a:lnTo>
                  <a:lnTo>
                    <a:pt x="157202" y="178684"/>
                  </a:lnTo>
                  <a:lnTo>
                    <a:pt x="229241" y="206005"/>
                  </a:lnTo>
                  <a:lnTo>
                    <a:pt x="269489" y="219158"/>
                  </a:lnTo>
                  <a:lnTo>
                    <a:pt x="312370" y="231929"/>
                  </a:lnTo>
                  <a:lnTo>
                    <a:pt x="357747" y="244288"/>
                  </a:lnTo>
                  <a:lnTo>
                    <a:pt x="405481" y="256202"/>
                  </a:lnTo>
                  <a:lnTo>
                    <a:pt x="455433" y="267641"/>
                  </a:lnTo>
                  <a:lnTo>
                    <a:pt x="507464" y="278571"/>
                  </a:lnTo>
                  <a:lnTo>
                    <a:pt x="561435" y="288962"/>
                  </a:lnTo>
                  <a:lnTo>
                    <a:pt x="617209" y="298781"/>
                  </a:lnTo>
                  <a:lnTo>
                    <a:pt x="674647" y="307997"/>
                  </a:lnTo>
                  <a:lnTo>
                    <a:pt x="733609" y="316578"/>
                  </a:lnTo>
                  <a:lnTo>
                    <a:pt x="793958" y="324493"/>
                  </a:lnTo>
                  <a:lnTo>
                    <a:pt x="855554" y="331709"/>
                  </a:lnTo>
                  <a:lnTo>
                    <a:pt x="918259" y="338195"/>
                  </a:lnTo>
                  <a:lnTo>
                    <a:pt x="981935" y="343919"/>
                  </a:lnTo>
                  <a:lnTo>
                    <a:pt x="1046442" y="348850"/>
                  </a:lnTo>
                  <a:lnTo>
                    <a:pt x="1111643" y="352955"/>
                  </a:lnTo>
                  <a:lnTo>
                    <a:pt x="1177398" y="356204"/>
                  </a:lnTo>
                  <a:lnTo>
                    <a:pt x="1243568" y="358563"/>
                  </a:lnTo>
                  <a:lnTo>
                    <a:pt x="1310017" y="360002"/>
                  </a:lnTo>
                  <a:lnTo>
                    <a:pt x="1376603" y="360489"/>
                  </a:lnTo>
                  <a:lnTo>
                    <a:pt x="1440239" y="359885"/>
                  </a:lnTo>
                  <a:lnTo>
                    <a:pt x="1503754" y="358097"/>
                  </a:lnTo>
                  <a:lnTo>
                    <a:pt x="1567027" y="355163"/>
                  </a:lnTo>
                  <a:lnTo>
                    <a:pt x="1629936" y="351121"/>
                  </a:lnTo>
                  <a:lnTo>
                    <a:pt x="1692362" y="346008"/>
                  </a:lnTo>
                  <a:lnTo>
                    <a:pt x="1754183" y="339863"/>
                  </a:lnTo>
                  <a:lnTo>
                    <a:pt x="1815278" y="332722"/>
                  </a:lnTo>
                  <a:lnTo>
                    <a:pt x="1875526" y="324623"/>
                  </a:lnTo>
                  <a:lnTo>
                    <a:pt x="1934806" y="315605"/>
                  </a:lnTo>
                  <a:lnTo>
                    <a:pt x="1992998" y="305704"/>
                  </a:lnTo>
                  <a:lnTo>
                    <a:pt x="2049979" y="294958"/>
                  </a:lnTo>
                  <a:lnTo>
                    <a:pt x="2105630" y="283405"/>
                  </a:lnTo>
                  <a:lnTo>
                    <a:pt x="2159828" y="271083"/>
                  </a:lnTo>
                  <a:lnTo>
                    <a:pt x="2212454" y="258029"/>
                  </a:lnTo>
                  <a:lnTo>
                    <a:pt x="2263386" y="244280"/>
                  </a:lnTo>
                  <a:lnTo>
                    <a:pt x="2312503" y="229876"/>
                  </a:lnTo>
                  <a:lnTo>
                    <a:pt x="2359685" y="214852"/>
                  </a:lnTo>
                  <a:lnTo>
                    <a:pt x="2404810" y="199247"/>
                  </a:lnTo>
                  <a:lnTo>
                    <a:pt x="2447756" y="183099"/>
                  </a:lnTo>
                  <a:lnTo>
                    <a:pt x="2488404" y="166444"/>
                  </a:lnTo>
                  <a:lnTo>
                    <a:pt x="2526633" y="149322"/>
                  </a:lnTo>
                  <a:lnTo>
                    <a:pt x="2562320" y="131768"/>
                  </a:lnTo>
                  <a:lnTo>
                    <a:pt x="2625589" y="95520"/>
                  </a:lnTo>
                  <a:lnTo>
                    <a:pt x="2677244" y="58002"/>
                  </a:lnTo>
                  <a:lnTo>
                    <a:pt x="2716315" y="19513"/>
                  </a:lnTo>
                  <a:lnTo>
                    <a:pt x="2730830" y="0"/>
                  </a:lnTo>
                </a:path>
              </a:pathLst>
            </a:custGeom>
            <a:ln w="28575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17541" y="5264655"/>
              <a:ext cx="81915" cy="95250"/>
            </a:xfrm>
            <a:custGeom>
              <a:avLst/>
              <a:gdLst/>
              <a:ahLst/>
              <a:cxnLst/>
              <a:rect l="l" t="t" r="r" b="b"/>
              <a:pathLst>
                <a:path w="81914" h="95250">
                  <a:moveTo>
                    <a:pt x="67564" y="0"/>
                  </a:moveTo>
                  <a:lnTo>
                    <a:pt x="0" y="67983"/>
                  </a:lnTo>
                  <a:lnTo>
                    <a:pt x="81407" y="94843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089645" y="2998680"/>
            <a:ext cx="56007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u="heavy" spc="-204" dirty="0">
                <a:solidFill>
                  <a:srgbClr val="595958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heavy" spc="-20" dirty="0">
                <a:solidFill>
                  <a:srgbClr val="595958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HTTP</a:t>
            </a:r>
            <a:endParaRPr sz="16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</a:pP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or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i="1" u="heavy" spc="-204" dirty="0">
                <a:solidFill>
                  <a:srgbClr val="595958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heavy" spc="-20" dirty="0">
                <a:solidFill>
                  <a:srgbClr val="595958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MQT</a:t>
            </a: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74212" y="4390377"/>
            <a:ext cx="527685" cy="716280"/>
          </a:xfrm>
          <a:custGeom>
            <a:avLst/>
            <a:gdLst/>
            <a:ahLst/>
            <a:cxnLst/>
            <a:rect l="l" t="t" r="r" b="b"/>
            <a:pathLst>
              <a:path w="527684" h="716279">
                <a:moveTo>
                  <a:pt x="527126" y="489889"/>
                </a:moveTo>
                <a:lnTo>
                  <a:pt x="517664" y="509866"/>
                </a:lnTo>
                <a:lnTo>
                  <a:pt x="491007" y="527862"/>
                </a:lnTo>
                <a:lnTo>
                  <a:pt x="470649" y="535393"/>
                </a:lnTo>
                <a:lnTo>
                  <a:pt x="470649" y="621792"/>
                </a:lnTo>
                <a:lnTo>
                  <a:pt x="469290" y="629500"/>
                </a:lnTo>
                <a:lnTo>
                  <a:pt x="465467" y="635457"/>
                </a:lnTo>
                <a:lnTo>
                  <a:pt x="459524" y="639279"/>
                </a:lnTo>
                <a:lnTo>
                  <a:pt x="451827" y="640638"/>
                </a:lnTo>
                <a:lnTo>
                  <a:pt x="444119" y="639279"/>
                </a:lnTo>
                <a:lnTo>
                  <a:pt x="438175" y="635457"/>
                </a:lnTo>
                <a:lnTo>
                  <a:pt x="434352" y="629500"/>
                </a:lnTo>
                <a:lnTo>
                  <a:pt x="432993" y="621792"/>
                </a:lnTo>
                <a:lnTo>
                  <a:pt x="434352" y="614083"/>
                </a:lnTo>
                <a:lnTo>
                  <a:pt x="438175" y="608126"/>
                </a:lnTo>
                <a:lnTo>
                  <a:pt x="444119" y="604304"/>
                </a:lnTo>
                <a:lnTo>
                  <a:pt x="451827" y="602945"/>
                </a:lnTo>
                <a:lnTo>
                  <a:pt x="459524" y="604304"/>
                </a:lnTo>
                <a:lnTo>
                  <a:pt x="465467" y="608126"/>
                </a:lnTo>
                <a:lnTo>
                  <a:pt x="469290" y="614083"/>
                </a:lnTo>
                <a:lnTo>
                  <a:pt x="470649" y="621792"/>
                </a:lnTo>
                <a:lnTo>
                  <a:pt x="470649" y="535393"/>
                </a:lnTo>
                <a:lnTo>
                  <a:pt x="449707" y="543128"/>
                </a:lnTo>
                <a:lnTo>
                  <a:pt x="396316" y="554939"/>
                </a:lnTo>
                <a:lnTo>
                  <a:pt x="333425" y="562559"/>
                </a:lnTo>
                <a:lnTo>
                  <a:pt x="263563" y="565264"/>
                </a:lnTo>
                <a:lnTo>
                  <a:pt x="193713" y="562559"/>
                </a:lnTo>
                <a:lnTo>
                  <a:pt x="130810" y="554939"/>
                </a:lnTo>
                <a:lnTo>
                  <a:pt x="77419" y="543128"/>
                </a:lnTo>
                <a:lnTo>
                  <a:pt x="36118" y="527862"/>
                </a:lnTo>
                <a:lnTo>
                  <a:pt x="0" y="489889"/>
                </a:lnTo>
                <a:lnTo>
                  <a:pt x="0" y="640638"/>
                </a:lnTo>
                <a:lnTo>
                  <a:pt x="36118" y="678599"/>
                </a:lnTo>
                <a:lnTo>
                  <a:pt x="77419" y="693864"/>
                </a:lnTo>
                <a:lnTo>
                  <a:pt x="130810" y="705675"/>
                </a:lnTo>
                <a:lnTo>
                  <a:pt x="193713" y="713295"/>
                </a:lnTo>
                <a:lnTo>
                  <a:pt x="263563" y="716000"/>
                </a:lnTo>
                <a:lnTo>
                  <a:pt x="333425" y="713295"/>
                </a:lnTo>
                <a:lnTo>
                  <a:pt x="396316" y="705675"/>
                </a:lnTo>
                <a:lnTo>
                  <a:pt x="449707" y="693864"/>
                </a:lnTo>
                <a:lnTo>
                  <a:pt x="491007" y="678599"/>
                </a:lnTo>
                <a:lnTo>
                  <a:pt x="527126" y="640638"/>
                </a:lnTo>
                <a:lnTo>
                  <a:pt x="527126" y="602945"/>
                </a:lnTo>
                <a:lnTo>
                  <a:pt x="527126" y="565264"/>
                </a:lnTo>
                <a:lnTo>
                  <a:pt x="527126" y="489889"/>
                </a:lnTo>
                <a:close/>
              </a:path>
              <a:path w="527684" h="716279">
                <a:moveTo>
                  <a:pt x="527126" y="301472"/>
                </a:moveTo>
                <a:lnTo>
                  <a:pt x="517664" y="321449"/>
                </a:lnTo>
                <a:lnTo>
                  <a:pt x="491007" y="339432"/>
                </a:lnTo>
                <a:lnTo>
                  <a:pt x="470649" y="346964"/>
                </a:lnTo>
                <a:lnTo>
                  <a:pt x="470649" y="433362"/>
                </a:lnTo>
                <a:lnTo>
                  <a:pt x="469290" y="441083"/>
                </a:lnTo>
                <a:lnTo>
                  <a:pt x="465467" y="447027"/>
                </a:lnTo>
                <a:lnTo>
                  <a:pt x="459524" y="450850"/>
                </a:lnTo>
                <a:lnTo>
                  <a:pt x="451827" y="452208"/>
                </a:lnTo>
                <a:lnTo>
                  <a:pt x="444119" y="450850"/>
                </a:lnTo>
                <a:lnTo>
                  <a:pt x="438175" y="447027"/>
                </a:lnTo>
                <a:lnTo>
                  <a:pt x="434352" y="441083"/>
                </a:lnTo>
                <a:lnTo>
                  <a:pt x="432993" y="433362"/>
                </a:lnTo>
                <a:lnTo>
                  <a:pt x="434352" y="425653"/>
                </a:lnTo>
                <a:lnTo>
                  <a:pt x="438175" y="419709"/>
                </a:lnTo>
                <a:lnTo>
                  <a:pt x="444119" y="415874"/>
                </a:lnTo>
                <a:lnTo>
                  <a:pt x="451827" y="414528"/>
                </a:lnTo>
                <a:lnTo>
                  <a:pt x="459524" y="415874"/>
                </a:lnTo>
                <a:lnTo>
                  <a:pt x="465467" y="419709"/>
                </a:lnTo>
                <a:lnTo>
                  <a:pt x="469290" y="425653"/>
                </a:lnTo>
                <a:lnTo>
                  <a:pt x="470649" y="433362"/>
                </a:lnTo>
                <a:lnTo>
                  <a:pt x="470649" y="346964"/>
                </a:lnTo>
                <a:lnTo>
                  <a:pt x="449707" y="354698"/>
                </a:lnTo>
                <a:lnTo>
                  <a:pt x="396316" y="366509"/>
                </a:lnTo>
                <a:lnTo>
                  <a:pt x="333425" y="374142"/>
                </a:lnTo>
                <a:lnTo>
                  <a:pt x="263563" y="376847"/>
                </a:lnTo>
                <a:lnTo>
                  <a:pt x="193713" y="374142"/>
                </a:lnTo>
                <a:lnTo>
                  <a:pt x="130810" y="366509"/>
                </a:lnTo>
                <a:lnTo>
                  <a:pt x="77419" y="354698"/>
                </a:lnTo>
                <a:lnTo>
                  <a:pt x="36118" y="339432"/>
                </a:lnTo>
                <a:lnTo>
                  <a:pt x="0" y="301472"/>
                </a:lnTo>
                <a:lnTo>
                  <a:pt x="0" y="452208"/>
                </a:lnTo>
                <a:lnTo>
                  <a:pt x="36118" y="490169"/>
                </a:lnTo>
                <a:lnTo>
                  <a:pt x="77419" y="505434"/>
                </a:lnTo>
                <a:lnTo>
                  <a:pt x="130810" y="517245"/>
                </a:lnTo>
                <a:lnTo>
                  <a:pt x="193713" y="524878"/>
                </a:lnTo>
                <a:lnTo>
                  <a:pt x="263563" y="527583"/>
                </a:lnTo>
                <a:lnTo>
                  <a:pt x="333425" y="524878"/>
                </a:lnTo>
                <a:lnTo>
                  <a:pt x="396316" y="517245"/>
                </a:lnTo>
                <a:lnTo>
                  <a:pt x="449707" y="505434"/>
                </a:lnTo>
                <a:lnTo>
                  <a:pt x="491007" y="490169"/>
                </a:lnTo>
                <a:lnTo>
                  <a:pt x="527126" y="452208"/>
                </a:lnTo>
                <a:lnTo>
                  <a:pt x="527126" y="414528"/>
                </a:lnTo>
                <a:lnTo>
                  <a:pt x="527126" y="376847"/>
                </a:lnTo>
                <a:lnTo>
                  <a:pt x="527126" y="301472"/>
                </a:lnTo>
                <a:close/>
              </a:path>
              <a:path w="527684" h="716279">
                <a:moveTo>
                  <a:pt x="527126" y="113055"/>
                </a:moveTo>
                <a:lnTo>
                  <a:pt x="517664" y="133019"/>
                </a:lnTo>
                <a:lnTo>
                  <a:pt x="491007" y="151015"/>
                </a:lnTo>
                <a:lnTo>
                  <a:pt x="470649" y="158546"/>
                </a:lnTo>
                <a:lnTo>
                  <a:pt x="470649" y="244944"/>
                </a:lnTo>
                <a:lnTo>
                  <a:pt x="469290" y="252653"/>
                </a:lnTo>
                <a:lnTo>
                  <a:pt x="465467" y="258610"/>
                </a:lnTo>
                <a:lnTo>
                  <a:pt x="459524" y="262432"/>
                </a:lnTo>
                <a:lnTo>
                  <a:pt x="451827" y="263791"/>
                </a:lnTo>
                <a:lnTo>
                  <a:pt x="444119" y="262432"/>
                </a:lnTo>
                <a:lnTo>
                  <a:pt x="438175" y="258610"/>
                </a:lnTo>
                <a:lnTo>
                  <a:pt x="434352" y="252653"/>
                </a:lnTo>
                <a:lnTo>
                  <a:pt x="432993" y="244944"/>
                </a:lnTo>
                <a:lnTo>
                  <a:pt x="434352" y="237236"/>
                </a:lnTo>
                <a:lnTo>
                  <a:pt x="438175" y="231279"/>
                </a:lnTo>
                <a:lnTo>
                  <a:pt x="444119" y="227457"/>
                </a:lnTo>
                <a:lnTo>
                  <a:pt x="451827" y="226098"/>
                </a:lnTo>
                <a:lnTo>
                  <a:pt x="459524" y="227457"/>
                </a:lnTo>
                <a:lnTo>
                  <a:pt x="465467" y="231279"/>
                </a:lnTo>
                <a:lnTo>
                  <a:pt x="469290" y="237236"/>
                </a:lnTo>
                <a:lnTo>
                  <a:pt x="470649" y="244944"/>
                </a:lnTo>
                <a:lnTo>
                  <a:pt x="470649" y="158546"/>
                </a:lnTo>
                <a:lnTo>
                  <a:pt x="449707" y="166281"/>
                </a:lnTo>
                <a:lnTo>
                  <a:pt x="396316" y="178092"/>
                </a:lnTo>
                <a:lnTo>
                  <a:pt x="333425" y="185712"/>
                </a:lnTo>
                <a:lnTo>
                  <a:pt x="263563" y="188417"/>
                </a:lnTo>
                <a:lnTo>
                  <a:pt x="193713" y="185712"/>
                </a:lnTo>
                <a:lnTo>
                  <a:pt x="130810" y="178092"/>
                </a:lnTo>
                <a:lnTo>
                  <a:pt x="77419" y="166281"/>
                </a:lnTo>
                <a:lnTo>
                  <a:pt x="36118" y="151015"/>
                </a:lnTo>
                <a:lnTo>
                  <a:pt x="0" y="113055"/>
                </a:lnTo>
                <a:lnTo>
                  <a:pt x="0" y="263791"/>
                </a:lnTo>
                <a:lnTo>
                  <a:pt x="36118" y="301752"/>
                </a:lnTo>
                <a:lnTo>
                  <a:pt x="77419" y="317017"/>
                </a:lnTo>
                <a:lnTo>
                  <a:pt x="130810" y="328828"/>
                </a:lnTo>
                <a:lnTo>
                  <a:pt x="193713" y="336448"/>
                </a:lnTo>
                <a:lnTo>
                  <a:pt x="263563" y="339153"/>
                </a:lnTo>
                <a:lnTo>
                  <a:pt x="333425" y="336448"/>
                </a:lnTo>
                <a:lnTo>
                  <a:pt x="396316" y="328828"/>
                </a:lnTo>
                <a:lnTo>
                  <a:pt x="449707" y="317017"/>
                </a:lnTo>
                <a:lnTo>
                  <a:pt x="491007" y="301752"/>
                </a:lnTo>
                <a:lnTo>
                  <a:pt x="527126" y="263791"/>
                </a:lnTo>
                <a:lnTo>
                  <a:pt x="527126" y="226098"/>
                </a:lnTo>
                <a:lnTo>
                  <a:pt x="527126" y="188417"/>
                </a:lnTo>
                <a:lnTo>
                  <a:pt x="527126" y="113055"/>
                </a:lnTo>
                <a:close/>
              </a:path>
              <a:path w="527684" h="716279">
                <a:moveTo>
                  <a:pt x="527126" y="75361"/>
                </a:moveTo>
                <a:lnTo>
                  <a:pt x="491147" y="37325"/>
                </a:lnTo>
                <a:lnTo>
                  <a:pt x="449935" y="22072"/>
                </a:lnTo>
                <a:lnTo>
                  <a:pt x="396582" y="10287"/>
                </a:lnTo>
                <a:lnTo>
                  <a:pt x="333629" y="2692"/>
                </a:lnTo>
                <a:lnTo>
                  <a:pt x="263563" y="0"/>
                </a:lnTo>
                <a:lnTo>
                  <a:pt x="193497" y="2692"/>
                </a:lnTo>
                <a:lnTo>
                  <a:pt x="130543" y="10287"/>
                </a:lnTo>
                <a:lnTo>
                  <a:pt x="77190" y="22072"/>
                </a:lnTo>
                <a:lnTo>
                  <a:pt x="35979" y="37325"/>
                </a:lnTo>
                <a:lnTo>
                  <a:pt x="0" y="75361"/>
                </a:lnTo>
                <a:lnTo>
                  <a:pt x="9410" y="95402"/>
                </a:lnTo>
                <a:lnTo>
                  <a:pt x="77190" y="128663"/>
                </a:lnTo>
                <a:lnTo>
                  <a:pt x="130543" y="140449"/>
                </a:lnTo>
                <a:lnTo>
                  <a:pt x="193497" y="148043"/>
                </a:lnTo>
                <a:lnTo>
                  <a:pt x="263563" y="150736"/>
                </a:lnTo>
                <a:lnTo>
                  <a:pt x="333629" y="148043"/>
                </a:lnTo>
                <a:lnTo>
                  <a:pt x="396582" y="140449"/>
                </a:lnTo>
                <a:lnTo>
                  <a:pt x="449935" y="128663"/>
                </a:lnTo>
                <a:lnTo>
                  <a:pt x="491147" y="113398"/>
                </a:lnTo>
                <a:lnTo>
                  <a:pt x="527126" y="75361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05822" y="3561194"/>
            <a:ext cx="865505" cy="527685"/>
          </a:xfrm>
          <a:custGeom>
            <a:avLst/>
            <a:gdLst/>
            <a:ahLst/>
            <a:cxnLst/>
            <a:rect l="l" t="t" r="r" b="b"/>
            <a:pathLst>
              <a:path w="865504" h="527685">
                <a:moveTo>
                  <a:pt x="536816" y="356336"/>
                </a:moveTo>
                <a:lnTo>
                  <a:pt x="474497" y="356336"/>
                </a:lnTo>
                <a:lnTo>
                  <a:pt x="464743" y="363562"/>
                </a:lnTo>
                <a:lnTo>
                  <a:pt x="453923" y="368846"/>
                </a:lnTo>
                <a:lnTo>
                  <a:pt x="442341" y="372097"/>
                </a:lnTo>
                <a:lnTo>
                  <a:pt x="430263" y="373202"/>
                </a:lnTo>
                <a:lnTo>
                  <a:pt x="411899" y="370611"/>
                </a:lnTo>
                <a:lnTo>
                  <a:pt x="395224" y="363283"/>
                </a:lnTo>
                <a:lnTo>
                  <a:pt x="381127" y="351751"/>
                </a:lnTo>
                <a:lnTo>
                  <a:pt x="370484" y="336562"/>
                </a:lnTo>
                <a:lnTo>
                  <a:pt x="404837" y="336562"/>
                </a:lnTo>
                <a:lnTo>
                  <a:pt x="343852" y="275513"/>
                </a:lnTo>
                <a:lnTo>
                  <a:pt x="282752" y="336562"/>
                </a:lnTo>
                <a:lnTo>
                  <a:pt x="316738" y="336562"/>
                </a:lnTo>
                <a:lnTo>
                  <a:pt x="326034" y="360476"/>
                </a:lnTo>
                <a:lnTo>
                  <a:pt x="340093" y="381584"/>
                </a:lnTo>
                <a:lnTo>
                  <a:pt x="358343" y="399199"/>
                </a:lnTo>
                <a:lnTo>
                  <a:pt x="380199" y="412610"/>
                </a:lnTo>
                <a:lnTo>
                  <a:pt x="425564" y="423799"/>
                </a:lnTo>
                <a:lnTo>
                  <a:pt x="470154" y="416941"/>
                </a:lnTo>
                <a:lnTo>
                  <a:pt x="508914" y="393852"/>
                </a:lnTo>
                <a:lnTo>
                  <a:pt x="536816" y="356336"/>
                </a:lnTo>
                <a:close/>
              </a:path>
              <a:path w="865504" h="527685">
                <a:moveTo>
                  <a:pt x="578129" y="275513"/>
                </a:moveTo>
                <a:lnTo>
                  <a:pt x="543877" y="275513"/>
                </a:lnTo>
                <a:lnTo>
                  <a:pt x="534593" y="251574"/>
                </a:lnTo>
                <a:lnTo>
                  <a:pt x="520534" y="230441"/>
                </a:lnTo>
                <a:lnTo>
                  <a:pt x="502285" y="212826"/>
                </a:lnTo>
                <a:lnTo>
                  <a:pt x="480402" y="199428"/>
                </a:lnTo>
                <a:lnTo>
                  <a:pt x="435102" y="188290"/>
                </a:lnTo>
                <a:lnTo>
                  <a:pt x="390588" y="195173"/>
                </a:lnTo>
                <a:lnTo>
                  <a:pt x="351904" y="218249"/>
                </a:lnTo>
                <a:lnTo>
                  <a:pt x="324078" y="255727"/>
                </a:lnTo>
                <a:lnTo>
                  <a:pt x="386105" y="255727"/>
                </a:lnTo>
                <a:lnTo>
                  <a:pt x="395846" y="248513"/>
                </a:lnTo>
                <a:lnTo>
                  <a:pt x="406628" y="243230"/>
                </a:lnTo>
                <a:lnTo>
                  <a:pt x="418198" y="239979"/>
                </a:lnTo>
                <a:lnTo>
                  <a:pt x="430263" y="238861"/>
                </a:lnTo>
                <a:lnTo>
                  <a:pt x="448640" y="241439"/>
                </a:lnTo>
                <a:lnTo>
                  <a:pt x="465328" y="248767"/>
                </a:lnTo>
                <a:lnTo>
                  <a:pt x="479463" y="260311"/>
                </a:lnTo>
                <a:lnTo>
                  <a:pt x="490118" y="275513"/>
                </a:lnTo>
                <a:lnTo>
                  <a:pt x="456044" y="275513"/>
                </a:lnTo>
                <a:lnTo>
                  <a:pt x="517144" y="336562"/>
                </a:lnTo>
                <a:lnTo>
                  <a:pt x="578129" y="275513"/>
                </a:lnTo>
                <a:close/>
              </a:path>
              <a:path w="865504" h="527685">
                <a:moveTo>
                  <a:pt x="864908" y="376631"/>
                </a:moveTo>
                <a:lnTo>
                  <a:pt x="854519" y="325589"/>
                </a:lnTo>
                <a:lnTo>
                  <a:pt x="827976" y="282473"/>
                </a:lnTo>
                <a:lnTo>
                  <a:pt x="807161" y="265836"/>
                </a:lnTo>
                <a:lnTo>
                  <a:pt x="807161" y="383628"/>
                </a:lnTo>
                <a:lnTo>
                  <a:pt x="799541" y="416407"/>
                </a:lnTo>
                <a:lnTo>
                  <a:pt x="780999" y="443191"/>
                </a:lnTo>
                <a:lnTo>
                  <a:pt x="754049" y="461467"/>
                </a:lnTo>
                <a:lnTo>
                  <a:pt x="721842" y="468591"/>
                </a:lnTo>
                <a:lnTo>
                  <a:pt x="165849" y="467893"/>
                </a:lnTo>
                <a:lnTo>
                  <a:pt x="107429" y="447878"/>
                </a:lnTo>
                <a:lnTo>
                  <a:pt x="67297" y="400900"/>
                </a:lnTo>
                <a:lnTo>
                  <a:pt x="57251" y="339153"/>
                </a:lnTo>
                <a:lnTo>
                  <a:pt x="64325" y="308673"/>
                </a:lnTo>
                <a:lnTo>
                  <a:pt x="79248" y="280593"/>
                </a:lnTo>
                <a:lnTo>
                  <a:pt x="101384" y="258038"/>
                </a:lnTo>
                <a:lnTo>
                  <a:pt x="128295" y="242531"/>
                </a:lnTo>
                <a:lnTo>
                  <a:pt x="158356" y="234759"/>
                </a:lnTo>
                <a:lnTo>
                  <a:pt x="189941" y="235369"/>
                </a:lnTo>
                <a:lnTo>
                  <a:pt x="223367" y="240931"/>
                </a:lnTo>
                <a:lnTo>
                  <a:pt x="223367" y="234759"/>
                </a:lnTo>
                <a:lnTo>
                  <a:pt x="223367" y="204000"/>
                </a:lnTo>
                <a:lnTo>
                  <a:pt x="231635" y="156095"/>
                </a:lnTo>
                <a:lnTo>
                  <a:pt x="254381" y="114515"/>
                </a:lnTo>
                <a:lnTo>
                  <a:pt x="289166" y="82346"/>
                </a:lnTo>
                <a:lnTo>
                  <a:pt x="333590" y="62687"/>
                </a:lnTo>
                <a:lnTo>
                  <a:pt x="381990" y="59461"/>
                </a:lnTo>
                <a:lnTo>
                  <a:pt x="427520" y="72097"/>
                </a:lnTo>
                <a:lnTo>
                  <a:pt x="466458" y="98869"/>
                </a:lnTo>
                <a:lnTo>
                  <a:pt x="495109" y="138049"/>
                </a:lnTo>
                <a:lnTo>
                  <a:pt x="506501" y="160756"/>
                </a:lnTo>
                <a:lnTo>
                  <a:pt x="530136" y="152374"/>
                </a:lnTo>
                <a:lnTo>
                  <a:pt x="557174" y="146342"/>
                </a:lnTo>
                <a:lnTo>
                  <a:pt x="584492" y="146888"/>
                </a:lnTo>
                <a:lnTo>
                  <a:pt x="610920" y="153860"/>
                </a:lnTo>
                <a:lnTo>
                  <a:pt x="655662" y="186080"/>
                </a:lnTo>
                <a:lnTo>
                  <a:pt x="680402" y="234759"/>
                </a:lnTo>
                <a:lnTo>
                  <a:pt x="683755" y="262509"/>
                </a:lnTo>
                <a:lnTo>
                  <a:pt x="683755" y="291896"/>
                </a:lnTo>
                <a:lnTo>
                  <a:pt x="722160" y="291896"/>
                </a:lnTo>
                <a:lnTo>
                  <a:pt x="756272" y="300139"/>
                </a:lnTo>
                <a:lnTo>
                  <a:pt x="783640" y="320141"/>
                </a:lnTo>
                <a:lnTo>
                  <a:pt x="801509" y="348945"/>
                </a:lnTo>
                <a:lnTo>
                  <a:pt x="807161" y="383628"/>
                </a:lnTo>
                <a:lnTo>
                  <a:pt x="807161" y="265836"/>
                </a:lnTo>
                <a:lnTo>
                  <a:pt x="788454" y="250875"/>
                </a:lnTo>
                <a:lnTo>
                  <a:pt x="739101" y="234340"/>
                </a:lnTo>
                <a:lnTo>
                  <a:pt x="730224" y="200825"/>
                </a:lnTo>
                <a:lnTo>
                  <a:pt x="697395" y="146342"/>
                </a:lnTo>
                <a:lnTo>
                  <a:pt x="668693" y="119405"/>
                </a:lnTo>
                <a:lnTo>
                  <a:pt x="604456" y="91313"/>
                </a:lnTo>
                <a:lnTo>
                  <a:pt x="569607" y="87617"/>
                </a:lnTo>
                <a:lnTo>
                  <a:pt x="534365" y="91135"/>
                </a:lnTo>
                <a:lnTo>
                  <a:pt x="507733" y="59461"/>
                </a:lnTo>
                <a:lnTo>
                  <a:pt x="502335" y="53047"/>
                </a:lnTo>
                <a:lnTo>
                  <a:pt x="462838" y="24599"/>
                </a:lnTo>
                <a:lnTo>
                  <a:pt x="417957" y="6642"/>
                </a:lnTo>
                <a:lnTo>
                  <a:pt x="369760" y="0"/>
                </a:lnTo>
                <a:lnTo>
                  <a:pt x="320319" y="5499"/>
                </a:lnTo>
                <a:lnTo>
                  <a:pt x="274853" y="23202"/>
                </a:lnTo>
                <a:lnTo>
                  <a:pt x="235597" y="50495"/>
                </a:lnTo>
                <a:lnTo>
                  <a:pt x="203873" y="85902"/>
                </a:lnTo>
                <a:lnTo>
                  <a:pt x="181025" y="127927"/>
                </a:lnTo>
                <a:lnTo>
                  <a:pt x="168389" y="175082"/>
                </a:lnTo>
                <a:lnTo>
                  <a:pt x="129222" y="180619"/>
                </a:lnTo>
                <a:lnTo>
                  <a:pt x="92748" y="194627"/>
                </a:lnTo>
                <a:lnTo>
                  <a:pt x="60299" y="216408"/>
                </a:lnTo>
                <a:lnTo>
                  <a:pt x="33223" y="245262"/>
                </a:lnTo>
                <a:lnTo>
                  <a:pt x="10680" y="287350"/>
                </a:lnTo>
                <a:lnTo>
                  <a:pt x="0" y="333095"/>
                </a:lnTo>
                <a:lnTo>
                  <a:pt x="1397" y="380047"/>
                </a:lnTo>
                <a:lnTo>
                  <a:pt x="15151" y="425780"/>
                </a:lnTo>
                <a:lnTo>
                  <a:pt x="40741" y="465531"/>
                </a:lnTo>
                <a:lnTo>
                  <a:pt x="75374" y="496506"/>
                </a:lnTo>
                <a:lnTo>
                  <a:pt x="116928" y="517271"/>
                </a:lnTo>
                <a:lnTo>
                  <a:pt x="163309" y="526389"/>
                </a:lnTo>
                <a:lnTo>
                  <a:pt x="721207" y="527431"/>
                </a:lnTo>
                <a:lnTo>
                  <a:pt x="767549" y="518820"/>
                </a:lnTo>
                <a:lnTo>
                  <a:pt x="807466" y="496951"/>
                </a:lnTo>
                <a:lnTo>
                  <a:pt x="834351" y="468731"/>
                </a:lnTo>
                <a:lnTo>
                  <a:pt x="838568" y="464312"/>
                </a:lnTo>
                <a:lnTo>
                  <a:pt x="858507" y="423379"/>
                </a:lnTo>
                <a:lnTo>
                  <a:pt x="864908" y="376631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588017" y="2675597"/>
            <a:ext cx="866140" cy="527685"/>
          </a:xfrm>
          <a:custGeom>
            <a:avLst/>
            <a:gdLst/>
            <a:ahLst/>
            <a:cxnLst/>
            <a:rect l="l" t="t" r="r" b="b"/>
            <a:pathLst>
              <a:path w="866140" h="527685">
                <a:moveTo>
                  <a:pt x="564781" y="37680"/>
                </a:moveTo>
                <a:lnTo>
                  <a:pt x="561809" y="23050"/>
                </a:lnTo>
                <a:lnTo>
                  <a:pt x="553720" y="11061"/>
                </a:lnTo>
                <a:lnTo>
                  <a:pt x="541743" y="2971"/>
                </a:lnTo>
                <a:lnTo>
                  <a:pt x="527126" y="0"/>
                </a:lnTo>
                <a:lnTo>
                  <a:pt x="508292" y="0"/>
                </a:lnTo>
                <a:lnTo>
                  <a:pt x="508292" y="56515"/>
                </a:lnTo>
                <a:lnTo>
                  <a:pt x="508292" y="358000"/>
                </a:lnTo>
                <a:lnTo>
                  <a:pt x="56476" y="358000"/>
                </a:lnTo>
                <a:lnTo>
                  <a:pt x="56476" y="56515"/>
                </a:lnTo>
                <a:lnTo>
                  <a:pt x="508292" y="56515"/>
                </a:lnTo>
                <a:lnTo>
                  <a:pt x="508292" y="0"/>
                </a:lnTo>
                <a:lnTo>
                  <a:pt x="37655" y="0"/>
                </a:lnTo>
                <a:lnTo>
                  <a:pt x="23025" y="2971"/>
                </a:lnTo>
                <a:lnTo>
                  <a:pt x="11061" y="11061"/>
                </a:lnTo>
                <a:lnTo>
                  <a:pt x="2971" y="23050"/>
                </a:lnTo>
                <a:lnTo>
                  <a:pt x="0" y="37680"/>
                </a:lnTo>
                <a:lnTo>
                  <a:pt x="0" y="376834"/>
                </a:lnTo>
                <a:lnTo>
                  <a:pt x="2971" y="391464"/>
                </a:lnTo>
                <a:lnTo>
                  <a:pt x="11061" y="403453"/>
                </a:lnTo>
                <a:lnTo>
                  <a:pt x="23025" y="411543"/>
                </a:lnTo>
                <a:lnTo>
                  <a:pt x="37655" y="414528"/>
                </a:lnTo>
                <a:lnTo>
                  <a:pt x="225907" y="414528"/>
                </a:lnTo>
                <a:lnTo>
                  <a:pt x="225907" y="471055"/>
                </a:lnTo>
                <a:lnTo>
                  <a:pt x="141198" y="471055"/>
                </a:lnTo>
                <a:lnTo>
                  <a:pt x="141198" y="527570"/>
                </a:lnTo>
                <a:lnTo>
                  <a:pt x="423583" y="527570"/>
                </a:lnTo>
                <a:lnTo>
                  <a:pt x="423583" y="471055"/>
                </a:lnTo>
                <a:lnTo>
                  <a:pt x="338861" y="471055"/>
                </a:lnTo>
                <a:lnTo>
                  <a:pt x="338861" y="414528"/>
                </a:lnTo>
                <a:lnTo>
                  <a:pt x="527126" y="414528"/>
                </a:lnTo>
                <a:lnTo>
                  <a:pt x="541743" y="411543"/>
                </a:lnTo>
                <a:lnTo>
                  <a:pt x="553720" y="403453"/>
                </a:lnTo>
                <a:lnTo>
                  <a:pt x="561809" y="391464"/>
                </a:lnTo>
                <a:lnTo>
                  <a:pt x="564781" y="376834"/>
                </a:lnTo>
                <a:lnTo>
                  <a:pt x="564781" y="358000"/>
                </a:lnTo>
                <a:lnTo>
                  <a:pt x="564781" y="56515"/>
                </a:lnTo>
                <a:lnTo>
                  <a:pt x="564781" y="37680"/>
                </a:lnTo>
                <a:close/>
              </a:path>
              <a:path w="866140" h="527685">
                <a:moveTo>
                  <a:pt x="865987" y="37680"/>
                </a:moveTo>
                <a:lnTo>
                  <a:pt x="863015" y="23050"/>
                </a:lnTo>
                <a:lnTo>
                  <a:pt x="854925" y="11061"/>
                </a:lnTo>
                <a:lnTo>
                  <a:pt x="842962" y="2971"/>
                </a:lnTo>
                <a:lnTo>
                  <a:pt x="828344" y="0"/>
                </a:lnTo>
                <a:lnTo>
                  <a:pt x="828344" y="37680"/>
                </a:lnTo>
                <a:lnTo>
                  <a:pt x="828344" y="94208"/>
                </a:lnTo>
                <a:lnTo>
                  <a:pt x="828344" y="131889"/>
                </a:lnTo>
                <a:lnTo>
                  <a:pt x="828344" y="188417"/>
                </a:lnTo>
                <a:lnTo>
                  <a:pt x="762444" y="188417"/>
                </a:lnTo>
                <a:lnTo>
                  <a:pt x="762444" y="442785"/>
                </a:lnTo>
                <a:lnTo>
                  <a:pt x="760285" y="453961"/>
                </a:lnTo>
                <a:lnTo>
                  <a:pt x="754329" y="462927"/>
                </a:lnTo>
                <a:lnTo>
                  <a:pt x="745375" y="468884"/>
                </a:lnTo>
                <a:lnTo>
                  <a:pt x="734212" y="471055"/>
                </a:lnTo>
                <a:lnTo>
                  <a:pt x="723049" y="468884"/>
                </a:lnTo>
                <a:lnTo>
                  <a:pt x="714095" y="462927"/>
                </a:lnTo>
                <a:lnTo>
                  <a:pt x="708126" y="453961"/>
                </a:lnTo>
                <a:lnTo>
                  <a:pt x="705967" y="442785"/>
                </a:lnTo>
                <a:lnTo>
                  <a:pt x="708126" y="431609"/>
                </a:lnTo>
                <a:lnTo>
                  <a:pt x="745375" y="416687"/>
                </a:lnTo>
                <a:lnTo>
                  <a:pt x="762444" y="442785"/>
                </a:lnTo>
                <a:lnTo>
                  <a:pt x="762444" y="188417"/>
                </a:lnTo>
                <a:lnTo>
                  <a:pt x="640080" y="188417"/>
                </a:lnTo>
                <a:lnTo>
                  <a:pt x="640080" y="131889"/>
                </a:lnTo>
                <a:lnTo>
                  <a:pt x="828344" y="131889"/>
                </a:lnTo>
                <a:lnTo>
                  <a:pt x="828344" y="94208"/>
                </a:lnTo>
                <a:lnTo>
                  <a:pt x="640080" y="94208"/>
                </a:lnTo>
                <a:lnTo>
                  <a:pt x="640080" y="37680"/>
                </a:lnTo>
                <a:lnTo>
                  <a:pt x="828344" y="37680"/>
                </a:lnTo>
                <a:lnTo>
                  <a:pt x="828344" y="0"/>
                </a:lnTo>
                <a:lnTo>
                  <a:pt x="640080" y="0"/>
                </a:lnTo>
                <a:lnTo>
                  <a:pt x="625462" y="2971"/>
                </a:lnTo>
                <a:lnTo>
                  <a:pt x="613486" y="11061"/>
                </a:lnTo>
                <a:lnTo>
                  <a:pt x="605396" y="23050"/>
                </a:lnTo>
                <a:lnTo>
                  <a:pt x="602424" y="37680"/>
                </a:lnTo>
                <a:lnTo>
                  <a:pt x="602424" y="489889"/>
                </a:lnTo>
                <a:lnTo>
                  <a:pt x="605396" y="504520"/>
                </a:lnTo>
                <a:lnTo>
                  <a:pt x="613486" y="516509"/>
                </a:lnTo>
                <a:lnTo>
                  <a:pt x="625462" y="524598"/>
                </a:lnTo>
                <a:lnTo>
                  <a:pt x="640080" y="527570"/>
                </a:lnTo>
                <a:lnTo>
                  <a:pt x="828344" y="527570"/>
                </a:lnTo>
                <a:lnTo>
                  <a:pt x="842962" y="524598"/>
                </a:lnTo>
                <a:lnTo>
                  <a:pt x="854925" y="516509"/>
                </a:lnTo>
                <a:lnTo>
                  <a:pt x="863015" y="504520"/>
                </a:lnTo>
                <a:lnTo>
                  <a:pt x="865987" y="489889"/>
                </a:lnTo>
                <a:lnTo>
                  <a:pt x="865987" y="471055"/>
                </a:lnTo>
                <a:lnTo>
                  <a:pt x="865987" y="414528"/>
                </a:lnTo>
                <a:lnTo>
                  <a:pt x="865987" y="188417"/>
                </a:lnTo>
                <a:lnTo>
                  <a:pt x="865987" y="131889"/>
                </a:lnTo>
                <a:lnTo>
                  <a:pt x="865987" y="94208"/>
                </a:lnTo>
                <a:lnTo>
                  <a:pt x="865987" y="3768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602890" y="2698031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ED7D31"/>
                </a:solidFill>
                <a:latin typeface="Calibri"/>
                <a:cs typeface="Calibri"/>
              </a:rPr>
              <a:t>User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Application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602890" y="3541432"/>
            <a:ext cx="6985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Cloud Services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602890" y="4529353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81846" y="5579780"/>
            <a:ext cx="1559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0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protocols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24533" y="2026920"/>
            <a:ext cx="2715260" cy="4788535"/>
            <a:chOff x="7824533" y="2026920"/>
            <a:chExt cx="2715260" cy="4788535"/>
          </a:xfrm>
        </p:grpSpPr>
        <p:sp>
          <p:nvSpPr>
            <p:cNvPr id="47" name="object 47"/>
            <p:cNvSpPr/>
            <p:nvPr/>
          </p:nvSpPr>
          <p:spPr>
            <a:xfrm>
              <a:off x="7854695" y="2026920"/>
              <a:ext cx="0" cy="3647440"/>
            </a:xfrm>
            <a:custGeom>
              <a:avLst/>
              <a:gdLst/>
              <a:ahLst/>
              <a:cxnLst/>
              <a:rect l="l" t="t" r="r" b="b"/>
              <a:pathLst>
                <a:path h="3647440">
                  <a:moveTo>
                    <a:pt x="0" y="0"/>
                  </a:moveTo>
                  <a:lnTo>
                    <a:pt x="0" y="3647046"/>
                  </a:lnTo>
                </a:path>
              </a:pathLst>
            </a:custGeom>
            <a:ln w="603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58605" y="5566415"/>
              <a:ext cx="1866900" cy="1234440"/>
            </a:xfrm>
            <a:custGeom>
              <a:avLst/>
              <a:gdLst/>
              <a:ahLst/>
              <a:cxnLst/>
              <a:rect l="l" t="t" r="r" b="b"/>
              <a:pathLst>
                <a:path w="1866900" h="1234440">
                  <a:moveTo>
                    <a:pt x="0" y="205740"/>
                  </a:move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40" y="0"/>
                  </a:lnTo>
                  <a:lnTo>
                    <a:pt x="1661160" y="0"/>
                  </a:lnTo>
                  <a:lnTo>
                    <a:pt x="1708334" y="5433"/>
                  </a:lnTo>
                  <a:lnTo>
                    <a:pt x="1751639" y="20911"/>
                  </a:lnTo>
                  <a:lnTo>
                    <a:pt x="1789839" y="45198"/>
                  </a:lnTo>
                  <a:lnTo>
                    <a:pt x="1821701" y="77060"/>
                  </a:lnTo>
                  <a:lnTo>
                    <a:pt x="1845988" y="115260"/>
                  </a:lnTo>
                  <a:lnTo>
                    <a:pt x="1861466" y="158565"/>
                  </a:lnTo>
                  <a:lnTo>
                    <a:pt x="1866900" y="205740"/>
                  </a:lnTo>
                  <a:lnTo>
                    <a:pt x="1866900" y="1028687"/>
                  </a:lnTo>
                  <a:lnTo>
                    <a:pt x="1861466" y="1075862"/>
                  </a:lnTo>
                  <a:lnTo>
                    <a:pt x="1845988" y="1119168"/>
                  </a:lnTo>
                  <a:lnTo>
                    <a:pt x="1821701" y="1157372"/>
                  </a:lnTo>
                  <a:lnTo>
                    <a:pt x="1789839" y="1189236"/>
                  </a:lnTo>
                  <a:lnTo>
                    <a:pt x="1751639" y="1213525"/>
                  </a:lnTo>
                  <a:lnTo>
                    <a:pt x="1708334" y="1229005"/>
                  </a:lnTo>
                  <a:lnTo>
                    <a:pt x="1661160" y="1234440"/>
                  </a:lnTo>
                  <a:lnTo>
                    <a:pt x="205740" y="1234440"/>
                  </a:lnTo>
                  <a:lnTo>
                    <a:pt x="158565" y="1229005"/>
                  </a:lnTo>
                  <a:lnTo>
                    <a:pt x="115260" y="1213525"/>
                  </a:lnTo>
                  <a:lnTo>
                    <a:pt x="77060" y="1189236"/>
                  </a:lnTo>
                  <a:lnTo>
                    <a:pt x="45198" y="1157372"/>
                  </a:lnTo>
                  <a:lnTo>
                    <a:pt x="20911" y="1119168"/>
                  </a:lnTo>
                  <a:lnTo>
                    <a:pt x="5433" y="1075862"/>
                  </a:lnTo>
                  <a:lnTo>
                    <a:pt x="0" y="1028687"/>
                  </a:lnTo>
                  <a:lnTo>
                    <a:pt x="0" y="20574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881160" y="1573682"/>
            <a:ext cx="4162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Payload</a:t>
            </a:r>
            <a:r>
              <a:rPr sz="2000" b="1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000" b="1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Security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40" dirty="0"/>
              <a:t> </a:t>
            </a:r>
            <a:r>
              <a:rPr dirty="0"/>
              <a:t>network</a:t>
            </a:r>
            <a:r>
              <a:rPr spc="-125" dirty="0"/>
              <a:t> </a:t>
            </a:r>
            <a:r>
              <a:rPr spc="-10" dirty="0"/>
              <a:t>infrastructure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679992" y="3529570"/>
            <a:ext cx="527685" cy="770255"/>
          </a:xfrm>
          <a:custGeom>
            <a:avLst/>
            <a:gdLst/>
            <a:ahLst/>
            <a:cxnLst/>
            <a:rect l="l" t="t" r="r" b="b"/>
            <a:pathLst>
              <a:path w="527685" h="770254">
                <a:moveTo>
                  <a:pt x="103543" y="26327"/>
                </a:moveTo>
                <a:lnTo>
                  <a:pt x="44869" y="39141"/>
                </a:lnTo>
                <a:lnTo>
                  <a:pt x="20586" y="83921"/>
                </a:lnTo>
                <a:lnTo>
                  <a:pt x="5308" y="133273"/>
                </a:lnTo>
                <a:lnTo>
                  <a:pt x="0" y="186169"/>
                </a:lnTo>
                <a:lnTo>
                  <a:pt x="5308" y="239052"/>
                </a:lnTo>
                <a:lnTo>
                  <a:pt x="20586" y="288417"/>
                </a:lnTo>
                <a:lnTo>
                  <a:pt x="44869" y="333184"/>
                </a:lnTo>
                <a:lnTo>
                  <a:pt x="77190" y="372325"/>
                </a:lnTo>
                <a:lnTo>
                  <a:pt x="103543" y="345998"/>
                </a:lnTo>
                <a:lnTo>
                  <a:pt x="76174" y="312826"/>
                </a:lnTo>
                <a:lnTo>
                  <a:pt x="55422" y="274548"/>
                </a:lnTo>
                <a:lnTo>
                  <a:pt x="42252" y="232029"/>
                </a:lnTo>
                <a:lnTo>
                  <a:pt x="37655" y="186169"/>
                </a:lnTo>
                <a:lnTo>
                  <a:pt x="42252" y="140436"/>
                </a:lnTo>
                <a:lnTo>
                  <a:pt x="55422" y="98132"/>
                </a:lnTo>
                <a:lnTo>
                  <a:pt x="76174" y="59893"/>
                </a:lnTo>
                <a:lnTo>
                  <a:pt x="103543" y="26327"/>
                </a:lnTo>
                <a:close/>
              </a:path>
              <a:path w="527685" h="770254">
                <a:moveTo>
                  <a:pt x="157200" y="79921"/>
                </a:moveTo>
                <a:lnTo>
                  <a:pt x="107467" y="81318"/>
                </a:lnTo>
                <a:lnTo>
                  <a:pt x="79082" y="148399"/>
                </a:lnTo>
                <a:lnTo>
                  <a:pt x="75311" y="186169"/>
                </a:lnTo>
                <a:lnTo>
                  <a:pt x="79082" y="223939"/>
                </a:lnTo>
                <a:lnTo>
                  <a:pt x="90017" y="259143"/>
                </a:lnTo>
                <a:lnTo>
                  <a:pt x="107467" y="291007"/>
                </a:lnTo>
                <a:lnTo>
                  <a:pt x="130835" y="318731"/>
                </a:lnTo>
                <a:lnTo>
                  <a:pt x="157200" y="292404"/>
                </a:lnTo>
                <a:lnTo>
                  <a:pt x="138772" y="270116"/>
                </a:lnTo>
                <a:lnTo>
                  <a:pt x="124841" y="244576"/>
                </a:lnTo>
                <a:lnTo>
                  <a:pt x="116027" y="216382"/>
                </a:lnTo>
                <a:lnTo>
                  <a:pt x="112953" y="186169"/>
                </a:lnTo>
                <a:lnTo>
                  <a:pt x="116027" y="155943"/>
                </a:lnTo>
                <a:lnTo>
                  <a:pt x="124841" y="127749"/>
                </a:lnTo>
                <a:lnTo>
                  <a:pt x="138772" y="102209"/>
                </a:lnTo>
                <a:lnTo>
                  <a:pt x="157200" y="79921"/>
                </a:lnTo>
                <a:close/>
              </a:path>
              <a:path w="527685" h="770254">
                <a:moveTo>
                  <a:pt x="209905" y="132575"/>
                </a:moveTo>
                <a:lnTo>
                  <a:pt x="183553" y="106248"/>
                </a:lnTo>
                <a:lnTo>
                  <a:pt x="169672" y="123101"/>
                </a:lnTo>
                <a:lnTo>
                  <a:pt x="159321" y="142328"/>
                </a:lnTo>
                <a:lnTo>
                  <a:pt x="152844" y="163499"/>
                </a:lnTo>
                <a:lnTo>
                  <a:pt x="150609" y="186169"/>
                </a:lnTo>
                <a:lnTo>
                  <a:pt x="152844" y="208826"/>
                </a:lnTo>
                <a:lnTo>
                  <a:pt x="159321" y="229997"/>
                </a:lnTo>
                <a:lnTo>
                  <a:pt x="169672" y="249237"/>
                </a:lnTo>
                <a:lnTo>
                  <a:pt x="183553" y="266077"/>
                </a:lnTo>
                <a:lnTo>
                  <a:pt x="209905" y="239750"/>
                </a:lnTo>
                <a:lnTo>
                  <a:pt x="200964" y="228346"/>
                </a:lnTo>
                <a:lnTo>
                  <a:pt x="194144" y="215430"/>
                </a:lnTo>
                <a:lnTo>
                  <a:pt x="189788" y="201282"/>
                </a:lnTo>
                <a:lnTo>
                  <a:pt x="188264" y="186169"/>
                </a:lnTo>
                <a:lnTo>
                  <a:pt x="189788" y="171043"/>
                </a:lnTo>
                <a:lnTo>
                  <a:pt x="194144" y="156895"/>
                </a:lnTo>
                <a:lnTo>
                  <a:pt x="200964" y="143992"/>
                </a:lnTo>
                <a:lnTo>
                  <a:pt x="209905" y="132575"/>
                </a:lnTo>
                <a:close/>
              </a:path>
              <a:path w="527685" h="770254">
                <a:moveTo>
                  <a:pt x="376516" y="186169"/>
                </a:moveTo>
                <a:lnTo>
                  <a:pt x="374281" y="163499"/>
                </a:lnTo>
                <a:lnTo>
                  <a:pt x="367817" y="142328"/>
                </a:lnTo>
                <a:lnTo>
                  <a:pt x="357454" y="123101"/>
                </a:lnTo>
                <a:lnTo>
                  <a:pt x="343573" y="106248"/>
                </a:lnTo>
                <a:lnTo>
                  <a:pt x="317220" y="132575"/>
                </a:lnTo>
                <a:lnTo>
                  <a:pt x="326161" y="143459"/>
                </a:lnTo>
                <a:lnTo>
                  <a:pt x="332981" y="156197"/>
                </a:lnTo>
                <a:lnTo>
                  <a:pt x="337337" y="170522"/>
                </a:lnTo>
                <a:lnTo>
                  <a:pt x="338874" y="186169"/>
                </a:lnTo>
                <a:lnTo>
                  <a:pt x="337337" y="201676"/>
                </a:lnTo>
                <a:lnTo>
                  <a:pt x="332981" y="215785"/>
                </a:lnTo>
                <a:lnTo>
                  <a:pt x="326161" y="228473"/>
                </a:lnTo>
                <a:lnTo>
                  <a:pt x="317220" y="239750"/>
                </a:lnTo>
                <a:lnTo>
                  <a:pt x="343573" y="266077"/>
                </a:lnTo>
                <a:lnTo>
                  <a:pt x="357454" y="249237"/>
                </a:lnTo>
                <a:lnTo>
                  <a:pt x="367817" y="229997"/>
                </a:lnTo>
                <a:lnTo>
                  <a:pt x="374281" y="208826"/>
                </a:lnTo>
                <a:lnTo>
                  <a:pt x="376516" y="186169"/>
                </a:lnTo>
                <a:close/>
              </a:path>
              <a:path w="527685" h="770254">
                <a:moveTo>
                  <a:pt x="451827" y="186169"/>
                </a:moveTo>
                <a:lnTo>
                  <a:pt x="448043" y="148399"/>
                </a:lnTo>
                <a:lnTo>
                  <a:pt x="437121" y="113182"/>
                </a:lnTo>
                <a:lnTo>
                  <a:pt x="419658" y="81318"/>
                </a:lnTo>
                <a:lnTo>
                  <a:pt x="396290" y="53594"/>
                </a:lnTo>
                <a:lnTo>
                  <a:pt x="369925" y="79921"/>
                </a:lnTo>
                <a:lnTo>
                  <a:pt x="388366" y="102209"/>
                </a:lnTo>
                <a:lnTo>
                  <a:pt x="402285" y="127749"/>
                </a:lnTo>
                <a:lnTo>
                  <a:pt x="411099" y="155943"/>
                </a:lnTo>
                <a:lnTo>
                  <a:pt x="414172" y="186169"/>
                </a:lnTo>
                <a:lnTo>
                  <a:pt x="411099" y="216382"/>
                </a:lnTo>
                <a:lnTo>
                  <a:pt x="402285" y="244576"/>
                </a:lnTo>
                <a:lnTo>
                  <a:pt x="388366" y="270116"/>
                </a:lnTo>
                <a:lnTo>
                  <a:pt x="369925" y="292404"/>
                </a:lnTo>
                <a:lnTo>
                  <a:pt x="396290" y="318731"/>
                </a:lnTo>
                <a:lnTo>
                  <a:pt x="419658" y="291007"/>
                </a:lnTo>
                <a:lnTo>
                  <a:pt x="437121" y="259143"/>
                </a:lnTo>
                <a:lnTo>
                  <a:pt x="448043" y="223939"/>
                </a:lnTo>
                <a:lnTo>
                  <a:pt x="451827" y="186169"/>
                </a:lnTo>
                <a:close/>
              </a:path>
              <a:path w="527685" h="770254">
                <a:moveTo>
                  <a:pt x="499071" y="447065"/>
                </a:moveTo>
                <a:lnTo>
                  <a:pt x="493991" y="421944"/>
                </a:lnTo>
                <a:lnTo>
                  <a:pt x="480174" y="401434"/>
                </a:lnTo>
                <a:lnTo>
                  <a:pt x="459663" y="387616"/>
                </a:lnTo>
                <a:lnTo>
                  <a:pt x="434555" y="382549"/>
                </a:lnTo>
                <a:lnTo>
                  <a:pt x="282397" y="382549"/>
                </a:lnTo>
                <a:lnTo>
                  <a:pt x="282397" y="218135"/>
                </a:lnTo>
                <a:lnTo>
                  <a:pt x="290093" y="212217"/>
                </a:lnTo>
                <a:lnTo>
                  <a:pt x="296037" y="204609"/>
                </a:lnTo>
                <a:lnTo>
                  <a:pt x="299859" y="195783"/>
                </a:lnTo>
                <a:lnTo>
                  <a:pt x="301218" y="186169"/>
                </a:lnTo>
                <a:lnTo>
                  <a:pt x="298246" y="171564"/>
                </a:lnTo>
                <a:lnTo>
                  <a:pt x="290156" y="159600"/>
                </a:lnTo>
                <a:lnTo>
                  <a:pt x="278180" y="151523"/>
                </a:lnTo>
                <a:lnTo>
                  <a:pt x="263563" y="148551"/>
                </a:lnTo>
                <a:lnTo>
                  <a:pt x="248945" y="151523"/>
                </a:lnTo>
                <a:lnTo>
                  <a:pt x="236969" y="159600"/>
                </a:lnTo>
                <a:lnTo>
                  <a:pt x="228879" y="171564"/>
                </a:lnTo>
                <a:lnTo>
                  <a:pt x="225907" y="186169"/>
                </a:lnTo>
                <a:lnTo>
                  <a:pt x="227266" y="196316"/>
                </a:lnTo>
                <a:lnTo>
                  <a:pt x="231089" y="205320"/>
                </a:lnTo>
                <a:lnTo>
                  <a:pt x="237032" y="212737"/>
                </a:lnTo>
                <a:lnTo>
                  <a:pt x="244741" y="218135"/>
                </a:lnTo>
                <a:lnTo>
                  <a:pt x="244741" y="382549"/>
                </a:lnTo>
                <a:lnTo>
                  <a:pt x="126199" y="382549"/>
                </a:lnTo>
                <a:lnTo>
                  <a:pt x="101079" y="387616"/>
                </a:lnTo>
                <a:lnTo>
                  <a:pt x="80568" y="401434"/>
                </a:lnTo>
                <a:lnTo>
                  <a:pt x="66751" y="421944"/>
                </a:lnTo>
                <a:lnTo>
                  <a:pt x="61683" y="447065"/>
                </a:lnTo>
                <a:lnTo>
                  <a:pt x="61683" y="705129"/>
                </a:lnTo>
                <a:lnTo>
                  <a:pt x="66751" y="730237"/>
                </a:lnTo>
                <a:lnTo>
                  <a:pt x="80568" y="750735"/>
                </a:lnTo>
                <a:lnTo>
                  <a:pt x="101079" y="764565"/>
                </a:lnTo>
                <a:lnTo>
                  <a:pt x="126199" y="769645"/>
                </a:lnTo>
                <a:lnTo>
                  <a:pt x="434555" y="769645"/>
                </a:lnTo>
                <a:lnTo>
                  <a:pt x="459663" y="764565"/>
                </a:lnTo>
                <a:lnTo>
                  <a:pt x="480174" y="750735"/>
                </a:lnTo>
                <a:lnTo>
                  <a:pt x="493991" y="730237"/>
                </a:lnTo>
                <a:lnTo>
                  <a:pt x="499071" y="705129"/>
                </a:lnTo>
                <a:lnTo>
                  <a:pt x="499071" y="447065"/>
                </a:lnTo>
                <a:close/>
              </a:path>
              <a:path w="527685" h="770254">
                <a:moveTo>
                  <a:pt x="527126" y="186169"/>
                </a:moveTo>
                <a:lnTo>
                  <a:pt x="521817" y="133273"/>
                </a:lnTo>
                <a:lnTo>
                  <a:pt x="506539" y="83921"/>
                </a:lnTo>
                <a:lnTo>
                  <a:pt x="482257" y="39141"/>
                </a:lnTo>
                <a:lnTo>
                  <a:pt x="449935" y="0"/>
                </a:lnTo>
                <a:lnTo>
                  <a:pt x="423583" y="26327"/>
                </a:lnTo>
                <a:lnTo>
                  <a:pt x="450951" y="59499"/>
                </a:lnTo>
                <a:lnTo>
                  <a:pt x="471703" y="97790"/>
                </a:lnTo>
                <a:lnTo>
                  <a:pt x="484873" y="140296"/>
                </a:lnTo>
                <a:lnTo>
                  <a:pt x="489470" y="186169"/>
                </a:lnTo>
                <a:lnTo>
                  <a:pt x="484873" y="231902"/>
                </a:lnTo>
                <a:lnTo>
                  <a:pt x="471703" y="274193"/>
                </a:lnTo>
                <a:lnTo>
                  <a:pt x="450951" y="312432"/>
                </a:lnTo>
                <a:lnTo>
                  <a:pt x="423583" y="345998"/>
                </a:lnTo>
                <a:lnTo>
                  <a:pt x="449935" y="372325"/>
                </a:lnTo>
                <a:lnTo>
                  <a:pt x="482257" y="333184"/>
                </a:lnTo>
                <a:lnTo>
                  <a:pt x="506539" y="288417"/>
                </a:lnTo>
                <a:lnTo>
                  <a:pt x="521817" y="239052"/>
                </a:lnTo>
                <a:lnTo>
                  <a:pt x="527126" y="18616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08349" y="4266558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32891" y="3635400"/>
            <a:ext cx="774700" cy="775335"/>
          </a:xfrm>
          <a:custGeom>
            <a:avLst/>
            <a:gdLst/>
            <a:ahLst/>
            <a:cxnLst/>
            <a:rect l="l" t="t" r="r" b="b"/>
            <a:pathLst>
              <a:path w="774700" h="775335">
                <a:moveTo>
                  <a:pt x="423329" y="678357"/>
                </a:moveTo>
                <a:lnTo>
                  <a:pt x="350761" y="678357"/>
                </a:lnTo>
                <a:lnTo>
                  <a:pt x="350761" y="775258"/>
                </a:lnTo>
                <a:lnTo>
                  <a:pt x="423329" y="775258"/>
                </a:lnTo>
                <a:lnTo>
                  <a:pt x="423329" y="678357"/>
                </a:lnTo>
                <a:close/>
              </a:path>
              <a:path w="774700" h="775335">
                <a:moveTo>
                  <a:pt x="774115" y="527900"/>
                </a:moveTo>
                <a:lnTo>
                  <a:pt x="770712" y="511022"/>
                </a:lnTo>
                <a:lnTo>
                  <a:pt x="761428" y="497230"/>
                </a:lnTo>
                <a:lnTo>
                  <a:pt x="747674" y="487934"/>
                </a:lnTo>
                <a:lnTo>
                  <a:pt x="730808" y="484530"/>
                </a:lnTo>
                <a:lnTo>
                  <a:pt x="387057" y="484530"/>
                </a:lnTo>
                <a:lnTo>
                  <a:pt x="387057" y="581444"/>
                </a:lnTo>
                <a:lnTo>
                  <a:pt x="385152" y="590867"/>
                </a:lnTo>
                <a:lnTo>
                  <a:pt x="379971" y="598576"/>
                </a:lnTo>
                <a:lnTo>
                  <a:pt x="372287" y="603758"/>
                </a:lnTo>
                <a:lnTo>
                  <a:pt x="362864" y="605663"/>
                </a:lnTo>
                <a:lnTo>
                  <a:pt x="353441" y="603758"/>
                </a:lnTo>
                <a:lnTo>
                  <a:pt x="345757" y="598576"/>
                </a:lnTo>
                <a:lnTo>
                  <a:pt x="340575" y="590867"/>
                </a:lnTo>
                <a:lnTo>
                  <a:pt x="338670" y="581444"/>
                </a:lnTo>
                <a:lnTo>
                  <a:pt x="340575" y="572008"/>
                </a:lnTo>
                <a:lnTo>
                  <a:pt x="345757" y="564299"/>
                </a:lnTo>
                <a:lnTo>
                  <a:pt x="353441" y="559117"/>
                </a:lnTo>
                <a:lnTo>
                  <a:pt x="362864" y="557212"/>
                </a:lnTo>
                <a:lnTo>
                  <a:pt x="372287" y="559117"/>
                </a:lnTo>
                <a:lnTo>
                  <a:pt x="379971" y="564299"/>
                </a:lnTo>
                <a:lnTo>
                  <a:pt x="385152" y="572008"/>
                </a:lnTo>
                <a:lnTo>
                  <a:pt x="387057" y="581444"/>
                </a:lnTo>
                <a:lnTo>
                  <a:pt x="387057" y="484530"/>
                </a:lnTo>
                <a:lnTo>
                  <a:pt x="266103" y="484530"/>
                </a:lnTo>
                <a:lnTo>
                  <a:pt x="266103" y="581444"/>
                </a:lnTo>
                <a:lnTo>
                  <a:pt x="264198" y="590867"/>
                </a:lnTo>
                <a:lnTo>
                  <a:pt x="259016" y="598576"/>
                </a:lnTo>
                <a:lnTo>
                  <a:pt x="251320" y="603758"/>
                </a:lnTo>
                <a:lnTo>
                  <a:pt x="241909" y="605663"/>
                </a:lnTo>
                <a:lnTo>
                  <a:pt x="232486" y="603758"/>
                </a:lnTo>
                <a:lnTo>
                  <a:pt x="224802" y="598576"/>
                </a:lnTo>
                <a:lnTo>
                  <a:pt x="219621" y="590867"/>
                </a:lnTo>
                <a:lnTo>
                  <a:pt x="217716" y="581444"/>
                </a:lnTo>
                <a:lnTo>
                  <a:pt x="219621" y="572008"/>
                </a:lnTo>
                <a:lnTo>
                  <a:pt x="224802" y="564299"/>
                </a:lnTo>
                <a:lnTo>
                  <a:pt x="232486" y="559117"/>
                </a:lnTo>
                <a:lnTo>
                  <a:pt x="241909" y="557212"/>
                </a:lnTo>
                <a:lnTo>
                  <a:pt x="251320" y="559117"/>
                </a:lnTo>
                <a:lnTo>
                  <a:pt x="259016" y="564299"/>
                </a:lnTo>
                <a:lnTo>
                  <a:pt x="264198" y="572008"/>
                </a:lnTo>
                <a:lnTo>
                  <a:pt x="266103" y="581444"/>
                </a:lnTo>
                <a:lnTo>
                  <a:pt x="266103" y="484530"/>
                </a:lnTo>
                <a:lnTo>
                  <a:pt x="145148" y="484530"/>
                </a:lnTo>
                <a:lnTo>
                  <a:pt x="145148" y="581444"/>
                </a:lnTo>
                <a:lnTo>
                  <a:pt x="143243" y="590867"/>
                </a:lnTo>
                <a:lnTo>
                  <a:pt x="138061" y="598576"/>
                </a:lnTo>
                <a:lnTo>
                  <a:pt x="130365" y="603758"/>
                </a:lnTo>
                <a:lnTo>
                  <a:pt x="120954" y="605663"/>
                </a:lnTo>
                <a:lnTo>
                  <a:pt x="111531" y="603758"/>
                </a:lnTo>
                <a:lnTo>
                  <a:pt x="103847" y="598576"/>
                </a:lnTo>
                <a:lnTo>
                  <a:pt x="98666" y="590867"/>
                </a:lnTo>
                <a:lnTo>
                  <a:pt x="96761" y="581444"/>
                </a:lnTo>
                <a:lnTo>
                  <a:pt x="98666" y="572008"/>
                </a:lnTo>
                <a:lnTo>
                  <a:pt x="103847" y="564299"/>
                </a:lnTo>
                <a:lnTo>
                  <a:pt x="111531" y="559117"/>
                </a:lnTo>
                <a:lnTo>
                  <a:pt x="120954" y="557212"/>
                </a:lnTo>
                <a:lnTo>
                  <a:pt x="130365" y="559117"/>
                </a:lnTo>
                <a:lnTo>
                  <a:pt x="138061" y="564299"/>
                </a:lnTo>
                <a:lnTo>
                  <a:pt x="143243" y="572008"/>
                </a:lnTo>
                <a:lnTo>
                  <a:pt x="145148" y="581444"/>
                </a:lnTo>
                <a:lnTo>
                  <a:pt x="145148" y="484530"/>
                </a:lnTo>
                <a:lnTo>
                  <a:pt x="43294" y="484530"/>
                </a:lnTo>
                <a:lnTo>
                  <a:pt x="26441" y="487934"/>
                </a:lnTo>
                <a:lnTo>
                  <a:pt x="12674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674" y="665645"/>
                </a:lnTo>
                <a:lnTo>
                  <a:pt x="26441" y="674941"/>
                </a:lnTo>
                <a:lnTo>
                  <a:pt x="43294" y="678345"/>
                </a:lnTo>
                <a:lnTo>
                  <a:pt x="730808" y="678345"/>
                </a:lnTo>
                <a:lnTo>
                  <a:pt x="747674" y="674941"/>
                </a:lnTo>
                <a:lnTo>
                  <a:pt x="761428" y="665645"/>
                </a:lnTo>
                <a:lnTo>
                  <a:pt x="770712" y="651852"/>
                </a:lnTo>
                <a:lnTo>
                  <a:pt x="774115" y="634974"/>
                </a:lnTo>
                <a:lnTo>
                  <a:pt x="774115" y="605663"/>
                </a:lnTo>
                <a:lnTo>
                  <a:pt x="774115" y="557212"/>
                </a:lnTo>
                <a:lnTo>
                  <a:pt x="774115" y="527900"/>
                </a:lnTo>
                <a:close/>
              </a:path>
              <a:path w="774700" h="775335">
                <a:moveTo>
                  <a:pt x="774115" y="285635"/>
                </a:moveTo>
                <a:lnTo>
                  <a:pt x="770712" y="268757"/>
                </a:lnTo>
                <a:lnTo>
                  <a:pt x="761441" y="254965"/>
                </a:lnTo>
                <a:lnTo>
                  <a:pt x="747674" y="245668"/>
                </a:lnTo>
                <a:lnTo>
                  <a:pt x="730821" y="242265"/>
                </a:lnTo>
                <a:lnTo>
                  <a:pt x="387057" y="242265"/>
                </a:lnTo>
                <a:lnTo>
                  <a:pt x="387057" y="339166"/>
                </a:lnTo>
                <a:lnTo>
                  <a:pt x="385152" y="348602"/>
                </a:lnTo>
                <a:lnTo>
                  <a:pt x="379971" y="356311"/>
                </a:lnTo>
                <a:lnTo>
                  <a:pt x="372287" y="361492"/>
                </a:lnTo>
                <a:lnTo>
                  <a:pt x="362864" y="363397"/>
                </a:lnTo>
                <a:lnTo>
                  <a:pt x="353453" y="361492"/>
                </a:lnTo>
                <a:lnTo>
                  <a:pt x="345757" y="356311"/>
                </a:lnTo>
                <a:lnTo>
                  <a:pt x="340575" y="348602"/>
                </a:lnTo>
                <a:lnTo>
                  <a:pt x="338670" y="339166"/>
                </a:lnTo>
                <a:lnTo>
                  <a:pt x="340575" y="329742"/>
                </a:lnTo>
                <a:lnTo>
                  <a:pt x="345757" y="322033"/>
                </a:lnTo>
                <a:lnTo>
                  <a:pt x="353453" y="316852"/>
                </a:lnTo>
                <a:lnTo>
                  <a:pt x="362864" y="314947"/>
                </a:lnTo>
                <a:lnTo>
                  <a:pt x="372287" y="316852"/>
                </a:lnTo>
                <a:lnTo>
                  <a:pt x="379971" y="322033"/>
                </a:lnTo>
                <a:lnTo>
                  <a:pt x="385152" y="329742"/>
                </a:lnTo>
                <a:lnTo>
                  <a:pt x="387057" y="339166"/>
                </a:lnTo>
                <a:lnTo>
                  <a:pt x="387057" y="242265"/>
                </a:lnTo>
                <a:lnTo>
                  <a:pt x="266103" y="242265"/>
                </a:lnTo>
                <a:lnTo>
                  <a:pt x="266103" y="339166"/>
                </a:lnTo>
                <a:lnTo>
                  <a:pt x="264198" y="348602"/>
                </a:lnTo>
                <a:lnTo>
                  <a:pt x="259016" y="356311"/>
                </a:lnTo>
                <a:lnTo>
                  <a:pt x="251333" y="361492"/>
                </a:lnTo>
                <a:lnTo>
                  <a:pt x="241909" y="363397"/>
                </a:lnTo>
                <a:lnTo>
                  <a:pt x="232486" y="361492"/>
                </a:lnTo>
                <a:lnTo>
                  <a:pt x="224802" y="356311"/>
                </a:lnTo>
                <a:lnTo>
                  <a:pt x="219621" y="348602"/>
                </a:lnTo>
                <a:lnTo>
                  <a:pt x="217716" y="339166"/>
                </a:lnTo>
                <a:lnTo>
                  <a:pt x="219621" y="329742"/>
                </a:lnTo>
                <a:lnTo>
                  <a:pt x="224802" y="322033"/>
                </a:lnTo>
                <a:lnTo>
                  <a:pt x="232486" y="316852"/>
                </a:lnTo>
                <a:lnTo>
                  <a:pt x="241909" y="314947"/>
                </a:lnTo>
                <a:lnTo>
                  <a:pt x="251333" y="316852"/>
                </a:lnTo>
                <a:lnTo>
                  <a:pt x="259016" y="322033"/>
                </a:lnTo>
                <a:lnTo>
                  <a:pt x="264198" y="329742"/>
                </a:lnTo>
                <a:lnTo>
                  <a:pt x="266103" y="339166"/>
                </a:lnTo>
                <a:lnTo>
                  <a:pt x="266103" y="242265"/>
                </a:lnTo>
                <a:lnTo>
                  <a:pt x="145148" y="242265"/>
                </a:lnTo>
                <a:lnTo>
                  <a:pt x="145148" y="339166"/>
                </a:lnTo>
                <a:lnTo>
                  <a:pt x="143243" y="348602"/>
                </a:lnTo>
                <a:lnTo>
                  <a:pt x="138061" y="356311"/>
                </a:lnTo>
                <a:lnTo>
                  <a:pt x="130365" y="361492"/>
                </a:lnTo>
                <a:lnTo>
                  <a:pt x="120954" y="363397"/>
                </a:lnTo>
                <a:lnTo>
                  <a:pt x="111531" y="361492"/>
                </a:lnTo>
                <a:lnTo>
                  <a:pt x="103847" y="356311"/>
                </a:lnTo>
                <a:lnTo>
                  <a:pt x="98666" y="348602"/>
                </a:lnTo>
                <a:lnTo>
                  <a:pt x="96761" y="339166"/>
                </a:lnTo>
                <a:lnTo>
                  <a:pt x="98666" y="329742"/>
                </a:lnTo>
                <a:lnTo>
                  <a:pt x="103847" y="322033"/>
                </a:lnTo>
                <a:lnTo>
                  <a:pt x="111531" y="316852"/>
                </a:lnTo>
                <a:lnTo>
                  <a:pt x="120954" y="314947"/>
                </a:lnTo>
                <a:lnTo>
                  <a:pt x="130365" y="316852"/>
                </a:lnTo>
                <a:lnTo>
                  <a:pt x="138061" y="322033"/>
                </a:lnTo>
                <a:lnTo>
                  <a:pt x="143243" y="329742"/>
                </a:lnTo>
                <a:lnTo>
                  <a:pt x="145148" y="339166"/>
                </a:lnTo>
                <a:lnTo>
                  <a:pt x="145148" y="242265"/>
                </a:lnTo>
                <a:lnTo>
                  <a:pt x="43294" y="242265"/>
                </a:lnTo>
                <a:lnTo>
                  <a:pt x="26441" y="245668"/>
                </a:lnTo>
                <a:lnTo>
                  <a:pt x="12674" y="254965"/>
                </a:lnTo>
                <a:lnTo>
                  <a:pt x="3403" y="268757"/>
                </a:lnTo>
                <a:lnTo>
                  <a:pt x="0" y="285635"/>
                </a:lnTo>
                <a:lnTo>
                  <a:pt x="0" y="392709"/>
                </a:lnTo>
                <a:lnTo>
                  <a:pt x="3403" y="409587"/>
                </a:lnTo>
                <a:lnTo>
                  <a:pt x="12674" y="423379"/>
                </a:lnTo>
                <a:lnTo>
                  <a:pt x="26441" y="432676"/>
                </a:lnTo>
                <a:lnTo>
                  <a:pt x="43294" y="436079"/>
                </a:lnTo>
                <a:lnTo>
                  <a:pt x="730821" y="436079"/>
                </a:lnTo>
                <a:lnTo>
                  <a:pt x="747674" y="432676"/>
                </a:lnTo>
                <a:lnTo>
                  <a:pt x="761441" y="423379"/>
                </a:lnTo>
                <a:lnTo>
                  <a:pt x="770712" y="409587"/>
                </a:lnTo>
                <a:lnTo>
                  <a:pt x="774115" y="392709"/>
                </a:lnTo>
                <a:lnTo>
                  <a:pt x="774115" y="363397"/>
                </a:lnTo>
                <a:lnTo>
                  <a:pt x="774115" y="314947"/>
                </a:lnTo>
                <a:lnTo>
                  <a:pt x="774115" y="285635"/>
                </a:lnTo>
                <a:close/>
              </a:path>
              <a:path w="774700" h="775335">
                <a:moveTo>
                  <a:pt x="774115" y="43370"/>
                </a:moveTo>
                <a:lnTo>
                  <a:pt x="770712" y="26492"/>
                </a:lnTo>
                <a:lnTo>
                  <a:pt x="761441" y="12700"/>
                </a:lnTo>
                <a:lnTo>
                  <a:pt x="747674" y="3403"/>
                </a:lnTo>
                <a:lnTo>
                  <a:pt x="730821" y="0"/>
                </a:lnTo>
                <a:lnTo>
                  <a:pt x="387057" y="0"/>
                </a:lnTo>
                <a:lnTo>
                  <a:pt x="387057" y="96901"/>
                </a:lnTo>
                <a:lnTo>
                  <a:pt x="385152" y="106337"/>
                </a:lnTo>
                <a:lnTo>
                  <a:pt x="379971" y="114046"/>
                </a:lnTo>
                <a:lnTo>
                  <a:pt x="372287" y="119227"/>
                </a:lnTo>
                <a:lnTo>
                  <a:pt x="362864" y="121132"/>
                </a:lnTo>
                <a:lnTo>
                  <a:pt x="353453" y="119227"/>
                </a:lnTo>
                <a:lnTo>
                  <a:pt x="345757" y="114046"/>
                </a:lnTo>
                <a:lnTo>
                  <a:pt x="340575" y="106337"/>
                </a:lnTo>
                <a:lnTo>
                  <a:pt x="338670" y="96901"/>
                </a:lnTo>
                <a:lnTo>
                  <a:pt x="340575" y="87477"/>
                </a:lnTo>
                <a:lnTo>
                  <a:pt x="345757" y="79768"/>
                </a:lnTo>
                <a:lnTo>
                  <a:pt x="353453" y="74587"/>
                </a:lnTo>
                <a:lnTo>
                  <a:pt x="362864" y="72682"/>
                </a:lnTo>
                <a:lnTo>
                  <a:pt x="372287" y="74587"/>
                </a:lnTo>
                <a:lnTo>
                  <a:pt x="379971" y="79768"/>
                </a:lnTo>
                <a:lnTo>
                  <a:pt x="385152" y="87477"/>
                </a:lnTo>
                <a:lnTo>
                  <a:pt x="387057" y="96901"/>
                </a:lnTo>
                <a:lnTo>
                  <a:pt x="387057" y="0"/>
                </a:lnTo>
                <a:lnTo>
                  <a:pt x="266103" y="0"/>
                </a:lnTo>
                <a:lnTo>
                  <a:pt x="266103" y="96901"/>
                </a:lnTo>
                <a:lnTo>
                  <a:pt x="264198" y="106337"/>
                </a:lnTo>
                <a:lnTo>
                  <a:pt x="259016" y="114046"/>
                </a:lnTo>
                <a:lnTo>
                  <a:pt x="251333" y="119227"/>
                </a:lnTo>
                <a:lnTo>
                  <a:pt x="241909" y="121132"/>
                </a:lnTo>
                <a:lnTo>
                  <a:pt x="232498" y="119227"/>
                </a:lnTo>
                <a:lnTo>
                  <a:pt x="224802" y="114046"/>
                </a:lnTo>
                <a:lnTo>
                  <a:pt x="219621" y="106337"/>
                </a:lnTo>
                <a:lnTo>
                  <a:pt x="217716" y="96901"/>
                </a:lnTo>
                <a:lnTo>
                  <a:pt x="219621" y="87477"/>
                </a:lnTo>
                <a:lnTo>
                  <a:pt x="224802" y="79768"/>
                </a:lnTo>
                <a:lnTo>
                  <a:pt x="232498" y="74587"/>
                </a:lnTo>
                <a:lnTo>
                  <a:pt x="241909" y="72682"/>
                </a:lnTo>
                <a:lnTo>
                  <a:pt x="251333" y="74587"/>
                </a:lnTo>
                <a:lnTo>
                  <a:pt x="259016" y="79768"/>
                </a:lnTo>
                <a:lnTo>
                  <a:pt x="264198" y="87477"/>
                </a:lnTo>
                <a:lnTo>
                  <a:pt x="266103" y="96901"/>
                </a:lnTo>
                <a:lnTo>
                  <a:pt x="266103" y="0"/>
                </a:lnTo>
                <a:lnTo>
                  <a:pt x="145148" y="0"/>
                </a:lnTo>
                <a:lnTo>
                  <a:pt x="145148" y="96901"/>
                </a:lnTo>
                <a:lnTo>
                  <a:pt x="143243" y="106337"/>
                </a:lnTo>
                <a:lnTo>
                  <a:pt x="138061" y="114046"/>
                </a:lnTo>
                <a:lnTo>
                  <a:pt x="130378" y="119227"/>
                </a:lnTo>
                <a:lnTo>
                  <a:pt x="120954" y="121132"/>
                </a:lnTo>
                <a:lnTo>
                  <a:pt x="111531" y="119227"/>
                </a:lnTo>
                <a:lnTo>
                  <a:pt x="103847" y="114046"/>
                </a:lnTo>
                <a:lnTo>
                  <a:pt x="98666" y="106337"/>
                </a:lnTo>
                <a:lnTo>
                  <a:pt x="96761" y="96901"/>
                </a:lnTo>
                <a:lnTo>
                  <a:pt x="98666" y="87477"/>
                </a:lnTo>
                <a:lnTo>
                  <a:pt x="103847" y="79768"/>
                </a:lnTo>
                <a:lnTo>
                  <a:pt x="111531" y="74587"/>
                </a:lnTo>
                <a:lnTo>
                  <a:pt x="120954" y="72682"/>
                </a:lnTo>
                <a:lnTo>
                  <a:pt x="130378" y="74587"/>
                </a:lnTo>
                <a:lnTo>
                  <a:pt x="138061" y="79768"/>
                </a:lnTo>
                <a:lnTo>
                  <a:pt x="143243" y="87477"/>
                </a:lnTo>
                <a:lnTo>
                  <a:pt x="145148" y="96901"/>
                </a:lnTo>
                <a:lnTo>
                  <a:pt x="145148" y="0"/>
                </a:lnTo>
                <a:lnTo>
                  <a:pt x="43294" y="0"/>
                </a:lnTo>
                <a:lnTo>
                  <a:pt x="26441" y="3403"/>
                </a:lnTo>
                <a:lnTo>
                  <a:pt x="12687" y="12700"/>
                </a:lnTo>
                <a:lnTo>
                  <a:pt x="3403" y="26492"/>
                </a:lnTo>
                <a:lnTo>
                  <a:pt x="0" y="43370"/>
                </a:lnTo>
                <a:lnTo>
                  <a:pt x="0" y="150444"/>
                </a:lnTo>
                <a:lnTo>
                  <a:pt x="3403" y="167322"/>
                </a:lnTo>
                <a:lnTo>
                  <a:pt x="12687" y="181114"/>
                </a:lnTo>
                <a:lnTo>
                  <a:pt x="26441" y="190411"/>
                </a:lnTo>
                <a:lnTo>
                  <a:pt x="43294" y="193814"/>
                </a:lnTo>
                <a:lnTo>
                  <a:pt x="730821" y="193814"/>
                </a:lnTo>
                <a:lnTo>
                  <a:pt x="747674" y="190411"/>
                </a:lnTo>
                <a:lnTo>
                  <a:pt x="761441" y="181114"/>
                </a:lnTo>
                <a:lnTo>
                  <a:pt x="770712" y="167322"/>
                </a:lnTo>
                <a:lnTo>
                  <a:pt x="774115" y="150444"/>
                </a:lnTo>
                <a:lnTo>
                  <a:pt x="774115" y="121132"/>
                </a:lnTo>
                <a:lnTo>
                  <a:pt x="774115" y="72682"/>
                </a:lnTo>
                <a:lnTo>
                  <a:pt x="774115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6517" y="3077473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3689" y="3077473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63084" y="2621279"/>
            <a:ext cx="4255135" cy="1780539"/>
            <a:chOff x="4863084" y="2621279"/>
            <a:chExt cx="4255135" cy="1780539"/>
          </a:xfrm>
        </p:grpSpPr>
        <p:sp>
          <p:nvSpPr>
            <p:cNvPr id="9" name="object 9"/>
            <p:cNvSpPr/>
            <p:nvPr/>
          </p:nvSpPr>
          <p:spPr>
            <a:xfrm>
              <a:off x="8342605" y="3626256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775131" y="527900"/>
                  </a:moveTo>
                  <a:lnTo>
                    <a:pt x="771715" y="511022"/>
                  </a:lnTo>
                  <a:lnTo>
                    <a:pt x="762431" y="497230"/>
                  </a:lnTo>
                  <a:lnTo>
                    <a:pt x="748639" y="487934"/>
                  </a:lnTo>
                  <a:lnTo>
                    <a:pt x="731774" y="484530"/>
                  </a:lnTo>
                  <a:lnTo>
                    <a:pt x="387565" y="484530"/>
                  </a:lnTo>
                  <a:lnTo>
                    <a:pt x="387565" y="581444"/>
                  </a:lnTo>
                  <a:lnTo>
                    <a:pt x="385660" y="590867"/>
                  </a:lnTo>
                  <a:lnTo>
                    <a:pt x="380466" y="598576"/>
                  </a:lnTo>
                  <a:lnTo>
                    <a:pt x="372770" y="603758"/>
                  </a:lnTo>
                  <a:lnTo>
                    <a:pt x="363347" y="605663"/>
                  </a:lnTo>
                  <a:lnTo>
                    <a:pt x="353910" y="603758"/>
                  </a:lnTo>
                  <a:lnTo>
                    <a:pt x="346214" y="598576"/>
                  </a:lnTo>
                  <a:lnTo>
                    <a:pt x="341020" y="590867"/>
                  </a:lnTo>
                  <a:lnTo>
                    <a:pt x="339115" y="581444"/>
                  </a:lnTo>
                  <a:lnTo>
                    <a:pt x="341020" y="572008"/>
                  </a:lnTo>
                  <a:lnTo>
                    <a:pt x="346214" y="564299"/>
                  </a:lnTo>
                  <a:lnTo>
                    <a:pt x="353910" y="559117"/>
                  </a:lnTo>
                  <a:lnTo>
                    <a:pt x="363347" y="557212"/>
                  </a:lnTo>
                  <a:lnTo>
                    <a:pt x="372770" y="559117"/>
                  </a:lnTo>
                  <a:lnTo>
                    <a:pt x="380466" y="564299"/>
                  </a:lnTo>
                  <a:lnTo>
                    <a:pt x="385660" y="572008"/>
                  </a:lnTo>
                  <a:lnTo>
                    <a:pt x="387565" y="581444"/>
                  </a:lnTo>
                  <a:lnTo>
                    <a:pt x="387565" y="484530"/>
                  </a:lnTo>
                  <a:lnTo>
                    <a:pt x="266446" y="484530"/>
                  </a:lnTo>
                  <a:lnTo>
                    <a:pt x="266446" y="581444"/>
                  </a:lnTo>
                  <a:lnTo>
                    <a:pt x="264553" y="590867"/>
                  </a:lnTo>
                  <a:lnTo>
                    <a:pt x="259359" y="598576"/>
                  </a:lnTo>
                  <a:lnTo>
                    <a:pt x="251663" y="603758"/>
                  </a:lnTo>
                  <a:lnTo>
                    <a:pt x="242227" y="605663"/>
                  </a:lnTo>
                  <a:lnTo>
                    <a:pt x="232791" y="603758"/>
                  </a:lnTo>
                  <a:lnTo>
                    <a:pt x="225094" y="598576"/>
                  </a:lnTo>
                  <a:lnTo>
                    <a:pt x="219913" y="590867"/>
                  </a:lnTo>
                  <a:lnTo>
                    <a:pt x="218008" y="581444"/>
                  </a:lnTo>
                  <a:lnTo>
                    <a:pt x="219913" y="572008"/>
                  </a:lnTo>
                  <a:lnTo>
                    <a:pt x="225094" y="564299"/>
                  </a:lnTo>
                  <a:lnTo>
                    <a:pt x="232791" y="559117"/>
                  </a:lnTo>
                  <a:lnTo>
                    <a:pt x="242227" y="557212"/>
                  </a:lnTo>
                  <a:lnTo>
                    <a:pt x="251663" y="559117"/>
                  </a:lnTo>
                  <a:lnTo>
                    <a:pt x="259359" y="564299"/>
                  </a:lnTo>
                  <a:lnTo>
                    <a:pt x="264553" y="572008"/>
                  </a:lnTo>
                  <a:lnTo>
                    <a:pt x="266446" y="581444"/>
                  </a:lnTo>
                  <a:lnTo>
                    <a:pt x="266446" y="484530"/>
                  </a:lnTo>
                  <a:lnTo>
                    <a:pt x="145338" y="484530"/>
                  </a:lnTo>
                  <a:lnTo>
                    <a:pt x="145338" y="581444"/>
                  </a:lnTo>
                  <a:lnTo>
                    <a:pt x="143433" y="590867"/>
                  </a:lnTo>
                  <a:lnTo>
                    <a:pt x="138239" y="598576"/>
                  </a:lnTo>
                  <a:lnTo>
                    <a:pt x="130543" y="603758"/>
                  </a:lnTo>
                  <a:lnTo>
                    <a:pt x="121119" y="605663"/>
                  </a:lnTo>
                  <a:lnTo>
                    <a:pt x="111683" y="603758"/>
                  </a:lnTo>
                  <a:lnTo>
                    <a:pt x="103987" y="598576"/>
                  </a:lnTo>
                  <a:lnTo>
                    <a:pt x="98793" y="590867"/>
                  </a:lnTo>
                  <a:lnTo>
                    <a:pt x="96888" y="581444"/>
                  </a:lnTo>
                  <a:lnTo>
                    <a:pt x="98793" y="572008"/>
                  </a:lnTo>
                  <a:lnTo>
                    <a:pt x="103987" y="564299"/>
                  </a:lnTo>
                  <a:lnTo>
                    <a:pt x="111683" y="559117"/>
                  </a:lnTo>
                  <a:lnTo>
                    <a:pt x="121119" y="557212"/>
                  </a:lnTo>
                  <a:lnTo>
                    <a:pt x="130543" y="559117"/>
                  </a:lnTo>
                  <a:lnTo>
                    <a:pt x="138239" y="564299"/>
                  </a:lnTo>
                  <a:lnTo>
                    <a:pt x="143433" y="572008"/>
                  </a:lnTo>
                  <a:lnTo>
                    <a:pt x="145338" y="581444"/>
                  </a:lnTo>
                  <a:lnTo>
                    <a:pt x="145338" y="484530"/>
                  </a:lnTo>
                  <a:lnTo>
                    <a:pt x="43357" y="484530"/>
                  </a:lnTo>
                  <a:lnTo>
                    <a:pt x="26479" y="487934"/>
                  </a:lnTo>
                  <a:lnTo>
                    <a:pt x="12700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700" y="665645"/>
                  </a:lnTo>
                  <a:lnTo>
                    <a:pt x="26479" y="674941"/>
                  </a:lnTo>
                  <a:lnTo>
                    <a:pt x="43357" y="678345"/>
                  </a:lnTo>
                  <a:lnTo>
                    <a:pt x="351231" y="678345"/>
                  </a:lnTo>
                  <a:lnTo>
                    <a:pt x="351231" y="775258"/>
                  </a:lnTo>
                  <a:lnTo>
                    <a:pt x="423887" y="775258"/>
                  </a:lnTo>
                  <a:lnTo>
                    <a:pt x="423887" y="678345"/>
                  </a:lnTo>
                  <a:lnTo>
                    <a:pt x="731774" y="678345"/>
                  </a:lnTo>
                  <a:lnTo>
                    <a:pt x="748639" y="674941"/>
                  </a:lnTo>
                  <a:lnTo>
                    <a:pt x="762431" y="665645"/>
                  </a:lnTo>
                  <a:lnTo>
                    <a:pt x="771715" y="651852"/>
                  </a:lnTo>
                  <a:lnTo>
                    <a:pt x="775131" y="634974"/>
                  </a:lnTo>
                  <a:lnTo>
                    <a:pt x="775131" y="605663"/>
                  </a:lnTo>
                  <a:lnTo>
                    <a:pt x="775131" y="557212"/>
                  </a:lnTo>
                  <a:lnTo>
                    <a:pt x="775131" y="527900"/>
                  </a:lnTo>
                  <a:close/>
                </a:path>
                <a:path w="775334" h="775335">
                  <a:moveTo>
                    <a:pt x="775131" y="285635"/>
                  </a:moveTo>
                  <a:lnTo>
                    <a:pt x="771715" y="268757"/>
                  </a:lnTo>
                  <a:lnTo>
                    <a:pt x="762431" y="254965"/>
                  </a:lnTo>
                  <a:lnTo>
                    <a:pt x="748652" y="245668"/>
                  </a:lnTo>
                  <a:lnTo>
                    <a:pt x="731774" y="242265"/>
                  </a:lnTo>
                  <a:lnTo>
                    <a:pt x="387565" y="242265"/>
                  </a:lnTo>
                  <a:lnTo>
                    <a:pt x="387565" y="339178"/>
                  </a:lnTo>
                  <a:lnTo>
                    <a:pt x="385660" y="348602"/>
                  </a:lnTo>
                  <a:lnTo>
                    <a:pt x="380466" y="356311"/>
                  </a:lnTo>
                  <a:lnTo>
                    <a:pt x="372770" y="361492"/>
                  </a:lnTo>
                  <a:lnTo>
                    <a:pt x="363347" y="363397"/>
                  </a:lnTo>
                  <a:lnTo>
                    <a:pt x="353910" y="361492"/>
                  </a:lnTo>
                  <a:lnTo>
                    <a:pt x="346214" y="356311"/>
                  </a:lnTo>
                  <a:lnTo>
                    <a:pt x="341020" y="348602"/>
                  </a:lnTo>
                  <a:lnTo>
                    <a:pt x="339115" y="339178"/>
                  </a:lnTo>
                  <a:lnTo>
                    <a:pt x="341020" y="329742"/>
                  </a:lnTo>
                  <a:lnTo>
                    <a:pt x="346214" y="322033"/>
                  </a:lnTo>
                  <a:lnTo>
                    <a:pt x="353910" y="316852"/>
                  </a:lnTo>
                  <a:lnTo>
                    <a:pt x="363347" y="314947"/>
                  </a:lnTo>
                  <a:lnTo>
                    <a:pt x="372770" y="316852"/>
                  </a:lnTo>
                  <a:lnTo>
                    <a:pt x="380466" y="322033"/>
                  </a:lnTo>
                  <a:lnTo>
                    <a:pt x="385660" y="329742"/>
                  </a:lnTo>
                  <a:lnTo>
                    <a:pt x="387565" y="339178"/>
                  </a:lnTo>
                  <a:lnTo>
                    <a:pt x="387565" y="242265"/>
                  </a:lnTo>
                  <a:lnTo>
                    <a:pt x="266446" y="242265"/>
                  </a:lnTo>
                  <a:lnTo>
                    <a:pt x="266446" y="339178"/>
                  </a:lnTo>
                  <a:lnTo>
                    <a:pt x="264553" y="348602"/>
                  </a:lnTo>
                  <a:lnTo>
                    <a:pt x="259359" y="356311"/>
                  </a:lnTo>
                  <a:lnTo>
                    <a:pt x="251663" y="361492"/>
                  </a:lnTo>
                  <a:lnTo>
                    <a:pt x="242227" y="363397"/>
                  </a:lnTo>
                  <a:lnTo>
                    <a:pt x="232803" y="361492"/>
                  </a:lnTo>
                  <a:lnTo>
                    <a:pt x="225094" y="356311"/>
                  </a:lnTo>
                  <a:lnTo>
                    <a:pt x="219913" y="348602"/>
                  </a:lnTo>
                  <a:lnTo>
                    <a:pt x="218008" y="339178"/>
                  </a:lnTo>
                  <a:lnTo>
                    <a:pt x="219913" y="329742"/>
                  </a:lnTo>
                  <a:lnTo>
                    <a:pt x="225094" y="322033"/>
                  </a:lnTo>
                  <a:lnTo>
                    <a:pt x="232803" y="316852"/>
                  </a:lnTo>
                  <a:lnTo>
                    <a:pt x="242227" y="314947"/>
                  </a:lnTo>
                  <a:lnTo>
                    <a:pt x="251663" y="316852"/>
                  </a:lnTo>
                  <a:lnTo>
                    <a:pt x="259359" y="322033"/>
                  </a:lnTo>
                  <a:lnTo>
                    <a:pt x="264553" y="329742"/>
                  </a:lnTo>
                  <a:lnTo>
                    <a:pt x="266446" y="339178"/>
                  </a:lnTo>
                  <a:lnTo>
                    <a:pt x="266446" y="242265"/>
                  </a:lnTo>
                  <a:lnTo>
                    <a:pt x="145338" y="242265"/>
                  </a:lnTo>
                  <a:lnTo>
                    <a:pt x="145338" y="339178"/>
                  </a:lnTo>
                  <a:lnTo>
                    <a:pt x="143433" y="348602"/>
                  </a:lnTo>
                  <a:lnTo>
                    <a:pt x="138239" y="356311"/>
                  </a:lnTo>
                  <a:lnTo>
                    <a:pt x="130543" y="361492"/>
                  </a:lnTo>
                  <a:lnTo>
                    <a:pt x="121119" y="363397"/>
                  </a:lnTo>
                  <a:lnTo>
                    <a:pt x="111683" y="361492"/>
                  </a:lnTo>
                  <a:lnTo>
                    <a:pt x="103987" y="356311"/>
                  </a:lnTo>
                  <a:lnTo>
                    <a:pt x="98793" y="348602"/>
                  </a:lnTo>
                  <a:lnTo>
                    <a:pt x="96888" y="339178"/>
                  </a:lnTo>
                  <a:lnTo>
                    <a:pt x="98793" y="329742"/>
                  </a:lnTo>
                  <a:lnTo>
                    <a:pt x="103987" y="322033"/>
                  </a:lnTo>
                  <a:lnTo>
                    <a:pt x="111683" y="316852"/>
                  </a:lnTo>
                  <a:lnTo>
                    <a:pt x="121119" y="314947"/>
                  </a:lnTo>
                  <a:lnTo>
                    <a:pt x="130543" y="316852"/>
                  </a:lnTo>
                  <a:lnTo>
                    <a:pt x="138239" y="322033"/>
                  </a:lnTo>
                  <a:lnTo>
                    <a:pt x="143433" y="329742"/>
                  </a:lnTo>
                  <a:lnTo>
                    <a:pt x="145338" y="339178"/>
                  </a:lnTo>
                  <a:lnTo>
                    <a:pt x="145338" y="242265"/>
                  </a:lnTo>
                  <a:lnTo>
                    <a:pt x="43357" y="242265"/>
                  </a:lnTo>
                  <a:lnTo>
                    <a:pt x="26479" y="245668"/>
                  </a:lnTo>
                  <a:lnTo>
                    <a:pt x="12700" y="254965"/>
                  </a:lnTo>
                  <a:lnTo>
                    <a:pt x="3403" y="268757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700" y="423379"/>
                  </a:lnTo>
                  <a:lnTo>
                    <a:pt x="26479" y="432676"/>
                  </a:lnTo>
                  <a:lnTo>
                    <a:pt x="43357" y="436079"/>
                  </a:lnTo>
                  <a:lnTo>
                    <a:pt x="731774" y="436079"/>
                  </a:lnTo>
                  <a:lnTo>
                    <a:pt x="748652" y="432676"/>
                  </a:lnTo>
                  <a:lnTo>
                    <a:pt x="762431" y="423379"/>
                  </a:lnTo>
                  <a:lnTo>
                    <a:pt x="771715" y="409587"/>
                  </a:lnTo>
                  <a:lnTo>
                    <a:pt x="775131" y="392709"/>
                  </a:lnTo>
                  <a:lnTo>
                    <a:pt x="775131" y="363397"/>
                  </a:lnTo>
                  <a:lnTo>
                    <a:pt x="775131" y="314947"/>
                  </a:lnTo>
                  <a:lnTo>
                    <a:pt x="775131" y="285635"/>
                  </a:lnTo>
                  <a:close/>
                </a:path>
                <a:path w="775334" h="775335">
                  <a:moveTo>
                    <a:pt x="775131" y="43370"/>
                  </a:moveTo>
                  <a:lnTo>
                    <a:pt x="771715" y="26492"/>
                  </a:lnTo>
                  <a:lnTo>
                    <a:pt x="762431" y="12700"/>
                  </a:lnTo>
                  <a:lnTo>
                    <a:pt x="748652" y="3403"/>
                  </a:lnTo>
                  <a:lnTo>
                    <a:pt x="731774" y="0"/>
                  </a:lnTo>
                  <a:lnTo>
                    <a:pt x="387565" y="0"/>
                  </a:lnTo>
                  <a:lnTo>
                    <a:pt x="387565" y="96901"/>
                  </a:lnTo>
                  <a:lnTo>
                    <a:pt x="385660" y="106337"/>
                  </a:lnTo>
                  <a:lnTo>
                    <a:pt x="380479" y="114046"/>
                  </a:lnTo>
                  <a:lnTo>
                    <a:pt x="372770" y="119227"/>
                  </a:lnTo>
                  <a:lnTo>
                    <a:pt x="363347" y="121132"/>
                  </a:lnTo>
                  <a:lnTo>
                    <a:pt x="353910" y="119227"/>
                  </a:lnTo>
                  <a:lnTo>
                    <a:pt x="346214" y="114046"/>
                  </a:lnTo>
                  <a:lnTo>
                    <a:pt x="341020" y="106337"/>
                  </a:lnTo>
                  <a:lnTo>
                    <a:pt x="339115" y="96901"/>
                  </a:lnTo>
                  <a:lnTo>
                    <a:pt x="341020" y="87477"/>
                  </a:lnTo>
                  <a:lnTo>
                    <a:pt x="346214" y="79768"/>
                  </a:lnTo>
                  <a:lnTo>
                    <a:pt x="353910" y="74587"/>
                  </a:lnTo>
                  <a:lnTo>
                    <a:pt x="363347" y="72682"/>
                  </a:lnTo>
                  <a:lnTo>
                    <a:pt x="372770" y="74587"/>
                  </a:lnTo>
                  <a:lnTo>
                    <a:pt x="380479" y="79768"/>
                  </a:lnTo>
                  <a:lnTo>
                    <a:pt x="385660" y="87477"/>
                  </a:lnTo>
                  <a:lnTo>
                    <a:pt x="387565" y="96901"/>
                  </a:lnTo>
                  <a:lnTo>
                    <a:pt x="387565" y="0"/>
                  </a:lnTo>
                  <a:lnTo>
                    <a:pt x="266458" y="0"/>
                  </a:lnTo>
                  <a:lnTo>
                    <a:pt x="266458" y="96901"/>
                  </a:lnTo>
                  <a:lnTo>
                    <a:pt x="264553" y="106337"/>
                  </a:lnTo>
                  <a:lnTo>
                    <a:pt x="259359" y="114046"/>
                  </a:lnTo>
                  <a:lnTo>
                    <a:pt x="251663" y="119227"/>
                  </a:lnTo>
                  <a:lnTo>
                    <a:pt x="242227" y="121132"/>
                  </a:lnTo>
                  <a:lnTo>
                    <a:pt x="232803" y="119227"/>
                  </a:lnTo>
                  <a:lnTo>
                    <a:pt x="225094" y="114046"/>
                  </a:lnTo>
                  <a:lnTo>
                    <a:pt x="219913" y="106337"/>
                  </a:lnTo>
                  <a:lnTo>
                    <a:pt x="218008" y="96901"/>
                  </a:lnTo>
                  <a:lnTo>
                    <a:pt x="219913" y="87477"/>
                  </a:lnTo>
                  <a:lnTo>
                    <a:pt x="225094" y="79768"/>
                  </a:lnTo>
                  <a:lnTo>
                    <a:pt x="232803" y="74587"/>
                  </a:lnTo>
                  <a:lnTo>
                    <a:pt x="242227" y="72682"/>
                  </a:lnTo>
                  <a:lnTo>
                    <a:pt x="251663" y="74587"/>
                  </a:lnTo>
                  <a:lnTo>
                    <a:pt x="259359" y="79768"/>
                  </a:lnTo>
                  <a:lnTo>
                    <a:pt x="264553" y="87477"/>
                  </a:lnTo>
                  <a:lnTo>
                    <a:pt x="266458" y="96901"/>
                  </a:lnTo>
                  <a:lnTo>
                    <a:pt x="266458" y="0"/>
                  </a:lnTo>
                  <a:lnTo>
                    <a:pt x="145338" y="0"/>
                  </a:lnTo>
                  <a:lnTo>
                    <a:pt x="145338" y="96901"/>
                  </a:lnTo>
                  <a:lnTo>
                    <a:pt x="143433" y="106337"/>
                  </a:lnTo>
                  <a:lnTo>
                    <a:pt x="138252" y="114046"/>
                  </a:lnTo>
                  <a:lnTo>
                    <a:pt x="130543" y="119227"/>
                  </a:lnTo>
                  <a:lnTo>
                    <a:pt x="121119" y="121132"/>
                  </a:lnTo>
                  <a:lnTo>
                    <a:pt x="111683" y="119227"/>
                  </a:lnTo>
                  <a:lnTo>
                    <a:pt x="103987" y="114046"/>
                  </a:lnTo>
                  <a:lnTo>
                    <a:pt x="98793" y="106337"/>
                  </a:lnTo>
                  <a:lnTo>
                    <a:pt x="96888" y="96901"/>
                  </a:lnTo>
                  <a:lnTo>
                    <a:pt x="98793" y="87477"/>
                  </a:lnTo>
                  <a:lnTo>
                    <a:pt x="103987" y="79768"/>
                  </a:lnTo>
                  <a:lnTo>
                    <a:pt x="111683" y="74587"/>
                  </a:lnTo>
                  <a:lnTo>
                    <a:pt x="121119" y="72682"/>
                  </a:lnTo>
                  <a:lnTo>
                    <a:pt x="130543" y="74587"/>
                  </a:lnTo>
                  <a:lnTo>
                    <a:pt x="138252" y="79768"/>
                  </a:lnTo>
                  <a:lnTo>
                    <a:pt x="143433" y="87477"/>
                  </a:lnTo>
                  <a:lnTo>
                    <a:pt x="145338" y="96901"/>
                  </a:lnTo>
                  <a:lnTo>
                    <a:pt x="145338" y="0"/>
                  </a:lnTo>
                  <a:lnTo>
                    <a:pt x="43357" y="0"/>
                  </a:lnTo>
                  <a:lnTo>
                    <a:pt x="26479" y="3403"/>
                  </a:lnTo>
                  <a:lnTo>
                    <a:pt x="12700" y="12700"/>
                  </a:lnTo>
                  <a:lnTo>
                    <a:pt x="3416" y="26492"/>
                  </a:lnTo>
                  <a:lnTo>
                    <a:pt x="0" y="43370"/>
                  </a:lnTo>
                  <a:lnTo>
                    <a:pt x="0" y="150444"/>
                  </a:lnTo>
                  <a:lnTo>
                    <a:pt x="3416" y="167322"/>
                  </a:lnTo>
                  <a:lnTo>
                    <a:pt x="12700" y="181114"/>
                  </a:lnTo>
                  <a:lnTo>
                    <a:pt x="26479" y="190411"/>
                  </a:lnTo>
                  <a:lnTo>
                    <a:pt x="43357" y="193814"/>
                  </a:lnTo>
                  <a:lnTo>
                    <a:pt x="731774" y="193814"/>
                  </a:lnTo>
                  <a:lnTo>
                    <a:pt x="748652" y="190411"/>
                  </a:lnTo>
                  <a:lnTo>
                    <a:pt x="762431" y="181114"/>
                  </a:lnTo>
                  <a:lnTo>
                    <a:pt x="771715" y="167322"/>
                  </a:lnTo>
                  <a:lnTo>
                    <a:pt x="775131" y="150444"/>
                  </a:lnTo>
                  <a:lnTo>
                    <a:pt x="775131" y="121132"/>
                  </a:lnTo>
                  <a:lnTo>
                    <a:pt x="775131" y="72682"/>
                  </a:lnTo>
                  <a:lnTo>
                    <a:pt x="775131" y="433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3084" y="2621279"/>
              <a:ext cx="503661" cy="9143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839355" y="3423329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508" y="4047744"/>
            <a:ext cx="503650" cy="91438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02172" y="4850065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60834" y="3296405"/>
            <a:ext cx="149860" cy="900430"/>
          </a:xfrm>
          <a:custGeom>
            <a:avLst/>
            <a:gdLst/>
            <a:ahLst/>
            <a:cxnLst/>
            <a:rect l="l" t="t" r="r" b="b"/>
            <a:pathLst>
              <a:path w="149860" h="900429">
                <a:moveTo>
                  <a:pt x="23253" y="0"/>
                </a:moveTo>
                <a:lnTo>
                  <a:pt x="47461" y="34119"/>
                </a:lnTo>
                <a:lnTo>
                  <a:pt x="69191" y="71680"/>
                </a:lnTo>
                <a:lnTo>
                  <a:pt x="88409" y="112306"/>
                </a:lnTo>
                <a:lnTo>
                  <a:pt x="105079" y="155622"/>
                </a:lnTo>
                <a:lnTo>
                  <a:pt x="119167" y="201251"/>
                </a:lnTo>
                <a:lnTo>
                  <a:pt x="130636" y="248817"/>
                </a:lnTo>
                <a:lnTo>
                  <a:pt x="139452" y="297945"/>
                </a:lnTo>
                <a:lnTo>
                  <a:pt x="145578" y="348257"/>
                </a:lnTo>
                <a:lnTo>
                  <a:pt x="148980" y="399379"/>
                </a:lnTo>
                <a:lnTo>
                  <a:pt x="149623" y="450933"/>
                </a:lnTo>
                <a:lnTo>
                  <a:pt x="147470" y="502543"/>
                </a:lnTo>
                <a:lnTo>
                  <a:pt x="142488" y="553835"/>
                </a:lnTo>
                <a:lnTo>
                  <a:pt x="134639" y="604431"/>
                </a:lnTo>
                <a:lnTo>
                  <a:pt x="123890" y="653955"/>
                </a:lnTo>
                <a:lnTo>
                  <a:pt x="110205" y="702031"/>
                </a:lnTo>
                <a:lnTo>
                  <a:pt x="93548" y="748284"/>
                </a:lnTo>
                <a:lnTo>
                  <a:pt x="73657" y="792672"/>
                </a:lnTo>
                <a:lnTo>
                  <a:pt x="51303" y="832966"/>
                </a:lnTo>
                <a:lnTo>
                  <a:pt x="26684" y="868847"/>
                </a:lnTo>
                <a:lnTo>
                  <a:pt x="0" y="899998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90560" y="4903602"/>
            <a:ext cx="697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Internet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16397" y="3043802"/>
            <a:ext cx="4311650" cy="1717039"/>
            <a:chOff x="5216397" y="3043802"/>
            <a:chExt cx="4311650" cy="1717039"/>
          </a:xfrm>
        </p:grpSpPr>
        <p:sp>
          <p:nvSpPr>
            <p:cNvPr id="17" name="object 17"/>
            <p:cNvSpPr/>
            <p:nvPr/>
          </p:nvSpPr>
          <p:spPr>
            <a:xfrm>
              <a:off x="6315455" y="3154679"/>
              <a:ext cx="0" cy="1542415"/>
            </a:xfrm>
            <a:custGeom>
              <a:avLst/>
              <a:gdLst/>
              <a:ahLst/>
              <a:cxnLst/>
              <a:rect l="l" t="t" r="r" b="b"/>
              <a:pathLst>
                <a:path h="1542414">
                  <a:moveTo>
                    <a:pt x="0" y="0"/>
                  </a:moveTo>
                  <a:lnTo>
                    <a:pt x="0" y="1541843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2562" y="3180587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89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2562" y="4669535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89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57821" y="3053327"/>
              <a:ext cx="2560320" cy="1697989"/>
            </a:xfrm>
            <a:custGeom>
              <a:avLst/>
              <a:gdLst/>
              <a:ahLst/>
              <a:cxnLst/>
              <a:rect l="l" t="t" r="r" b="b"/>
              <a:pathLst>
                <a:path w="2560320" h="1697989">
                  <a:moveTo>
                    <a:pt x="0" y="282968"/>
                  </a:moveTo>
                  <a:lnTo>
                    <a:pt x="3703" y="237071"/>
                  </a:lnTo>
                  <a:lnTo>
                    <a:pt x="14425" y="193530"/>
                  </a:lnTo>
                  <a:lnTo>
                    <a:pt x="31583" y="152930"/>
                  </a:lnTo>
                  <a:lnTo>
                    <a:pt x="54594" y="115853"/>
                  </a:lnTo>
                  <a:lnTo>
                    <a:pt x="82877" y="82881"/>
                  </a:lnTo>
                  <a:lnTo>
                    <a:pt x="115848" y="54598"/>
                  </a:lnTo>
                  <a:lnTo>
                    <a:pt x="152925" y="31585"/>
                  </a:lnTo>
                  <a:lnTo>
                    <a:pt x="193526" y="14426"/>
                  </a:lnTo>
                  <a:lnTo>
                    <a:pt x="237068" y="3703"/>
                  </a:lnTo>
                  <a:lnTo>
                    <a:pt x="282968" y="0"/>
                  </a:lnTo>
                  <a:lnTo>
                    <a:pt x="2277351" y="0"/>
                  </a:lnTo>
                  <a:lnTo>
                    <a:pt x="2323251" y="3703"/>
                  </a:lnTo>
                  <a:lnTo>
                    <a:pt x="2366793" y="14426"/>
                  </a:lnTo>
                  <a:lnTo>
                    <a:pt x="2407394" y="31585"/>
                  </a:lnTo>
                  <a:lnTo>
                    <a:pt x="2444471" y="54598"/>
                  </a:lnTo>
                  <a:lnTo>
                    <a:pt x="2477442" y="82881"/>
                  </a:lnTo>
                  <a:lnTo>
                    <a:pt x="2505725" y="115853"/>
                  </a:lnTo>
                  <a:lnTo>
                    <a:pt x="2528736" y="152930"/>
                  </a:lnTo>
                  <a:lnTo>
                    <a:pt x="2545894" y="193530"/>
                  </a:lnTo>
                  <a:lnTo>
                    <a:pt x="2556616" y="237071"/>
                  </a:lnTo>
                  <a:lnTo>
                    <a:pt x="2560320" y="282968"/>
                  </a:lnTo>
                  <a:lnTo>
                    <a:pt x="2560320" y="1414780"/>
                  </a:lnTo>
                  <a:lnTo>
                    <a:pt x="2556616" y="1460677"/>
                  </a:lnTo>
                  <a:lnTo>
                    <a:pt x="2545894" y="1504216"/>
                  </a:lnTo>
                  <a:lnTo>
                    <a:pt x="2528736" y="1544815"/>
                  </a:lnTo>
                  <a:lnTo>
                    <a:pt x="2505725" y="1581890"/>
                  </a:lnTo>
                  <a:lnTo>
                    <a:pt x="2477442" y="1614860"/>
                  </a:lnTo>
                  <a:lnTo>
                    <a:pt x="2444471" y="1643142"/>
                  </a:lnTo>
                  <a:lnTo>
                    <a:pt x="2407394" y="1666153"/>
                  </a:lnTo>
                  <a:lnTo>
                    <a:pt x="2366793" y="1683310"/>
                  </a:lnTo>
                  <a:lnTo>
                    <a:pt x="2323251" y="1694032"/>
                  </a:lnTo>
                  <a:lnTo>
                    <a:pt x="2277351" y="1697736"/>
                  </a:lnTo>
                  <a:lnTo>
                    <a:pt x="282968" y="1697736"/>
                  </a:lnTo>
                  <a:lnTo>
                    <a:pt x="237068" y="1694032"/>
                  </a:lnTo>
                  <a:lnTo>
                    <a:pt x="193526" y="1683310"/>
                  </a:lnTo>
                  <a:lnTo>
                    <a:pt x="152925" y="1666153"/>
                  </a:lnTo>
                  <a:lnTo>
                    <a:pt x="115848" y="1643142"/>
                  </a:lnTo>
                  <a:lnTo>
                    <a:pt x="82877" y="1614860"/>
                  </a:lnTo>
                  <a:lnTo>
                    <a:pt x="54594" y="1581890"/>
                  </a:lnTo>
                  <a:lnTo>
                    <a:pt x="31583" y="1544815"/>
                  </a:lnTo>
                  <a:lnTo>
                    <a:pt x="14425" y="1504216"/>
                  </a:lnTo>
                  <a:lnTo>
                    <a:pt x="3703" y="1460677"/>
                  </a:lnTo>
                  <a:lnTo>
                    <a:pt x="0" y="1414780"/>
                  </a:lnTo>
                  <a:lnTo>
                    <a:pt x="0" y="28296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15455" y="3901439"/>
              <a:ext cx="641985" cy="0"/>
            </a:xfrm>
            <a:custGeom>
              <a:avLst/>
              <a:gdLst/>
              <a:ahLst/>
              <a:cxnLst/>
              <a:rect l="l" t="t" r="r" b="b"/>
              <a:pathLst>
                <a:path w="641984">
                  <a:moveTo>
                    <a:pt x="0" y="0"/>
                  </a:moveTo>
                  <a:lnTo>
                    <a:pt x="641565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9257" y="3093465"/>
              <a:ext cx="149860" cy="1483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6397" y="4594605"/>
              <a:ext cx="149860" cy="148336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9115" y="5954267"/>
            <a:ext cx="1877555" cy="78512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45" dirty="0"/>
              <a:t> </a:t>
            </a:r>
            <a:r>
              <a:rPr dirty="0"/>
              <a:t>Network</a:t>
            </a:r>
            <a:r>
              <a:rPr spc="-20" dirty="0"/>
              <a:t> </a:t>
            </a:r>
            <a:r>
              <a:rPr dirty="0"/>
              <a:t>Server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spc="-10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0652" y="3442207"/>
            <a:ext cx="1238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SECURITY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5181" y="2333650"/>
            <a:ext cx="6177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CONFIDENTIALITY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Nobody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understand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end-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says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861" y="3413028"/>
            <a:ext cx="751205" cy="546735"/>
          </a:xfrm>
          <a:custGeom>
            <a:avLst/>
            <a:gdLst/>
            <a:ahLst/>
            <a:cxnLst/>
            <a:rect l="l" t="t" r="r" b="b"/>
            <a:pathLst>
              <a:path w="751205" h="546735">
                <a:moveTo>
                  <a:pt x="292322" y="522367"/>
                </a:moveTo>
                <a:lnTo>
                  <a:pt x="250027" y="539491"/>
                </a:lnTo>
                <a:lnTo>
                  <a:pt x="206373" y="546356"/>
                </a:lnTo>
                <a:lnTo>
                  <a:pt x="162969" y="543435"/>
                </a:lnTo>
                <a:lnTo>
                  <a:pt x="121425" y="531201"/>
                </a:lnTo>
                <a:lnTo>
                  <a:pt x="83350" y="510129"/>
                </a:lnTo>
                <a:lnTo>
                  <a:pt x="50352" y="480692"/>
                </a:lnTo>
                <a:lnTo>
                  <a:pt x="24040" y="443364"/>
                </a:lnTo>
                <a:lnTo>
                  <a:pt x="6893" y="401037"/>
                </a:lnTo>
                <a:lnTo>
                  <a:pt x="0" y="357357"/>
                </a:lnTo>
                <a:lnTo>
                  <a:pt x="2888" y="313936"/>
                </a:lnTo>
                <a:lnTo>
                  <a:pt x="15086" y="272381"/>
                </a:lnTo>
                <a:lnTo>
                  <a:pt x="36120" y="234303"/>
                </a:lnTo>
                <a:lnTo>
                  <a:pt x="65519" y="201311"/>
                </a:lnTo>
                <a:lnTo>
                  <a:pt x="102810" y="175014"/>
                </a:lnTo>
                <a:lnTo>
                  <a:pt x="153968" y="155588"/>
                </a:lnTo>
                <a:lnTo>
                  <a:pt x="206528" y="150892"/>
                </a:lnTo>
                <a:lnTo>
                  <a:pt x="257854" y="160149"/>
                </a:lnTo>
                <a:lnTo>
                  <a:pt x="305312" y="182585"/>
                </a:lnTo>
                <a:lnTo>
                  <a:pt x="639970" y="0"/>
                </a:lnTo>
                <a:lnTo>
                  <a:pt x="684460" y="18654"/>
                </a:lnTo>
                <a:lnTo>
                  <a:pt x="96125" y="339643"/>
                </a:lnTo>
                <a:lnTo>
                  <a:pt x="79011" y="354062"/>
                </a:lnTo>
                <a:lnTo>
                  <a:pt x="69062" y="373323"/>
                </a:lnTo>
                <a:lnTo>
                  <a:pt x="67019" y="394913"/>
                </a:lnTo>
                <a:lnTo>
                  <a:pt x="73619" y="416315"/>
                </a:lnTo>
                <a:lnTo>
                  <a:pt x="88043" y="433447"/>
                </a:lnTo>
                <a:lnTo>
                  <a:pt x="107303" y="443414"/>
                </a:lnTo>
                <a:lnTo>
                  <a:pt x="128884" y="445474"/>
                </a:lnTo>
                <a:lnTo>
                  <a:pt x="150271" y="438887"/>
                </a:lnTo>
                <a:lnTo>
                  <a:pt x="464270" y="267572"/>
                </a:lnTo>
                <a:lnTo>
                  <a:pt x="449266" y="318687"/>
                </a:lnTo>
                <a:lnTo>
                  <a:pt x="395556" y="347991"/>
                </a:lnTo>
                <a:lnTo>
                  <a:pt x="388736" y="400040"/>
                </a:lnTo>
                <a:lnTo>
                  <a:pt x="368741" y="448209"/>
                </a:lnTo>
                <a:lnTo>
                  <a:pt x="336345" y="489863"/>
                </a:lnTo>
                <a:lnTo>
                  <a:pt x="292322" y="522367"/>
                </a:lnTo>
                <a:close/>
              </a:path>
              <a:path w="751205" h="546735">
                <a:moveTo>
                  <a:pt x="515372" y="282621"/>
                </a:moveTo>
                <a:lnTo>
                  <a:pt x="464270" y="267572"/>
                </a:lnTo>
                <a:lnTo>
                  <a:pt x="150271" y="438887"/>
                </a:lnTo>
                <a:lnTo>
                  <a:pt x="167385" y="424468"/>
                </a:lnTo>
                <a:lnTo>
                  <a:pt x="177333" y="405207"/>
                </a:lnTo>
                <a:lnTo>
                  <a:pt x="179377" y="383617"/>
                </a:lnTo>
                <a:lnTo>
                  <a:pt x="172777" y="362215"/>
                </a:lnTo>
                <a:lnTo>
                  <a:pt x="158353" y="345083"/>
                </a:lnTo>
                <a:lnTo>
                  <a:pt x="139093" y="335116"/>
                </a:lnTo>
                <a:lnTo>
                  <a:pt x="117512" y="333056"/>
                </a:lnTo>
                <a:lnTo>
                  <a:pt x="96125" y="339643"/>
                </a:lnTo>
                <a:lnTo>
                  <a:pt x="684460" y="18654"/>
                </a:lnTo>
                <a:lnTo>
                  <a:pt x="751196" y="46636"/>
                </a:lnTo>
                <a:lnTo>
                  <a:pt x="743852" y="88206"/>
                </a:lnTo>
                <a:lnTo>
                  <a:pt x="539753" y="199560"/>
                </a:lnTo>
                <a:lnTo>
                  <a:pt x="515372" y="282621"/>
                </a:lnTo>
                <a:close/>
              </a:path>
              <a:path w="751205" h="546735">
                <a:moveTo>
                  <a:pt x="622792" y="224013"/>
                </a:moveTo>
                <a:lnTo>
                  <a:pt x="539753" y="199560"/>
                </a:lnTo>
                <a:lnTo>
                  <a:pt x="647174" y="140952"/>
                </a:lnTo>
                <a:lnTo>
                  <a:pt x="622792" y="224013"/>
                </a:lnTo>
                <a:close/>
              </a:path>
              <a:path w="751205" h="546735">
                <a:moveTo>
                  <a:pt x="730213" y="165405"/>
                </a:moveTo>
                <a:lnTo>
                  <a:pt x="647174" y="140952"/>
                </a:lnTo>
                <a:lnTo>
                  <a:pt x="743852" y="88206"/>
                </a:lnTo>
                <a:lnTo>
                  <a:pt x="730213" y="16540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85303" y="3358540"/>
            <a:ext cx="5262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INTEGRITY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Nobody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transmitted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4518" y="4322622"/>
            <a:ext cx="7105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AUTHENCITY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allowed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end-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send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3532" y="2584704"/>
            <a:ext cx="436245" cy="195580"/>
          </a:xfrm>
          <a:custGeom>
            <a:avLst/>
            <a:gdLst/>
            <a:ahLst/>
            <a:cxnLst/>
            <a:rect l="l" t="t" r="r" b="b"/>
            <a:pathLst>
              <a:path w="436245" h="195580">
                <a:moveTo>
                  <a:pt x="338327" y="0"/>
                </a:moveTo>
                <a:lnTo>
                  <a:pt x="338327" y="48768"/>
                </a:lnTo>
                <a:lnTo>
                  <a:pt x="0" y="48768"/>
                </a:lnTo>
                <a:lnTo>
                  <a:pt x="0" y="146304"/>
                </a:lnTo>
                <a:lnTo>
                  <a:pt x="338327" y="146304"/>
                </a:lnTo>
                <a:lnTo>
                  <a:pt x="338327" y="195072"/>
                </a:lnTo>
                <a:lnTo>
                  <a:pt x="435863" y="97536"/>
                </a:lnTo>
                <a:lnTo>
                  <a:pt x="33832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3532" y="3598164"/>
            <a:ext cx="436245" cy="196850"/>
          </a:xfrm>
          <a:custGeom>
            <a:avLst/>
            <a:gdLst/>
            <a:ahLst/>
            <a:cxnLst/>
            <a:rect l="l" t="t" r="r" b="b"/>
            <a:pathLst>
              <a:path w="436245" h="196850">
                <a:moveTo>
                  <a:pt x="337565" y="0"/>
                </a:moveTo>
                <a:lnTo>
                  <a:pt x="337565" y="49149"/>
                </a:lnTo>
                <a:lnTo>
                  <a:pt x="0" y="49149"/>
                </a:lnTo>
                <a:lnTo>
                  <a:pt x="0" y="147447"/>
                </a:lnTo>
                <a:lnTo>
                  <a:pt x="337565" y="147447"/>
                </a:lnTo>
                <a:lnTo>
                  <a:pt x="337565" y="196596"/>
                </a:lnTo>
                <a:lnTo>
                  <a:pt x="435863" y="98298"/>
                </a:lnTo>
                <a:lnTo>
                  <a:pt x="33756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13532" y="4613147"/>
            <a:ext cx="436245" cy="195580"/>
          </a:xfrm>
          <a:custGeom>
            <a:avLst/>
            <a:gdLst/>
            <a:ahLst/>
            <a:cxnLst/>
            <a:rect l="l" t="t" r="r" b="b"/>
            <a:pathLst>
              <a:path w="436245" h="195579">
                <a:moveTo>
                  <a:pt x="338327" y="0"/>
                </a:moveTo>
                <a:lnTo>
                  <a:pt x="338327" y="48767"/>
                </a:lnTo>
                <a:lnTo>
                  <a:pt x="0" y="48767"/>
                </a:lnTo>
                <a:lnTo>
                  <a:pt x="0" y="146303"/>
                </a:lnTo>
                <a:lnTo>
                  <a:pt x="338327" y="146303"/>
                </a:lnTo>
                <a:lnTo>
                  <a:pt x="338327" y="195071"/>
                </a:lnTo>
                <a:lnTo>
                  <a:pt x="435863" y="97535"/>
                </a:lnTo>
                <a:lnTo>
                  <a:pt x="33832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45" dirty="0"/>
              <a:t> </a:t>
            </a:r>
            <a:r>
              <a:rPr dirty="0"/>
              <a:t>Network</a:t>
            </a:r>
            <a:r>
              <a:rPr spc="-20" dirty="0"/>
              <a:t> </a:t>
            </a:r>
            <a:r>
              <a:rPr dirty="0"/>
              <a:t>Server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Application</a:t>
            </a:r>
            <a:r>
              <a:rPr spc="-30" dirty="0"/>
              <a:t> </a:t>
            </a:r>
            <a:r>
              <a:rPr spc="-10" dirty="0"/>
              <a:t>Server</a:t>
            </a:r>
          </a:p>
        </p:txBody>
      </p:sp>
      <p:sp>
        <p:nvSpPr>
          <p:cNvPr id="3" name="object 3"/>
          <p:cNvSpPr/>
          <p:nvPr/>
        </p:nvSpPr>
        <p:spPr>
          <a:xfrm>
            <a:off x="1660436" y="1611210"/>
            <a:ext cx="527685" cy="770890"/>
          </a:xfrm>
          <a:custGeom>
            <a:avLst/>
            <a:gdLst/>
            <a:ahLst/>
            <a:cxnLst/>
            <a:rect l="l" t="t" r="r" b="b"/>
            <a:pathLst>
              <a:path w="527685" h="770889">
                <a:moveTo>
                  <a:pt x="103543" y="26390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527685" h="770889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95"/>
                </a:lnTo>
                <a:lnTo>
                  <a:pt x="157200" y="293192"/>
                </a:lnTo>
                <a:lnTo>
                  <a:pt x="138772" y="270852"/>
                </a:lnTo>
                <a:lnTo>
                  <a:pt x="124841" y="245237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70889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08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08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27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70889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18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67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788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84"/>
                </a:lnTo>
                <a:lnTo>
                  <a:pt x="376516" y="186664"/>
                </a:lnTo>
                <a:close/>
              </a:path>
              <a:path w="527685" h="770889">
                <a:moveTo>
                  <a:pt x="451827" y="186664"/>
                </a:moveTo>
                <a:lnTo>
                  <a:pt x="448043" y="148793"/>
                </a:lnTo>
                <a:lnTo>
                  <a:pt x="437121" y="113474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24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54"/>
                </a:lnTo>
                <a:lnTo>
                  <a:pt x="402285" y="245224"/>
                </a:lnTo>
                <a:lnTo>
                  <a:pt x="388366" y="270840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70889">
                <a:moveTo>
                  <a:pt x="497547" y="446963"/>
                </a:moveTo>
                <a:lnTo>
                  <a:pt x="492455" y="421741"/>
                </a:lnTo>
                <a:lnTo>
                  <a:pt x="478574" y="401154"/>
                </a:lnTo>
                <a:lnTo>
                  <a:pt x="457987" y="387273"/>
                </a:lnTo>
                <a:lnTo>
                  <a:pt x="432777" y="382193"/>
                </a:lnTo>
                <a:lnTo>
                  <a:pt x="282397" y="382193"/>
                </a:lnTo>
                <a:lnTo>
                  <a:pt x="282397" y="218706"/>
                </a:lnTo>
                <a:lnTo>
                  <a:pt x="290093" y="212775"/>
                </a:lnTo>
                <a:lnTo>
                  <a:pt x="296037" y="205155"/>
                </a:lnTo>
                <a:lnTo>
                  <a:pt x="299859" y="196303"/>
                </a:lnTo>
                <a:lnTo>
                  <a:pt x="301218" y="186651"/>
                </a:lnTo>
                <a:lnTo>
                  <a:pt x="298246" y="172021"/>
                </a:lnTo>
                <a:lnTo>
                  <a:pt x="290156" y="160020"/>
                </a:lnTo>
                <a:lnTo>
                  <a:pt x="278180" y="151917"/>
                </a:lnTo>
                <a:lnTo>
                  <a:pt x="263563" y="148945"/>
                </a:lnTo>
                <a:lnTo>
                  <a:pt x="248945" y="151917"/>
                </a:lnTo>
                <a:lnTo>
                  <a:pt x="236969" y="160020"/>
                </a:lnTo>
                <a:lnTo>
                  <a:pt x="228879" y="172021"/>
                </a:lnTo>
                <a:lnTo>
                  <a:pt x="225907" y="186651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06"/>
                </a:lnTo>
                <a:lnTo>
                  <a:pt x="244741" y="382193"/>
                </a:lnTo>
                <a:lnTo>
                  <a:pt x="124929" y="382193"/>
                </a:lnTo>
                <a:lnTo>
                  <a:pt x="99707" y="387273"/>
                </a:lnTo>
                <a:lnTo>
                  <a:pt x="79121" y="401154"/>
                </a:lnTo>
                <a:lnTo>
                  <a:pt x="65239" y="421741"/>
                </a:lnTo>
                <a:lnTo>
                  <a:pt x="60159" y="446963"/>
                </a:lnTo>
                <a:lnTo>
                  <a:pt x="60159" y="706043"/>
                </a:lnTo>
                <a:lnTo>
                  <a:pt x="65239" y="731253"/>
                </a:lnTo>
                <a:lnTo>
                  <a:pt x="79121" y="751840"/>
                </a:lnTo>
                <a:lnTo>
                  <a:pt x="99707" y="765721"/>
                </a:lnTo>
                <a:lnTo>
                  <a:pt x="124929" y="770813"/>
                </a:lnTo>
                <a:lnTo>
                  <a:pt x="432777" y="770813"/>
                </a:lnTo>
                <a:lnTo>
                  <a:pt x="457987" y="765721"/>
                </a:lnTo>
                <a:lnTo>
                  <a:pt x="478574" y="751840"/>
                </a:lnTo>
                <a:lnTo>
                  <a:pt x="492455" y="731253"/>
                </a:lnTo>
                <a:lnTo>
                  <a:pt x="497547" y="706043"/>
                </a:lnTo>
                <a:lnTo>
                  <a:pt x="497547" y="446963"/>
                </a:lnTo>
                <a:close/>
              </a:path>
              <a:path w="527685" h="770889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35" y="0"/>
                </a:lnTo>
                <a:lnTo>
                  <a:pt x="423583" y="26390"/>
                </a:lnTo>
                <a:lnTo>
                  <a:pt x="450951" y="59651"/>
                </a:lnTo>
                <a:lnTo>
                  <a:pt x="471703" y="98044"/>
                </a:lnTo>
                <a:lnTo>
                  <a:pt x="484873" y="140665"/>
                </a:lnTo>
                <a:lnTo>
                  <a:pt x="489470" y="186664"/>
                </a:lnTo>
                <a:lnTo>
                  <a:pt x="484873" y="232511"/>
                </a:lnTo>
                <a:lnTo>
                  <a:pt x="471703" y="274916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35" y="373316"/>
                </a:lnTo>
                <a:lnTo>
                  <a:pt x="482257" y="334073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74085" y="2108455"/>
            <a:ext cx="798830" cy="338455"/>
          </a:xfrm>
          <a:custGeom>
            <a:avLst/>
            <a:gdLst/>
            <a:ahLst/>
            <a:cxnLst/>
            <a:rect l="l" t="t" r="r" b="b"/>
            <a:pathLst>
              <a:path w="798829" h="338455">
                <a:moveTo>
                  <a:pt x="0" y="56387"/>
                </a:moveTo>
                <a:lnTo>
                  <a:pt x="4431" y="34440"/>
                </a:lnTo>
                <a:lnTo>
                  <a:pt x="16516" y="16516"/>
                </a:lnTo>
                <a:lnTo>
                  <a:pt x="34440" y="4431"/>
                </a:lnTo>
                <a:lnTo>
                  <a:pt x="56388" y="0"/>
                </a:lnTo>
                <a:lnTo>
                  <a:pt x="742188" y="0"/>
                </a:lnTo>
                <a:lnTo>
                  <a:pt x="764135" y="4431"/>
                </a:lnTo>
                <a:lnTo>
                  <a:pt x="782059" y="16516"/>
                </a:lnTo>
                <a:lnTo>
                  <a:pt x="794144" y="34440"/>
                </a:lnTo>
                <a:lnTo>
                  <a:pt x="798576" y="56387"/>
                </a:lnTo>
                <a:lnTo>
                  <a:pt x="798576" y="281940"/>
                </a:lnTo>
                <a:lnTo>
                  <a:pt x="794144" y="303887"/>
                </a:lnTo>
                <a:lnTo>
                  <a:pt x="782059" y="321811"/>
                </a:lnTo>
                <a:lnTo>
                  <a:pt x="764135" y="333896"/>
                </a:lnTo>
                <a:lnTo>
                  <a:pt x="742188" y="338327"/>
                </a:lnTo>
                <a:lnTo>
                  <a:pt x="56388" y="338327"/>
                </a:lnTo>
                <a:lnTo>
                  <a:pt x="34440" y="333896"/>
                </a:lnTo>
                <a:lnTo>
                  <a:pt x="16516" y="321811"/>
                </a:lnTo>
                <a:lnTo>
                  <a:pt x="4431" y="303887"/>
                </a:lnTo>
                <a:lnTo>
                  <a:pt x="0" y="281940"/>
                </a:lnTo>
                <a:lnTo>
                  <a:pt x="0" y="5638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39646" y="2137541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FF0000"/>
                </a:solidFill>
                <a:latin typeface="Segoe UI"/>
                <a:cs typeface="Segoe UI"/>
              </a:rPr>
              <a:t>25°C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54074" y="3240787"/>
            <a:ext cx="1472565" cy="433070"/>
          </a:xfrm>
          <a:custGeom>
            <a:avLst/>
            <a:gdLst/>
            <a:ahLst/>
            <a:cxnLst/>
            <a:rect l="l" t="t" r="r" b="b"/>
            <a:pathLst>
              <a:path w="1472564" h="433070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400048" y="0"/>
                </a:lnTo>
                <a:lnTo>
                  <a:pt x="1428126" y="5668"/>
                </a:lnTo>
                <a:lnTo>
                  <a:pt x="1451055" y="21128"/>
                </a:lnTo>
                <a:lnTo>
                  <a:pt x="1466515" y="44057"/>
                </a:lnTo>
                <a:lnTo>
                  <a:pt x="1472184" y="72136"/>
                </a:lnTo>
                <a:lnTo>
                  <a:pt x="1472184" y="360680"/>
                </a:lnTo>
                <a:lnTo>
                  <a:pt x="1466515" y="388758"/>
                </a:lnTo>
                <a:lnTo>
                  <a:pt x="1451055" y="411687"/>
                </a:lnTo>
                <a:lnTo>
                  <a:pt x="1428126" y="427147"/>
                </a:lnTo>
                <a:lnTo>
                  <a:pt x="1400048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50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27542" y="3317332"/>
            <a:ext cx="1123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2060"/>
                </a:solidFill>
                <a:latin typeface="Segoe UI"/>
                <a:cs typeface="Segoe UI"/>
              </a:rPr>
              <a:t>NwkSKey_1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5384" y="4310214"/>
            <a:ext cx="527685" cy="769620"/>
          </a:xfrm>
          <a:custGeom>
            <a:avLst/>
            <a:gdLst/>
            <a:ahLst/>
            <a:cxnLst/>
            <a:rect l="l" t="t" r="r" b="b"/>
            <a:pathLst>
              <a:path w="527685" h="769620">
                <a:moveTo>
                  <a:pt x="103543" y="26390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390"/>
                </a:lnTo>
                <a:close/>
              </a:path>
              <a:path w="527685" h="769620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311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69620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08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08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69620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18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74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788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84"/>
                </a:lnTo>
                <a:lnTo>
                  <a:pt x="376516" y="186664"/>
                </a:lnTo>
                <a:close/>
              </a:path>
              <a:path w="527685" h="769620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37"/>
                </a:lnTo>
                <a:lnTo>
                  <a:pt x="388366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24"/>
                </a:lnTo>
                <a:lnTo>
                  <a:pt x="388366" y="270840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69620">
                <a:moveTo>
                  <a:pt x="499071" y="446709"/>
                </a:moveTo>
                <a:lnTo>
                  <a:pt x="493991" y="421589"/>
                </a:lnTo>
                <a:lnTo>
                  <a:pt x="480174" y="401078"/>
                </a:lnTo>
                <a:lnTo>
                  <a:pt x="459663" y="387261"/>
                </a:lnTo>
                <a:lnTo>
                  <a:pt x="434555" y="382193"/>
                </a:lnTo>
                <a:lnTo>
                  <a:pt x="282397" y="382193"/>
                </a:lnTo>
                <a:lnTo>
                  <a:pt x="282397" y="218719"/>
                </a:lnTo>
                <a:lnTo>
                  <a:pt x="290093" y="212775"/>
                </a:lnTo>
                <a:lnTo>
                  <a:pt x="296037" y="205155"/>
                </a:lnTo>
                <a:lnTo>
                  <a:pt x="299859" y="196303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80" y="151930"/>
                </a:lnTo>
                <a:lnTo>
                  <a:pt x="263563" y="148945"/>
                </a:lnTo>
                <a:lnTo>
                  <a:pt x="248945" y="151930"/>
                </a:lnTo>
                <a:lnTo>
                  <a:pt x="236969" y="160032"/>
                </a:lnTo>
                <a:lnTo>
                  <a:pt x="228879" y="172021"/>
                </a:lnTo>
                <a:lnTo>
                  <a:pt x="225920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199" y="382193"/>
                </a:lnTo>
                <a:lnTo>
                  <a:pt x="101079" y="387261"/>
                </a:lnTo>
                <a:lnTo>
                  <a:pt x="80568" y="401078"/>
                </a:lnTo>
                <a:lnTo>
                  <a:pt x="66751" y="421589"/>
                </a:lnTo>
                <a:lnTo>
                  <a:pt x="61683" y="446709"/>
                </a:lnTo>
                <a:lnTo>
                  <a:pt x="61683" y="704773"/>
                </a:lnTo>
                <a:lnTo>
                  <a:pt x="66751" y="729881"/>
                </a:lnTo>
                <a:lnTo>
                  <a:pt x="80568" y="750379"/>
                </a:lnTo>
                <a:lnTo>
                  <a:pt x="101079" y="764209"/>
                </a:lnTo>
                <a:lnTo>
                  <a:pt x="126199" y="769289"/>
                </a:lnTo>
                <a:lnTo>
                  <a:pt x="434555" y="769289"/>
                </a:lnTo>
                <a:lnTo>
                  <a:pt x="459663" y="764209"/>
                </a:lnTo>
                <a:lnTo>
                  <a:pt x="480174" y="750379"/>
                </a:lnTo>
                <a:lnTo>
                  <a:pt x="493991" y="729881"/>
                </a:lnTo>
                <a:lnTo>
                  <a:pt x="499071" y="704773"/>
                </a:lnTo>
                <a:lnTo>
                  <a:pt x="499071" y="446709"/>
                </a:lnTo>
                <a:close/>
              </a:path>
              <a:path w="527685" h="769620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48" y="0"/>
                </a:lnTo>
                <a:lnTo>
                  <a:pt x="423583" y="26390"/>
                </a:lnTo>
                <a:lnTo>
                  <a:pt x="450951" y="59651"/>
                </a:lnTo>
                <a:lnTo>
                  <a:pt x="471716" y="98044"/>
                </a:lnTo>
                <a:lnTo>
                  <a:pt x="484873" y="140677"/>
                </a:lnTo>
                <a:lnTo>
                  <a:pt x="489470" y="186664"/>
                </a:lnTo>
                <a:lnTo>
                  <a:pt x="484873" y="232511"/>
                </a:lnTo>
                <a:lnTo>
                  <a:pt x="471716" y="274929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48" y="373316"/>
                </a:lnTo>
                <a:lnTo>
                  <a:pt x="482257" y="334086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53296" y="5047523"/>
            <a:ext cx="728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41882" y="2708911"/>
            <a:ext cx="1475740" cy="433070"/>
          </a:xfrm>
          <a:custGeom>
            <a:avLst/>
            <a:gdLst/>
            <a:ahLst/>
            <a:cxnLst/>
            <a:rect l="l" t="t" r="r" b="b"/>
            <a:pathLst>
              <a:path w="1475739" h="433069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403096" y="0"/>
                </a:lnTo>
                <a:lnTo>
                  <a:pt x="1431174" y="5668"/>
                </a:lnTo>
                <a:lnTo>
                  <a:pt x="1454103" y="21128"/>
                </a:lnTo>
                <a:lnTo>
                  <a:pt x="1469563" y="44057"/>
                </a:lnTo>
                <a:lnTo>
                  <a:pt x="1475232" y="72136"/>
                </a:lnTo>
                <a:lnTo>
                  <a:pt x="1475232" y="360680"/>
                </a:lnTo>
                <a:lnTo>
                  <a:pt x="1469563" y="388758"/>
                </a:lnTo>
                <a:lnTo>
                  <a:pt x="1454103" y="411687"/>
                </a:lnTo>
                <a:lnTo>
                  <a:pt x="1431174" y="427147"/>
                </a:lnTo>
                <a:lnTo>
                  <a:pt x="1403096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49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37394" y="2348687"/>
            <a:ext cx="1082675" cy="705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5720" algn="ctr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20"/>
              </a:spcBef>
            </a:pPr>
            <a:r>
              <a:rPr sz="1600" b="1" spc="-10" dirty="0">
                <a:solidFill>
                  <a:srgbClr val="00B050"/>
                </a:solidFill>
                <a:latin typeface="Segoe UI"/>
                <a:cs typeface="Segoe UI"/>
              </a:rPr>
              <a:t>AppSKey_1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74464" y="2242182"/>
            <a:ext cx="5701030" cy="3134360"/>
            <a:chOff x="4474464" y="2242182"/>
            <a:chExt cx="5701030" cy="3134360"/>
          </a:xfrm>
        </p:grpSpPr>
        <p:sp>
          <p:nvSpPr>
            <p:cNvPr id="13" name="object 13"/>
            <p:cNvSpPr/>
            <p:nvPr/>
          </p:nvSpPr>
          <p:spPr>
            <a:xfrm>
              <a:off x="6497573" y="2251707"/>
              <a:ext cx="3668395" cy="3115310"/>
            </a:xfrm>
            <a:custGeom>
              <a:avLst/>
              <a:gdLst/>
              <a:ahLst/>
              <a:cxnLst/>
              <a:rect l="l" t="t" r="r" b="b"/>
              <a:pathLst>
                <a:path w="3668395" h="3115310">
                  <a:moveTo>
                    <a:pt x="0" y="519188"/>
                  </a:moveTo>
                  <a:lnTo>
                    <a:pt x="2121" y="471931"/>
                  </a:lnTo>
                  <a:lnTo>
                    <a:pt x="8364" y="425863"/>
                  </a:lnTo>
                  <a:lnTo>
                    <a:pt x="18545" y="381167"/>
                  </a:lnTo>
                  <a:lnTo>
                    <a:pt x="32481" y="338026"/>
                  </a:lnTo>
                  <a:lnTo>
                    <a:pt x="49988" y="296624"/>
                  </a:lnTo>
                  <a:lnTo>
                    <a:pt x="70884" y="257143"/>
                  </a:lnTo>
                  <a:lnTo>
                    <a:pt x="94984" y="219768"/>
                  </a:lnTo>
                  <a:lnTo>
                    <a:pt x="122106" y="184681"/>
                  </a:lnTo>
                  <a:lnTo>
                    <a:pt x="152066" y="152066"/>
                  </a:lnTo>
                  <a:lnTo>
                    <a:pt x="184681" y="122106"/>
                  </a:lnTo>
                  <a:lnTo>
                    <a:pt x="219768" y="94984"/>
                  </a:lnTo>
                  <a:lnTo>
                    <a:pt x="257143" y="70884"/>
                  </a:lnTo>
                  <a:lnTo>
                    <a:pt x="296624" y="49988"/>
                  </a:lnTo>
                  <a:lnTo>
                    <a:pt x="338026" y="32481"/>
                  </a:lnTo>
                  <a:lnTo>
                    <a:pt x="381167" y="18545"/>
                  </a:lnTo>
                  <a:lnTo>
                    <a:pt x="425863" y="8364"/>
                  </a:lnTo>
                  <a:lnTo>
                    <a:pt x="471931" y="2121"/>
                  </a:lnTo>
                  <a:lnTo>
                    <a:pt x="519188" y="0"/>
                  </a:lnTo>
                  <a:lnTo>
                    <a:pt x="3149079" y="0"/>
                  </a:lnTo>
                  <a:lnTo>
                    <a:pt x="3196336" y="2121"/>
                  </a:lnTo>
                  <a:lnTo>
                    <a:pt x="3242404" y="8364"/>
                  </a:lnTo>
                  <a:lnTo>
                    <a:pt x="3287100" y="18545"/>
                  </a:lnTo>
                  <a:lnTo>
                    <a:pt x="3330241" y="32481"/>
                  </a:lnTo>
                  <a:lnTo>
                    <a:pt x="3371643" y="49988"/>
                  </a:lnTo>
                  <a:lnTo>
                    <a:pt x="3411124" y="70884"/>
                  </a:lnTo>
                  <a:lnTo>
                    <a:pt x="3448499" y="94984"/>
                  </a:lnTo>
                  <a:lnTo>
                    <a:pt x="3483586" y="122106"/>
                  </a:lnTo>
                  <a:lnTo>
                    <a:pt x="3516201" y="152066"/>
                  </a:lnTo>
                  <a:lnTo>
                    <a:pt x="3546161" y="184681"/>
                  </a:lnTo>
                  <a:lnTo>
                    <a:pt x="3573283" y="219768"/>
                  </a:lnTo>
                  <a:lnTo>
                    <a:pt x="3597383" y="257143"/>
                  </a:lnTo>
                  <a:lnTo>
                    <a:pt x="3618279" y="296624"/>
                  </a:lnTo>
                  <a:lnTo>
                    <a:pt x="3635786" y="338026"/>
                  </a:lnTo>
                  <a:lnTo>
                    <a:pt x="3649722" y="381167"/>
                  </a:lnTo>
                  <a:lnTo>
                    <a:pt x="3659903" y="425863"/>
                  </a:lnTo>
                  <a:lnTo>
                    <a:pt x="3666146" y="471931"/>
                  </a:lnTo>
                  <a:lnTo>
                    <a:pt x="3668267" y="519188"/>
                  </a:lnTo>
                  <a:lnTo>
                    <a:pt x="3668267" y="2595867"/>
                  </a:lnTo>
                  <a:lnTo>
                    <a:pt x="3666146" y="2643124"/>
                  </a:lnTo>
                  <a:lnTo>
                    <a:pt x="3659903" y="2689192"/>
                  </a:lnTo>
                  <a:lnTo>
                    <a:pt x="3649722" y="2733888"/>
                  </a:lnTo>
                  <a:lnTo>
                    <a:pt x="3635786" y="2777029"/>
                  </a:lnTo>
                  <a:lnTo>
                    <a:pt x="3618279" y="2818431"/>
                  </a:lnTo>
                  <a:lnTo>
                    <a:pt x="3597383" y="2857912"/>
                  </a:lnTo>
                  <a:lnTo>
                    <a:pt x="3573283" y="2895287"/>
                  </a:lnTo>
                  <a:lnTo>
                    <a:pt x="3546161" y="2930374"/>
                  </a:lnTo>
                  <a:lnTo>
                    <a:pt x="3516201" y="2962989"/>
                  </a:lnTo>
                  <a:lnTo>
                    <a:pt x="3483586" y="2992949"/>
                  </a:lnTo>
                  <a:lnTo>
                    <a:pt x="3448499" y="3020071"/>
                  </a:lnTo>
                  <a:lnTo>
                    <a:pt x="3411124" y="3044171"/>
                  </a:lnTo>
                  <a:lnTo>
                    <a:pt x="3371643" y="3065067"/>
                  </a:lnTo>
                  <a:lnTo>
                    <a:pt x="3330241" y="3082574"/>
                  </a:lnTo>
                  <a:lnTo>
                    <a:pt x="3287100" y="3096510"/>
                  </a:lnTo>
                  <a:lnTo>
                    <a:pt x="3242404" y="3106691"/>
                  </a:lnTo>
                  <a:lnTo>
                    <a:pt x="3196336" y="3112934"/>
                  </a:lnTo>
                  <a:lnTo>
                    <a:pt x="3149079" y="3115055"/>
                  </a:lnTo>
                  <a:lnTo>
                    <a:pt x="519188" y="3115055"/>
                  </a:lnTo>
                  <a:lnTo>
                    <a:pt x="471931" y="3112934"/>
                  </a:lnTo>
                  <a:lnTo>
                    <a:pt x="425863" y="3106691"/>
                  </a:lnTo>
                  <a:lnTo>
                    <a:pt x="381167" y="3096510"/>
                  </a:lnTo>
                  <a:lnTo>
                    <a:pt x="338026" y="3082574"/>
                  </a:lnTo>
                  <a:lnTo>
                    <a:pt x="296624" y="3065067"/>
                  </a:lnTo>
                  <a:lnTo>
                    <a:pt x="257143" y="3044171"/>
                  </a:lnTo>
                  <a:lnTo>
                    <a:pt x="219768" y="3020071"/>
                  </a:lnTo>
                  <a:lnTo>
                    <a:pt x="184681" y="2992949"/>
                  </a:lnTo>
                  <a:lnTo>
                    <a:pt x="152066" y="2962989"/>
                  </a:lnTo>
                  <a:lnTo>
                    <a:pt x="122106" y="2930374"/>
                  </a:lnTo>
                  <a:lnTo>
                    <a:pt x="94984" y="2895287"/>
                  </a:lnTo>
                  <a:lnTo>
                    <a:pt x="70884" y="2857912"/>
                  </a:lnTo>
                  <a:lnTo>
                    <a:pt x="49988" y="2818431"/>
                  </a:lnTo>
                  <a:lnTo>
                    <a:pt x="32481" y="2777029"/>
                  </a:lnTo>
                  <a:lnTo>
                    <a:pt x="18545" y="2733888"/>
                  </a:lnTo>
                  <a:lnTo>
                    <a:pt x="8364" y="2689192"/>
                  </a:lnTo>
                  <a:lnTo>
                    <a:pt x="2121" y="2643124"/>
                  </a:lnTo>
                  <a:lnTo>
                    <a:pt x="0" y="2595867"/>
                  </a:lnTo>
                  <a:lnTo>
                    <a:pt x="0" y="51918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4464" y="2924556"/>
              <a:ext cx="503661" cy="9143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450759" y="3726557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26889" y="2938928"/>
            <a:ext cx="3067685" cy="775335"/>
            <a:chOff x="4826889" y="2938928"/>
            <a:chExt cx="3067685" cy="775335"/>
          </a:xfrm>
        </p:grpSpPr>
        <p:sp>
          <p:nvSpPr>
            <p:cNvPr id="17" name="object 17"/>
            <p:cNvSpPr/>
            <p:nvPr/>
          </p:nvSpPr>
          <p:spPr>
            <a:xfrm>
              <a:off x="4855464" y="3493008"/>
              <a:ext cx="1644650" cy="0"/>
            </a:xfrm>
            <a:custGeom>
              <a:avLst/>
              <a:gdLst/>
              <a:ahLst/>
              <a:cxnLst/>
              <a:rect l="l" t="t" r="r" b="b"/>
              <a:pathLst>
                <a:path w="1644650">
                  <a:moveTo>
                    <a:pt x="0" y="0"/>
                  </a:moveTo>
                  <a:lnTo>
                    <a:pt x="164438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20115" y="2938932"/>
              <a:ext cx="774700" cy="775335"/>
            </a:xfrm>
            <a:custGeom>
              <a:avLst/>
              <a:gdLst/>
              <a:ahLst/>
              <a:cxnLst/>
              <a:rect l="l" t="t" r="r" b="b"/>
              <a:pathLst>
                <a:path w="774700" h="775335">
                  <a:moveTo>
                    <a:pt x="774115" y="527900"/>
                  </a:moveTo>
                  <a:lnTo>
                    <a:pt x="770712" y="511022"/>
                  </a:lnTo>
                  <a:lnTo>
                    <a:pt x="761441" y="497230"/>
                  </a:lnTo>
                  <a:lnTo>
                    <a:pt x="747674" y="487946"/>
                  </a:lnTo>
                  <a:lnTo>
                    <a:pt x="730821" y="484530"/>
                  </a:lnTo>
                  <a:lnTo>
                    <a:pt x="387057" y="484530"/>
                  </a:lnTo>
                  <a:lnTo>
                    <a:pt x="387057" y="581444"/>
                  </a:lnTo>
                  <a:lnTo>
                    <a:pt x="385152" y="590867"/>
                  </a:lnTo>
                  <a:lnTo>
                    <a:pt x="379971" y="598576"/>
                  </a:lnTo>
                  <a:lnTo>
                    <a:pt x="372287" y="603758"/>
                  </a:lnTo>
                  <a:lnTo>
                    <a:pt x="362864" y="605663"/>
                  </a:lnTo>
                  <a:lnTo>
                    <a:pt x="353453" y="603758"/>
                  </a:lnTo>
                  <a:lnTo>
                    <a:pt x="345757" y="598576"/>
                  </a:lnTo>
                  <a:lnTo>
                    <a:pt x="340575" y="590867"/>
                  </a:lnTo>
                  <a:lnTo>
                    <a:pt x="338670" y="581444"/>
                  </a:lnTo>
                  <a:lnTo>
                    <a:pt x="340575" y="572008"/>
                  </a:lnTo>
                  <a:lnTo>
                    <a:pt x="345757" y="564311"/>
                  </a:lnTo>
                  <a:lnTo>
                    <a:pt x="353453" y="559117"/>
                  </a:lnTo>
                  <a:lnTo>
                    <a:pt x="362864" y="557212"/>
                  </a:lnTo>
                  <a:lnTo>
                    <a:pt x="372287" y="559117"/>
                  </a:lnTo>
                  <a:lnTo>
                    <a:pt x="379971" y="564311"/>
                  </a:lnTo>
                  <a:lnTo>
                    <a:pt x="385152" y="572008"/>
                  </a:lnTo>
                  <a:lnTo>
                    <a:pt x="387057" y="581444"/>
                  </a:lnTo>
                  <a:lnTo>
                    <a:pt x="387057" y="484530"/>
                  </a:lnTo>
                  <a:lnTo>
                    <a:pt x="266103" y="484530"/>
                  </a:lnTo>
                  <a:lnTo>
                    <a:pt x="266103" y="581444"/>
                  </a:lnTo>
                  <a:lnTo>
                    <a:pt x="264198" y="590867"/>
                  </a:lnTo>
                  <a:lnTo>
                    <a:pt x="259016" y="598576"/>
                  </a:lnTo>
                  <a:lnTo>
                    <a:pt x="251333" y="603758"/>
                  </a:lnTo>
                  <a:lnTo>
                    <a:pt x="241909" y="605663"/>
                  </a:lnTo>
                  <a:lnTo>
                    <a:pt x="232486" y="603758"/>
                  </a:lnTo>
                  <a:lnTo>
                    <a:pt x="224802" y="598576"/>
                  </a:lnTo>
                  <a:lnTo>
                    <a:pt x="219621" y="590867"/>
                  </a:lnTo>
                  <a:lnTo>
                    <a:pt x="217716" y="581444"/>
                  </a:lnTo>
                  <a:lnTo>
                    <a:pt x="219621" y="572008"/>
                  </a:lnTo>
                  <a:lnTo>
                    <a:pt x="224802" y="564311"/>
                  </a:lnTo>
                  <a:lnTo>
                    <a:pt x="232486" y="559117"/>
                  </a:lnTo>
                  <a:lnTo>
                    <a:pt x="241909" y="557212"/>
                  </a:lnTo>
                  <a:lnTo>
                    <a:pt x="251333" y="559117"/>
                  </a:lnTo>
                  <a:lnTo>
                    <a:pt x="259016" y="564311"/>
                  </a:lnTo>
                  <a:lnTo>
                    <a:pt x="264198" y="572008"/>
                  </a:lnTo>
                  <a:lnTo>
                    <a:pt x="266103" y="581444"/>
                  </a:lnTo>
                  <a:lnTo>
                    <a:pt x="266103" y="484530"/>
                  </a:lnTo>
                  <a:lnTo>
                    <a:pt x="145148" y="484530"/>
                  </a:lnTo>
                  <a:lnTo>
                    <a:pt x="145148" y="581444"/>
                  </a:lnTo>
                  <a:lnTo>
                    <a:pt x="143243" y="590867"/>
                  </a:lnTo>
                  <a:lnTo>
                    <a:pt x="138061" y="598576"/>
                  </a:lnTo>
                  <a:lnTo>
                    <a:pt x="130365" y="603758"/>
                  </a:lnTo>
                  <a:lnTo>
                    <a:pt x="120954" y="605663"/>
                  </a:lnTo>
                  <a:lnTo>
                    <a:pt x="111531" y="603758"/>
                  </a:lnTo>
                  <a:lnTo>
                    <a:pt x="103847" y="598576"/>
                  </a:lnTo>
                  <a:lnTo>
                    <a:pt x="98666" y="590867"/>
                  </a:lnTo>
                  <a:lnTo>
                    <a:pt x="96761" y="581444"/>
                  </a:lnTo>
                  <a:lnTo>
                    <a:pt x="98666" y="572008"/>
                  </a:lnTo>
                  <a:lnTo>
                    <a:pt x="103847" y="564311"/>
                  </a:lnTo>
                  <a:lnTo>
                    <a:pt x="111531" y="559117"/>
                  </a:lnTo>
                  <a:lnTo>
                    <a:pt x="120954" y="557212"/>
                  </a:lnTo>
                  <a:lnTo>
                    <a:pt x="130365" y="559117"/>
                  </a:lnTo>
                  <a:lnTo>
                    <a:pt x="138061" y="564311"/>
                  </a:lnTo>
                  <a:lnTo>
                    <a:pt x="143243" y="572008"/>
                  </a:lnTo>
                  <a:lnTo>
                    <a:pt x="145148" y="581444"/>
                  </a:lnTo>
                  <a:lnTo>
                    <a:pt x="145148" y="484530"/>
                  </a:lnTo>
                  <a:lnTo>
                    <a:pt x="43294" y="484530"/>
                  </a:lnTo>
                  <a:lnTo>
                    <a:pt x="26441" y="487946"/>
                  </a:lnTo>
                  <a:lnTo>
                    <a:pt x="12674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674" y="665645"/>
                  </a:lnTo>
                  <a:lnTo>
                    <a:pt x="26441" y="674941"/>
                  </a:lnTo>
                  <a:lnTo>
                    <a:pt x="43294" y="678345"/>
                  </a:lnTo>
                  <a:lnTo>
                    <a:pt x="350761" y="678345"/>
                  </a:lnTo>
                  <a:lnTo>
                    <a:pt x="350761" y="775246"/>
                  </a:lnTo>
                  <a:lnTo>
                    <a:pt x="423329" y="775246"/>
                  </a:lnTo>
                  <a:lnTo>
                    <a:pt x="423329" y="678345"/>
                  </a:lnTo>
                  <a:lnTo>
                    <a:pt x="730821" y="678345"/>
                  </a:lnTo>
                  <a:lnTo>
                    <a:pt x="747674" y="674941"/>
                  </a:lnTo>
                  <a:lnTo>
                    <a:pt x="761441" y="665645"/>
                  </a:lnTo>
                  <a:lnTo>
                    <a:pt x="770712" y="651852"/>
                  </a:lnTo>
                  <a:lnTo>
                    <a:pt x="774115" y="634974"/>
                  </a:lnTo>
                  <a:lnTo>
                    <a:pt x="774115" y="605663"/>
                  </a:lnTo>
                  <a:lnTo>
                    <a:pt x="774115" y="557212"/>
                  </a:lnTo>
                  <a:lnTo>
                    <a:pt x="774115" y="527900"/>
                  </a:lnTo>
                  <a:close/>
                </a:path>
                <a:path w="774700" h="775335">
                  <a:moveTo>
                    <a:pt x="774115" y="285635"/>
                  </a:moveTo>
                  <a:lnTo>
                    <a:pt x="770712" y="268757"/>
                  </a:lnTo>
                  <a:lnTo>
                    <a:pt x="761441" y="254965"/>
                  </a:lnTo>
                  <a:lnTo>
                    <a:pt x="747674" y="245681"/>
                  </a:lnTo>
                  <a:lnTo>
                    <a:pt x="730821" y="242265"/>
                  </a:lnTo>
                  <a:lnTo>
                    <a:pt x="387057" y="242265"/>
                  </a:lnTo>
                  <a:lnTo>
                    <a:pt x="387057" y="339178"/>
                  </a:lnTo>
                  <a:lnTo>
                    <a:pt x="385152" y="348602"/>
                  </a:lnTo>
                  <a:lnTo>
                    <a:pt x="379971" y="356311"/>
                  </a:lnTo>
                  <a:lnTo>
                    <a:pt x="372287" y="361492"/>
                  </a:lnTo>
                  <a:lnTo>
                    <a:pt x="362864" y="363397"/>
                  </a:lnTo>
                  <a:lnTo>
                    <a:pt x="353453" y="361492"/>
                  </a:lnTo>
                  <a:lnTo>
                    <a:pt x="345757" y="356311"/>
                  </a:lnTo>
                  <a:lnTo>
                    <a:pt x="340575" y="348602"/>
                  </a:lnTo>
                  <a:lnTo>
                    <a:pt x="338670" y="339178"/>
                  </a:lnTo>
                  <a:lnTo>
                    <a:pt x="340575" y="329742"/>
                  </a:lnTo>
                  <a:lnTo>
                    <a:pt x="345757" y="322046"/>
                  </a:lnTo>
                  <a:lnTo>
                    <a:pt x="353453" y="316852"/>
                  </a:lnTo>
                  <a:lnTo>
                    <a:pt x="362864" y="314947"/>
                  </a:lnTo>
                  <a:lnTo>
                    <a:pt x="372287" y="316852"/>
                  </a:lnTo>
                  <a:lnTo>
                    <a:pt x="379971" y="322046"/>
                  </a:lnTo>
                  <a:lnTo>
                    <a:pt x="385152" y="329742"/>
                  </a:lnTo>
                  <a:lnTo>
                    <a:pt x="387057" y="339178"/>
                  </a:lnTo>
                  <a:lnTo>
                    <a:pt x="387057" y="242265"/>
                  </a:lnTo>
                  <a:lnTo>
                    <a:pt x="266103" y="242265"/>
                  </a:lnTo>
                  <a:lnTo>
                    <a:pt x="266103" y="339178"/>
                  </a:lnTo>
                  <a:lnTo>
                    <a:pt x="264198" y="348602"/>
                  </a:lnTo>
                  <a:lnTo>
                    <a:pt x="259016" y="356311"/>
                  </a:lnTo>
                  <a:lnTo>
                    <a:pt x="251333" y="361492"/>
                  </a:lnTo>
                  <a:lnTo>
                    <a:pt x="241909" y="363397"/>
                  </a:lnTo>
                  <a:lnTo>
                    <a:pt x="232498" y="361492"/>
                  </a:lnTo>
                  <a:lnTo>
                    <a:pt x="224802" y="356311"/>
                  </a:lnTo>
                  <a:lnTo>
                    <a:pt x="219621" y="348602"/>
                  </a:lnTo>
                  <a:lnTo>
                    <a:pt x="217716" y="339178"/>
                  </a:lnTo>
                  <a:lnTo>
                    <a:pt x="219621" y="329742"/>
                  </a:lnTo>
                  <a:lnTo>
                    <a:pt x="224802" y="322046"/>
                  </a:lnTo>
                  <a:lnTo>
                    <a:pt x="232498" y="316852"/>
                  </a:lnTo>
                  <a:lnTo>
                    <a:pt x="241909" y="314947"/>
                  </a:lnTo>
                  <a:lnTo>
                    <a:pt x="251333" y="316852"/>
                  </a:lnTo>
                  <a:lnTo>
                    <a:pt x="259016" y="322046"/>
                  </a:lnTo>
                  <a:lnTo>
                    <a:pt x="264198" y="329742"/>
                  </a:lnTo>
                  <a:lnTo>
                    <a:pt x="266103" y="339178"/>
                  </a:lnTo>
                  <a:lnTo>
                    <a:pt x="266103" y="242265"/>
                  </a:lnTo>
                  <a:lnTo>
                    <a:pt x="145148" y="242265"/>
                  </a:lnTo>
                  <a:lnTo>
                    <a:pt x="145148" y="339178"/>
                  </a:lnTo>
                  <a:lnTo>
                    <a:pt x="143243" y="348602"/>
                  </a:lnTo>
                  <a:lnTo>
                    <a:pt x="138061" y="356311"/>
                  </a:lnTo>
                  <a:lnTo>
                    <a:pt x="130378" y="361492"/>
                  </a:lnTo>
                  <a:lnTo>
                    <a:pt x="120954" y="363397"/>
                  </a:lnTo>
                  <a:lnTo>
                    <a:pt x="111531" y="361492"/>
                  </a:lnTo>
                  <a:lnTo>
                    <a:pt x="103847" y="356311"/>
                  </a:lnTo>
                  <a:lnTo>
                    <a:pt x="98666" y="348602"/>
                  </a:lnTo>
                  <a:lnTo>
                    <a:pt x="96761" y="339178"/>
                  </a:lnTo>
                  <a:lnTo>
                    <a:pt x="98666" y="329742"/>
                  </a:lnTo>
                  <a:lnTo>
                    <a:pt x="103847" y="322046"/>
                  </a:lnTo>
                  <a:lnTo>
                    <a:pt x="111531" y="316852"/>
                  </a:lnTo>
                  <a:lnTo>
                    <a:pt x="120954" y="314947"/>
                  </a:lnTo>
                  <a:lnTo>
                    <a:pt x="130378" y="316852"/>
                  </a:lnTo>
                  <a:lnTo>
                    <a:pt x="138061" y="322046"/>
                  </a:lnTo>
                  <a:lnTo>
                    <a:pt x="143243" y="329742"/>
                  </a:lnTo>
                  <a:lnTo>
                    <a:pt x="145148" y="339178"/>
                  </a:lnTo>
                  <a:lnTo>
                    <a:pt x="145148" y="242265"/>
                  </a:lnTo>
                  <a:lnTo>
                    <a:pt x="43294" y="242265"/>
                  </a:lnTo>
                  <a:lnTo>
                    <a:pt x="26441" y="245681"/>
                  </a:lnTo>
                  <a:lnTo>
                    <a:pt x="12687" y="254965"/>
                  </a:lnTo>
                  <a:lnTo>
                    <a:pt x="3403" y="268757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687" y="423379"/>
                  </a:lnTo>
                  <a:lnTo>
                    <a:pt x="26441" y="432676"/>
                  </a:lnTo>
                  <a:lnTo>
                    <a:pt x="43294" y="436079"/>
                  </a:lnTo>
                  <a:lnTo>
                    <a:pt x="730821" y="436079"/>
                  </a:lnTo>
                  <a:lnTo>
                    <a:pt x="747674" y="432676"/>
                  </a:lnTo>
                  <a:lnTo>
                    <a:pt x="761441" y="423379"/>
                  </a:lnTo>
                  <a:lnTo>
                    <a:pt x="770712" y="409587"/>
                  </a:lnTo>
                  <a:lnTo>
                    <a:pt x="774115" y="392709"/>
                  </a:lnTo>
                  <a:lnTo>
                    <a:pt x="774115" y="363397"/>
                  </a:lnTo>
                  <a:lnTo>
                    <a:pt x="774115" y="314947"/>
                  </a:lnTo>
                  <a:lnTo>
                    <a:pt x="774115" y="285635"/>
                  </a:lnTo>
                  <a:close/>
                </a:path>
                <a:path w="774700" h="775335">
                  <a:moveTo>
                    <a:pt x="774115" y="43370"/>
                  </a:moveTo>
                  <a:lnTo>
                    <a:pt x="770724" y="26492"/>
                  </a:lnTo>
                  <a:lnTo>
                    <a:pt x="761441" y="12700"/>
                  </a:lnTo>
                  <a:lnTo>
                    <a:pt x="747674" y="3416"/>
                  </a:lnTo>
                  <a:lnTo>
                    <a:pt x="730821" y="0"/>
                  </a:lnTo>
                  <a:lnTo>
                    <a:pt x="387057" y="0"/>
                  </a:lnTo>
                  <a:lnTo>
                    <a:pt x="387057" y="96913"/>
                  </a:lnTo>
                  <a:lnTo>
                    <a:pt x="385165" y="106337"/>
                  </a:lnTo>
                  <a:lnTo>
                    <a:pt x="379971" y="114046"/>
                  </a:lnTo>
                  <a:lnTo>
                    <a:pt x="372287" y="119227"/>
                  </a:lnTo>
                  <a:lnTo>
                    <a:pt x="362864" y="121132"/>
                  </a:lnTo>
                  <a:lnTo>
                    <a:pt x="353453" y="119227"/>
                  </a:lnTo>
                  <a:lnTo>
                    <a:pt x="345757" y="114046"/>
                  </a:lnTo>
                  <a:lnTo>
                    <a:pt x="340575" y="106337"/>
                  </a:lnTo>
                  <a:lnTo>
                    <a:pt x="338683" y="96913"/>
                  </a:lnTo>
                  <a:lnTo>
                    <a:pt x="340575" y="87477"/>
                  </a:lnTo>
                  <a:lnTo>
                    <a:pt x="345757" y="79781"/>
                  </a:lnTo>
                  <a:lnTo>
                    <a:pt x="353453" y="74587"/>
                  </a:lnTo>
                  <a:lnTo>
                    <a:pt x="362864" y="72682"/>
                  </a:lnTo>
                  <a:lnTo>
                    <a:pt x="372287" y="74587"/>
                  </a:lnTo>
                  <a:lnTo>
                    <a:pt x="379971" y="79781"/>
                  </a:lnTo>
                  <a:lnTo>
                    <a:pt x="385165" y="87477"/>
                  </a:lnTo>
                  <a:lnTo>
                    <a:pt x="387057" y="96913"/>
                  </a:lnTo>
                  <a:lnTo>
                    <a:pt x="387057" y="0"/>
                  </a:lnTo>
                  <a:lnTo>
                    <a:pt x="266103" y="0"/>
                  </a:lnTo>
                  <a:lnTo>
                    <a:pt x="266103" y="96913"/>
                  </a:lnTo>
                  <a:lnTo>
                    <a:pt x="264198" y="106337"/>
                  </a:lnTo>
                  <a:lnTo>
                    <a:pt x="259016" y="114046"/>
                  </a:lnTo>
                  <a:lnTo>
                    <a:pt x="251333" y="119227"/>
                  </a:lnTo>
                  <a:lnTo>
                    <a:pt x="241909" y="121132"/>
                  </a:lnTo>
                  <a:lnTo>
                    <a:pt x="232498" y="119227"/>
                  </a:lnTo>
                  <a:lnTo>
                    <a:pt x="224802" y="114046"/>
                  </a:lnTo>
                  <a:lnTo>
                    <a:pt x="219621" y="106337"/>
                  </a:lnTo>
                  <a:lnTo>
                    <a:pt x="217716" y="96913"/>
                  </a:lnTo>
                  <a:lnTo>
                    <a:pt x="219621" y="87477"/>
                  </a:lnTo>
                  <a:lnTo>
                    <a:pt x="224802" y="79781"/>
                  </a:lnTo>
                  <a:lnTo>
                    <a:pt x="232498" y="74587"/>
                  </a:lnTo>
                  <a:lnTo>
                    <a:pt x="241909" y="72682"/>
                  </a:lnTo>
                  <a:lnTo>
                    <a:pt x="251333" y="74587"/>
                  </a:lnTo>
                  <a:lnTo>
                    <a:pt x="259016" y="79781"/>
                  </a:lnTo>
                  <a:lnTo>
                    <a:pt x="264198" y="87477"/>
                  </a:lnTo>
                  <a:lnTo>
                    <a:pt x="266103" y="96913"/>
                  </a:lnTo>
                  <a:lnTo>
                    <a:pt x="266103" y="0"/>
                  </a:lnTo>
                  <a:lnTo>
                    <a:pt x="145148" y="0"/>
                  </a:lnTo>
                  <a:lnTo>
                    <a:pt x="145148" y="96913"/>
                  </a:lnTo>
                  <a:lnTo>
                    <a:pt x="143243" y="106337"/>
                  </a:lnTo>
                  <a:lnTo>
                    <a:pt x="138061" y="114046"/>
                  </a:lnTo>
                  <a:lnTo>
                    <a:pt x="130378" y="119227"/>
                  </a:lnTo>
                  <a:lnTo>
                    <a:pt x="120954" y="121132"/>
                  </a:lnTo>
                  <a:lnTo>
                    <a:pt x="111531" y="119227"/>
                  </a:lnTo>
                  <a:lnTo>
                    <a:pt x="103847" y="114046"/>
                  </a:lnTo>
                  <a:lnTo>
                    <a:pt x="98666" y="106337"/>
                  </a:lnTo>
                  <a:lnTo>
                    <a:pt x="96761" y="96913"/>
                  </a:lnTo>
                  <a:lnTo>
                    <a:pt x="98666" y="87477"/>
                  </a:lnTo>
                  <a:lnTo>
                    <a:pt x="103847" y="79781"/>
                  </a:lnTo>
                  <a:lnTo>
                    <a:pt x="111531" y="74587"/>
                  </a:lnTo>
                  <a:lnTo>
                    <a:pt x="120954" y="72682"/>
                  </a:lnTo>
                  <a:lnTo>
                    <a:pt x="130378" y="74587"/>
                  </a:lnTo>
                  <a:lnTo>
                    <a:pt x="138061" y="79781"/>
                  </a:lnTo>
                  <a:lnTo>
                    <a:pt x="143243" y="87477"/>
                  </a:lnTo>
                  <a:lnTo>
                    <a:pt x="145148" y="96913"/>
                  </a:lnTo>
                  <a:lnTo>
                    <a:pt x="145148" y="0"/>
                  </a:lnTo>
                  <a:lnTo>
                    <a:pt x="43307" y="0"/>
                  </a:lnTo>
                  <a:lnTo>
                    <a:pt x="26441" y="3416"/>
                  </a:lnTo>
                  <a:lnTo>
                    <a:pt x="12687" y="12700"/>
                  </a:lnTo>
                  <a:lnTo>
                    <a:pt x="3403" y="26492"/>
                  </a:lnTo>
                  <a:lnTo>
                    <a:pt x="0" y="43370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687" y="181114"/>
                  </a:lnTo>
                  <a:lnTo>
                    <a:pt x="26441" y="190411"/>
                  </a:lnTo>
                  <a:lnTo>
                    <a:pt x="43307" y="193814"/>
                  </a:lnTo>
                  <a:lnTo>
                    <a:pt x="730821" y="193814"/>
                  </a:lnTo>
                  <a:lnTo>
                    <a:pt x="747674" y="190411"/>
                  </a:lnTo>
                  <a:lnTo>
                    <a:pt x="761441" y="181114"/>
                  </a:lnTo>
                  <a:lnTo>
                    <a:pt x="770724" y="167322"/>
                  </a:lnTo>
                  <a:lnTo>
                    <a:pt x="774115" y="150444"/>
                  </a:lnTo>
                  <a:lnTo>
                    <a:pt x="774115" y="121132"/>
                  </a:lnTo>
                  <a:lnTo>
                    <a:pt x="774115" y="72682"/>
                  </a:lnTo>
                  <a:lnTo>
                    <a:pt x="774115" y="4337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33921" y="2381552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24040" y="2425941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21805" y="2973980"/>
            <a:ext cx="2677160" cy="1417955"/>
            <a:chOff x="6821805" y="2973980"/>
            <a:chExt cx="2677160" cy="1417955"/>
          </a:xfrm>
        </p:grpSpPr>
        <p:sp>
          <p:nvSpPr>
            <p:cNvPr id="22" name="object 22"/>
            <p:cNvSpPr/>
            <p:nvPr/>
          </p:nvSpPr>
          <p:spPr>
            <a:xfrm>
              <a:off x="8723605" y="2973984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775131" y="527900"/>
                  </a:moveTo>
                  <a:lnTo>
                    <a:pt x="771715" y="511022"/>
                  </a:lnTo>
                  <a:lnTo>
                    <a:pt x="762431" y="497230"/>
                  </a:lnTo>
                  <a:lnTo>
                    <a:pt x="748652" y="487946"/>
                  </a:lnTo>
                  <a:lnTo>
                    <a:pt x="731774" y="484530"/>
                  </a:lnTo>
                  <a:lnTo>
                    <a:pt x="387565" y="484530"/>
                  </a:lnTo>
                  <a:lnTo>
                    <a:pt x="387565" y="581444"/>
                  </a:lnTo>
                  <a:lnTo>
                    <a:pt x="385660" y="590867"/>
                  </a:lnTo>
                  <a:lnTo>
                    <a:pt x="380479" y="598576"/>
                  </a:lnTo>
                  <a:lnTo>
                    <a:pt x="372770" y="603758"/>
                  </a:lnTo>
                  <a:lnTo>
                    <a:pt x="363347" y="605663"/>
                  </a:lnTo>
                  <a:lnTo>
                    <a:pt x="353910" y="603758"/>
                  </a:lnTo>
                  <a:lnTo>
                    <a:pt x="346214" y="598576"/>
                  </a:lnTo>
                  <a:lnTo>
                    <a:pt x="341020" y="590867"/>
                  </a:lnTo>
                  <a:lnTo>
                    <a:pt x="339115" y="581444"/>
                  </a:lnTo>
                  <a:lnTo>
                    <a:pt x="341020" y="572008"/>
                  </a:lnTo>
                  <a:lnTo>
                    <a:pt x="346214" y="564311"/>
                  </a:lnTo>
                  <a:lnTo>
                    <a:pt x="353910" y="559117"/>
                  </a:lnTo>
                  <a:lnTo>
                    <a:pt x="363347" y="557212"/>
                  </a:lnTo>
                  <a:lnTo>
                    <a:pt x="372770" y="559117"/>
                  </a:lnTo>
                  <a:lnTo>
                    <a:pt x="380479" y="564311"/>
                  </a:lnTo>
                  <a:lnTo>
                    <a:pt x="385660" y="572008"/>
                  </a:lnTo>
                  <a:lnTo>
                    <a:pt x="387565" y="581444"/>
                  </a:lnTo>
                  <a:lnTo>
                    <a:pt x="387565" y="484530"/>
                  </a:lnTo>
                  <a:lnTo>
                    <a:pt x="266458" y="484530"/>
                  </a:lnTo>
                  <a:lnTo>
                    <a:pt x="266458" y="581444"/>
                  </a:lnTo>
                  <a:lnTo>
                    <a:pt x="264553" y="590867"/>
                  </a:lnTo>
                  <a:lnTo>
                    <a:pt x="259359" y="598576"/>
                  </a:lnTo>
                  <a:lnTo>
                    <a:pt x="251663" y="603758"/>
                  </a:lnTo>
                  <a:lnTo>
                    <a:pt x="242227" y="605663"/>
                  </a:lnTo>
                  <a:lnTo>
                    <a:pt x="232803" y="603758"/>
                  </a:lnTo>
                  <a:lnTo>
                    <a:pt x="225094" y="598576"/>
                  </a:lnTo>
                  <a:lnTo>
                    <a:pt x="219913" y="590867"/>
                  </a:lnTo>
                  <a:lnTo>
                    <a:pt x="218008" y="581444"/>
                  </a:lnTo>
                  <a:lnTo>
                    <a:pt x="219913" y="572008"/>
                  </a:lnTo>
                  <a:lnTo>
                    <a:pt x="225094" y="564311"/>
                  </a:lnTo>
                  <a:lnTo>
                    <a:pt x="232803" y="559117"/>
                  </a:lnTo>
                  <a:lnTo>
                    <a:pt x="242227" y="557212"/>
                  </a:lnTo>
                  <a:lnTo>
                    <a:pt x="251663" y="559117"/>
                  </a:lnTo>
                  <a:lnTo>
                    <a:pt x="259359" y="564311"/>
                  </a:lnTo>
                  <a:lnTo>
                    <a:pt x="264553" y="572008"/>
                  </a:lnTo>
                  <a:lnTo>
                    <a:pt x="266458" y="581444"/>
                  </a:lnTo>
                  <a:lnTo>
                    <a:pt x="266458" y="484530"/>
                  </a:lnTo>
                  <a:lnTo>
                    <a:pt x="145338" y="484530"/>
                  </a:lnTo>
                  <a:lnTo>
                    <a:pt x="145338" y="581444"/>
                  </a:lnTo>
                  <a:lnTo>
                    <a:pt x="143433" y="590867"/>
                  </a:lnTo>
                  <a:lnTo>
                    <a:pt x="138252" y="598576"/>
                  </a:lnTo>
                  <a:lnTo>
                    <a:pt x="130543" y="603758"/>
                  </a:lnTo>
                  <a:lnTo>
                    <a:pt x="121119" y="605663"/>
                  </a:lnTo>
                  <a:lnTo>
                    <a:pt x="111683" y="603758"/>
                  </a:lnTo>
                  <a:lnTo>
                    <a:pt x="103987" y="598576"/>
                  </a:lnTo>
                  <a:lnTo>
                    <a:pt x="98793" y="590867"/>
                  </a:lnTo>
                  <a:lnTo>
                    <a:pt x="96888" y="581444"/>
                  </a:lnTo>
                  <a:lnTo>
                    <a:pt x="98793" y="572008"/>
                  </a:lnTo>
                  <a:lnTo>
                    <a:pt x="103987" y="564311"/>
                  </a:lnTo>
                  <a:lnTo>
                    <a:pt x="111683" y="559117"/>
                  </a:lnTo>
                  <a:lnTo>
                    <a:pt x="121119" y="557212"/>
                  </a:lnTo>
                  <a:lnTo>
                    <a:pt x="130543" y="559117"/>
                  </a:lnTo>
                  <a:lnTo>
                    <a:pt x="138252" y="564311"/>
                  </a:lnTo>
                  <a:lnTo>
                    <a:pt x="143433" y="572008"/>
                  </a:lnTo>
                  <a:lnTo>
                    <a:pt x="145338" y="581444"/>
                  </a:lnTo>
                  <a:lnTo>
                    <a:pt x="145338" y="484530"/>
                  </a:lnTo>
                  <a:lnTo>
                    <a:pt x="43357" y="484530"/>
                  </a:lnTo>
                  <a:lnTo>
                    <a:pt x="26479" y="487946"/>
                  </a:lnTo>
                  <a:lnTo>
                    <a:pt x="12700" y="497230"/>
                  </a:lnTo>
                  <a:lnTo>
                    <a:pt x="3416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16" y="651852"/>
                  </a:lnTo>
                  <a:lnTo>
                    <a:pt x="12700" y="665645"/>
                  </a:lnTo>
                  <a:lnTo>
                    <a:pt x="26479" y="674941"/>
                  </a:lnTo>
                  <a:lnTo>
                    <a:pt x="43357" y="678345"/>
                  </a:lnTo>
                  <a:lnTo>
                    <a:pt x="351218" y="678345"/>
                  </a:lnTo>
                  <a:lnTo>
                    <a:pt x="351218" y="775258"/>
                  </a:lnTo>
                  <a:lnTo>
                    <a:pt x="423887" y="775258"/>
                  </a:lnTo>
                  <a:lnTo>
                    <a:pt x="423887" y="678345"/>
                  </a:lnTo>
                  <a:lnTo>
                    <a:pt x="731774" y="678345"/>
                  </a:lnTo>
                  <a:lnTo>
                    <a:pt x="748652" y="674941"/>
                  </a:lnTo>
                  <a:lnTo>
                    <a:pt x="762431" y="665645"/>
                  </a:lnTo>
                  <a:lnTo>
                    <a:pt x="771715" y="651852"/>
                  </a:lnTo>
                  <a:lnTo>
                    <a:pt x="775131" y="634974"/>
                  </a:lnTo>
                  <a:lnTo>
                    <a:pt x="775131" y="605663"/>
                  </a:lnTo>
                  <a:lnTo>
                    <a:pt x="775131" y="557212"/>
                  </a:lnTo>
                  <a:lnTo>
                    <a:pt x="775131" y="527900"/>
                  </a:lnTo>
                  <a:close/>
                </a:path>
                <a:path w="775334" h="775335">
                  <a:moveTo>
                    <a:pt x="775131" y="285635"/>
                  </a:moveTo>
                  <a:lnTo>
                    <a:pt x="771728" y="268757"/>
                  </a:lnTo>
                  <a:lnTo>
                    <a:pt x="762431" y="254965"/>
                  </a:lnTo>
                  <a:lnTo>
                    <a:pt x="748652" y="245681"/>
                  </a:lnTo>
                  <a:lnTo>
                    <a:pt x="731774" y="242265"/>
                  </a:lnTo>
                  <a:lnTo>
                    <a:pt x="387565" y="242265"/>
                  </a:lnTo>
                  <a:lnTo>
                    <a:pt x="387565" y="339178"/>
                  </a:lnTo>
                  <a:lnTo>
                    <a:pt x="385660" y="348602"/>
                  </a:lnTo>
                  <a:lnTo>
                    <a:pt x="380479" y="356311"/>
                  </a:lnTo>
                  <a:lnTo>
                    <a:pt x="372770" y="361492"/>
                  </a:lnTo>
                  <a:lnTo>
                    <a:pt x="363347" y="363397"/>
                  </a:lnTo>
                  <a:lnTo>
                    <a:pt x="353910" y="361492"/>
                  </a:lnTo>
                  <a:lnTo>
                    <a:pt x="346214" y="356311"/>
                  </a:lnTo>
                  <a:lnTo>
                    <a:pt x="341020" y="348602"/>
                  </a:lnTo>
                  <a:lnTo>
                    <a:pt x="339128" y="339178"/>
                  </a:lnTo>
                  <a:lnTo>
                    <a:pt x="341020" y="329742"/>
                  </a:lnTo>
                  <a:lnTo>
                    <a:pt x="346214" y="322046"/>
                  </a:lnTo>
                  <a:lnTo>
                    <a:pt x="353910" y="316852"/>
                  </a:lnTo>
                  <a:lnTo>
                    <a:pt x="363347" y="314947"/>
                  </a:lnTo>
                  <a:lnTo>
                    <a:pt x="372770" y="316852"/>
                  </a:lnTo>
                  <a:lnTo>
                    <a:pt x="380479" y="322046"/>
                  </a:lnTo>
                  <a:lnTo>
                    <a:pt x="385660" y="329742"/>
                  </a:lnTo>
                  <a:lnTo>
                    <a:pt x="387565" y="339178"/>
                  </a:lnTo>
                  <a:lnTo>
                    <a:pt x="387565" y="242265"/>
                  </a:lnTo>
                  <a:lnTo>
                    <a:pt x="266458" y="242265"/>
                  </a:lnTo>
                  <a:lnTo>
                    <a:pt x="266458" y="339178"/>
                  </a:lnTo>
                  <a:lnTo>
                    <a:pt x="264553" y="348602"/>
                  </a:lnTo>
                  <a:lnTo>
                    <a:pt x="259359" y="356311"/>
                  </a:lnTo>
                  <a:lnTo>
                    <a:pt x="251663" y="361492"/>
                  </a:lnTo>
                  <a:lnTo>
                    <a:pt x="242227" y="363397"/>
                  </a:lnTo>
                  <a:lnTo>
                    <a:pt x="232803" y="361492"/>
                  </a:lnTo>
                  <a:lnTo>
                    <a:pt x="225107" y="356311"/>
                  </a:lnTo>
                  <a:lnTo>
                    <a:pt x="219913" y="348602"/>
                  </a:lnTo>
                  <a:lnTo>
                    <a:pt x="218008" y="339178"/>
                  </a:lnTo>
                  <a:lnTo>
                    <a:pt x="219913" y="329742"/>
                  </a:lnTo>
                  <a:lnTo>
                    <a:pt x="225107" y="322046"/>
                  </a:lnTo>
                  <a:lnTo>
                    <a:pt x="232803" y="316852"/>
                  </a:lnTo>
                  <a:lnTo>
                    <a:pt x="242227" y="314947"/>
                  </a:lnTo>
                  <a:lnTo>
                    <a:pt x="251663" y="316852"/>
                  </a:lnTo>
                  <a:lnTo>
                    <a:pt x="259359" y="322046"/>
                  </a:lnTo>
                  <a:lnTo>
                    <a:pt x="264553" y="329742"/>
                  </a:lnTo>
                  <a:lnTo>
                    <a:pt x="266458" y="339178"/>
                  </a:lnTo>
                  <a:lnTo>
                    <a:pt x="266458" y="242265"/>
                  </a:lnTo>
                  <a:lnTo>
                    <a:pt x="145338" y="242265"/>
                  </a:lnTo>
                  <a:lnTo>
                    <a:pt x="145338" y="339178"/>
                  </a:lnTo>
                  <a:lnTo>
                    <a:pt x="143433" y="348602"/>
                  </a:lnTo>
                  <a:lnTo>
                    <a:pt x="138252" y="356311"/>
                  </a:lnTo>
                  <a:lnTo>
                    <a:pt x="130543" y="361492"/>
                  </a:lnTo>
                  <a:lnTo>
                    <a:pt x="121119" y="363397"/>
                  </a:lnTo>
                  <a:lnTo>
                    <a:pt x="111683" y="361492"/>
                  </a:lnTo>
                  <a:lnTo>
                    <a:pt x="103987" y="356311"/>
                  </a:lnTo>
                  <a:lnTo>
                    <a:pt x="98793" y="348602"/>
                  </a:lnTo>
                  <a:lnTo>
                    <a:pt x="96901" y="339178"/>
                  </a:lnTo>
                  <a:lnTo>
                    <a:pt x="98793" y="329742"/>
                  </a:lnTo>
                  <a:lnTo>
                    <a:pt x="103987" y="322046"/>
                  </a:lnTo>
                  <a:lnTo>
                    <a:pt x="111683" y="316852"/>
                  </a:lnTo>
                  <a:lnTo>
                    <a:pt x="121119" y="314947"/>
                  </a:lnTo>
                  <a:lnTo>
                    <a:pt x="130543" y="316852"/>
                  </a:lnTo>
                  <a:lnTo>
                    <a:pt x="138252" y="322046"/>
                  </a:lnTo>
                  <a:lnTo>
                    <a:pt x="143433" y="329742"/>
                  </a:lnTo>
                  <a:lnTo>
                    <a:pt x="145338" y="339178"/>
                  </a:lnTo>
                  <a:lnTo>
                    <a:pt x="145338" y="242265"/>
                  </a:lnTo>
                  <a:lnTo>
                    <a:pt x="43357" y="242265"/>
                  </a:lnTo>
                  <a:lnTo>
                    <a:pt x="26492" y="245681"/>
                  </a:lnTo>
                  <a:lnTo>
                    <a:pt x="12700" y="254965"/>
                  </a:lnTo>
                  <a:lnTo>
                    <a:pt x="3416" y="268757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16" y="409587"/>
                  </a:lnTo>
                  <a:lnTo>
                    <a:pt x="12700" y="423379"/>
                  </a:lnTo>
                  <a:lnTo>
                    <a:pt x="26492" y="432676"/>
                  </a:lnTo>
                  <a:lnTo>
                    <a:pt x="43357" y="436079"/>
                  </a:lnTo>
                  <a:lnTo>
                    <a:pt x="731774" y="436079"/>
                  </a:lnTo>
                  <a:lnTo>
                    <a:pt x="748652" y="432676"/>
                  </a:lnTo>
                  <a:lnTo>
                    <a:pt x="762431" y="423379"/>
                  </a:lnTo>
                  <a:lnTo>
                    <a:pt x="771728" y="409587"/>
                  </a:lnTo>
                  <a:lnTo>
                    <a:pt x="775131" y="392709"/>
                  </a:lnTo>
                  <a:lnTo>
                    <a:pt x="775131" y="363397"/>
                  </a:lnTo>
                  <a:lnTo>
                    <a:pt x="775131" y="314947"/>
                  </a:lnTo>
                  <a:lnTo>
                    <a:pt x="775131" y="285635"/>
                  </a:lnTo>
                  <a:close/>
                </a:path>
                <a:path w="775334" h="775335">
                  <a:moveTo>
                    <a:pt x="775131" y="43370"/>
                  </a:moveTo>
                  <a:lnTo>
                    <a:pt x="771728" y="26492"/>
                  </a:lnTo>
                  <a:lnTo>
                    <a:pt x="762431" y="12700"/>
                  </a:lnTo>
                  <a:lnTo>
                    <a:pt x="748652" y="3416"/>
                  </a:lnTo>
                  <a:lnTo>
                    <a:pt x="731774" y="0"/>
                  </a:lnTo>
                  <a:lnTo>
                    <a:pt x="387565" y="0"/>
                  </a:lnTo>
                  <a:lnTo>
                    <a:pt x="387565" y="96913"/>
                  </a:lnTo>
                  <a:lnTo>
                    <a:pt x="385660" y="106337"/>
                  </a:lnTo>
                  <a:lnTo>
                    <a:pt x="380479" y="114046"/>
                  </a:lnTo>
                  <a:lnTo>
                    <a:pt x="372783" y="119227"/>
                  </a:lnTo>
                  <a:lnTo>
                    <a:pt x="363347" y="121132"/>
                  </a:lnTo>
                  <a:lnTo>
                    <a:pt x="353910" y="119227"/>
                  </a:lnTo>
                  <a:lnTo>
                    <a:pt x="346214" y="114046"/>
                  </a:lnTo>
                  <a:lnTo>
                    <a:pt x="341020" y="106337"/>
                  </a:lnTo>
                  <a:lnTo>
                    <a:pt x="339128" y="96913"/>
                  </a:lnTo>
                  <a:lnTo>
                    <a:pt x="341020" y="87477"/>
                  </a:lnTo>
                  <a:lnTo>
                    <a:pt x="346214" y="79781"/>
                  </a:lnTo>
                  <a:lnTo>
                    <a:pt x="353910" y="74587"/>
                  </a:lnTo>
                  <a:lnTo>
                    <a:pt x="363347" y="72682"/>
                  </a:lnTo>
                  <a:lnTo>
                    <a:pt x="372783" y="74587"/>
                  </a:lnTo>
                  <a:lnTo>
                    <a:pt x="380479" y="79781"/>
                  </a:lnTo>
                  <a:lnTo>
                    <a:pt x="385660" y="87477"/>
                  </a:lnTo>
                  <a:lnTo>
                    <a:pt x="387565" y="96913"/>
                  </a:lnTo>
                  <a:lnTo>
                    <a:pt x="387565" y="0"/>
                  </a:lnTo>
                  <a:lnTo>
                    <a:pt x="266458" y="0"/>
                  </a:lnTo>
                  <a:lnTo>
                    <a:pt x="266458" y="96913"/>
                  </a:lnTo>
                  <a:lnTo>
                    <a:pt x="264553" y="106337"/>
                  </a:lnTo>
                  <a:lnTo>
                    <a:pt x="259359" y="114046"/>
                  </a:lnTo>
                  <a:lnTo>
                    <a:pt x="251663" y="119227"/>
                  </a:lnTo>
                  <a:lnTo>
                    <a:pt x="242227" y="121132"/>
                  </a:lnTo>
                  <a:lnTo>
                    <a:pt x="232803" y="119227"/>
                  </a:lnTo>
                  <a:lnTo>
                    <a:pt x="225107" y="114046"/>
                  </a:lnTo>
                  <a:lnTo>
                    <a:pt x="219913" y="106337"/>
                  </a:lnTo>
                  <a:lnTo>
                    <a:pt x="218008" y="96913"/>
                  </a:lnTo>
                  <a:lnTo>
                    <a:pt x="219913" y="87477"/>
                  </a:lnTo>
                  <a:lnTo>
                    <a:pt x="225107" y="79781"/>
                  </a:lnTo>
                  <a:lnTo>
                    <a:pt x="232803" y="74587"/>
                  </a:lnTo>
                  <a:lnTo>
                    <a:pt x="242227" y="72682"/>
                  </a:lnTo>
                  <a:lnTo>
                    <a:pt x="251663" y="74587"/>
                  </a:lnTo>
                  <a:lnTo>
                    <a:pt x="259359" y="79781"/>
                  </a:lnTo>
                  <a:lnTo>
                    <a:pt x="264553" y="87477"/>
                  </a:lnTo>
                  <a:lnTo>
                    <a:pt x="266458" y="96913"/>
                  </a:lnTo>
                  <a:lnTo>
                    <a:pt x="266458" y="0"/>
                  </a:lnTo>
                  <a:lnTo>
                    <a:pt x="145338" y="0"/>
                  </a:lnTo>
                  <a:lnTo>
                    <a:pt x="145338" y="96913"/>
                  </a:lnTo>
                  <a:lnTo>
                    <a:pt x="143433" y="106337"/>
                  </a:lnTo>
                  <a:lnTo>
                    <a:pt x="138252" y="114046"/>
                  </a:lnTo>
                  <a:lnTo>
                    <a:pt x="130556" y="119227"/>
                  </a:lnTo>
                  <a:lnTo>
                    <a:pt x="121119" y="121132"/>
                  </a:lnTo>
                  <a:lnTo>
                    <a:pt x="111683" y="119227"/>
                  </a:lnTo>
                  <a:lnTo>
                    <a:pt x="103987" y="114046"/>
                  </a:lnTo>
                  <a:lnTo>
                    <a:pt x="98793" y="106337"/>
                  </a:lnTo>
                  <a:lnTo>
                    <a:pt x="96901" y="96913"/>
                  </a:lnTo>
                  <a:lnTo>
                    <a:pt x="98793" y="87477"/>
                  </a:lnTo>
                  <a:lnTo>
                    <a:pt x="103987" y="79781"/>
                  </a:lnTo>
                  <a:lnTo>
                    <a:pt x="111683" y="74587"/>
                  </a:lnTo>
                  <a:lnTo>
                    <a:pt x="121119" y="72682"/>
                  </a:lnTo>
                  <a:lnTo>
                    <a:pt x="130556" y="74587"/>
                  </a:lnTo>
                  <a:lnTo>
                    <a:pt x="138252" y="79781"/>
                  </a:lnTo>
                  <a:lnTo>
                    <a:pt x="143433" y="87477"/>
                  </a:lnTo>
                  <a:lnTo>
                    <a:pt x="145338" y="96913"/>
                  </a:lnTo>
                  <a:lnTo>
                    <a:pt x="145338" y="0"/>
                  </a:lnTo>
                  <a:lnTo>
                    <a:pt x="43370" y="0"/>
                  </a:lnTo>
                  <a:lnTo>
                    <a:pt x="26492" y="3416"/>
                  </a:lnTo>
                  <a:lnTo>
                    <a:pt x="12700" y="12700"/>
                  </a:lnTo>
                  <a:lnTo>
                    <a:pt x="3416" y="26492"/>
                  </a:lnTo>
                  <a:lnTo>
                    <a:pt x="0" y="43370"/>
                  </a:lnTo>
                  <a:lnTo>
                    <a:pt x="0" y="150444"/>
                  </a:lnTo>
                  <a:lnTo>
                    <a:pt x="3416" y="167322"/>
                  </a:lnTo>
                  <a:lnTo>
                    <a:pt x="12700" y="181114"/>
                  </a:lnTo>
                  <a:lnTo>
                    <a:pt x="26492" y="190411"/>
                  </a:lnTo>
                  <a:lnTo>
                    <a:pt x="43370" y="193814"/>
                  </a:lnTo>
                  <a:lnTo>
                    <a:pt x="731774" y="193814"/>
                  </a:lnTo>
                  <a:lnTo>
                    <a:pt x="748652" y="190411"/>
                  </a:lnTo>
                  <a:lnTo>
                    <a:pt x="762431" y="181114"/>
                  </a:lnTo>
                  <a:lnTo>
                    <a:pt x="771728" y="167322"/>
                  </a:lnTo>
                  <a:lnTo>
                    <a:pt x="775131" y="150444"/>
                  </a:lnTo>
                  <a:lnTo>
                    <a:pt x="775131" y="121132"/>
                  </a:lnTo>
                  <a:lnTo>
                    <a:pt x="775131" y="72682"/>
                  </a:lnTo>
                  <a:lnTo>
                    <a:pt x="775131" y="433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31330" y="3947923"/>
              <a:ext cx="1470660" cy="434340"/>
            </a:xfrm>
            <a:custGeom>
              <a:avLst/>
              <a:gdLst/>
              <a:ahLst/>
              <a:cxnLst/>
              <a:rect l="l" t="t" r="r" b="b"/>
              <a:pathLst>
                <a:path w="1470659" h="434339">
                  <a:moveTo>
                    <a:pt x="1398270" y="0"/>
                  </a:moveTo>
                  <a:lnTo>
                    <a:pt x="72390" y="0"/>
                  </a:lnTo>
                  <a:lnTo>
                    <a:pt x="44212" y="5688"/>
                  </a:lnTo>
                  <a:lnTo>
                    <a:pt x="21202" y="21202"/>
                  </a:lnTo>
                  <a:lnTo>
                    <a:pt x="5688" y="44212"/>
                  </a:lnTo>
                  <a:lnTo>
                    <a:pt x="0" y="72390"/>
                  </a:lnTo>
                  <a:lnTo>
                    <a:pt x="0" y="361950"/>
                  </a:lnTo>
                  <a:lnTo>
                    <a:pt x="5688" y="390127"/>
                  </a:lnTo>
                  <a:lnTo>
                    <a:pt x="21202" y="413137"/>
                  </a:lnTo>
                  <a:lnTo>
                    <a:pt x="44212" y="428651"/>
                  </a:lnTo>
                  <a:lnTo>
                    <a:pt x="72390" y="434340"/>
                  </a:lnTo>
                  <a:lnTo>
                    <a:pt x="1398270" y="434340"/>
                  </a:lnTo>
                  <a:lnTo>
                    <a:pt x="1426447" y="428651"/>
                  </a:lnTo>
                  <a:lnTo>
                    <a:pt x="1449457" y="413137"/>
                  </a:lnTo>
                  <a:lnTo>
                    <a:pt x="1464971" y="390127"/>
                  </a:lnTo>
                  <a:lnTo>
                    <a:pt x="1470660" y="361950"/>
                  </a:lnTo>
                  <a:lnTo>
                    <a:pt x="1470660" y="72390"/>
                  </a:lnTo>
                  <a:lnTo>
                    <a:pt x="1464971" y="44212"/>
                  </a:lnTo>
                  <a:lnTo>
                    <a:pt x="1449457" y="21202"/>
                  </a:lnTo>
                  <a:lnTo>
                    <a:pt x="1426447" y="5688"/>
                  </a:lnTo>
                  <a:lnTo>
                    <a:pt x="1398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31330" y="3947923"/>
              <a:ext cx="1470660" cy="434340"/>
            </a:xfrm>
            <a:custGeom>
              <a:avLst/>
              <a:gdLst/>
              <a:ahLst/>
              <a:cxnLst/>
              <a:rect l="l" t="t" r="r" b="b"/>
              <a:pathLst>
                <a:path w="1470659" h="434339">
                  <a:moveTo>
                    <a:pt x="0" y="72390"/>
                  </a:moveTo>
                  <a:lnTo>
                    <a:pt x="5688" y="44212"/>
                  </a:lnTo>
                  <a:lnTo>
                    <a:pt x="21202" y="21202"/>
                  </a:lnTo>
                  <a:lnTo>
                    <a:pt x="44212" y="5688"/>
                  </a:lnTo>
                  <a:lnTo>
                    <a:pt x="72390" y="0"/>
                  </a:lnTo>
                  <a:lnTo>
                    <a:pt x="1398270" y="0"/>
                  </a:lnTo>
                  <a:lnTo>
                    <a:pt x="1426447" y="5688"/>
                  </a:lnTo>
                  <a:lnTo>
                    <a:pt x="1449457" y="21202"/>
                  </a:lnTo>
                  <a:lnTo>
                    <a:pt x="1464971" y="44212"/>
                  </a:lnTo>
                  <a:lnTo>
                    <a:pt x="1470660" y="72390"/>
                  </a:lnTo>
                  <a:lnTo>
                    <a:pt x="1470660" y="361950"/>
                  </a:lnTo>
                  <a:lnTo>
                    <a:pt x="1464971" y="390127"/>
                  </a:lnTo>
                  <a:lnTo>
                    <a:pt x="1449457" y="413137"/>
                  </a:lnTo>
                  <a:lnTo>
                    <a:pt x="1426447" y="428651"/>
                  </a:lnTo>
                  <a:lnTo>
                    <a:pt x="1398270" y="434340"/>
                  </a:lnTo>
                  <a:lnTo>
                    <a:pt x="72390" y="434340"/>
                  </a:lnTo>
                  <a:lnTo>
                    <a:pt x="44212" y="428651"/>
                  </a:lnTo>
                  <a:lnTo>
                    <a:pt x="21202" y="413137"/>
                  </a:lnTo>
                  <a:lnTo>
                    <a:pt x="5688" y="390127"/>
                  </a:lnTo>
                  <a:lnTo>
                    <a:pt x="0" y="361950"/>
                  </a:lnTo>
                  <a:lnTo>
                    <a:pt x="0" y="72390"/>
                  </a:lnTo>
                  <a:close/>
                </a:path>
              </a:pathLst>
            </a:custGeom>
            <a:ln w="1905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2960370" y="2756155"/>
            <a:ext cx="797560" cy="338455"/>
          </a:xfrm>
          <a:custGeom>
            <a:avLst/>
            <a:gdLst/>
            <a:ahLst/>
            <a:cxnLst/>
            <a:rect l="l" t="t" r="r" b="b"/>
            <a:pathLst>
              <a:path w="797560" h="338455">
                <a:moveTo>
                  <a:pt x="0" y="56387"/>
                </a:moveTo>
                <a:lnTo>
                  <a:pt x="4431" y="34440"/>
                </a:lnTo>
                <a:lnTo>
                  <a:pt x="16516" y="16516"/>
                </a:lnTo>
                <a:lnTo>
                  <a:pt x="34440" y="4431"/>
                </a:lnTo>
                <a:lnTo>
                  <a:pt x="56388" y="0"/>
                </a:lnTo>
                <a:lnTo>
                  <a:pt x="740664" y="0"/>
                </a:lnTo>
                <a:lnTo>
                  <a:pt x="762611" y="4431"/>
                </a:lnTo>
                <a:lnTo>
                  <a:pt x="780535" y="16516"/>
                </a:lnTo>
                <a:lnTo>
                  <a:pt x="792620" y="34440"/>
                </a:lnTo>
                <a:lnTo>
                  <a:pt x="797052" y="56387"/>
                </a:lnTo>
                <a:lnTo>
                  <a:pt x="797052" y="281940"/>
                </a:lnTo>
                <a:lnTo>
                  <a:pt x="792620" y="303887"/>
                </a:lnTo>
                <a:lnTo>
                  <a:pt x="780535" y="321811"/>
                </a:lnTo>
                <a:lnTo>
                  <a:pt x="762611" y="333896"/>
                </a:lnTo>
                <a:lnTo>
                  <a:pt x="740664" y="338327"/>
                </a:lnTo>
                <a:lnTo>
                  <a:pt x="56388" y="338327"/>
                </a:lnTo>
                <a:lnTo>
                  <a:pt x="34440" y="333896"/>
                </a:lnTo>
                <a:lnTo>
                  <a:pt x="16516" y="321811"/>
                </a:lnTo>
                <a:lnTo>
                  <a:pt x="4431" y="303887"/>
                </a:lnTo>
                <a:lnTo>
                  <a:pt x="0" y="281940"/>
                </a:lnTo>
                <a:lnTo>
                  <a:pt x="0" y="5638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73461" y="2784734"/>
            <a:ext cx="567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Segoe UI"/>
                <a:cs typeface="Segoe UI"/>
              </a:rPr>
              <a:t>!j%u#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12925" y="5438395"/>
            <a:ext cx="1475740" cy="433070"/>
          </a:xfrm>
          <a:custGeom>
            <a:avLst/>
            <a:gdLst/>
            <a:ahLst/>
            <a:cxnLst/>
            <a:rect l="l" t="t" r="r" b="b"/>
            <a:pathLst>
              <a:path w="1475739" h="433070">
                <a:moveTo>
                  <a:pt x="0" y="72135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403096" y="0"/>
                </a:lnTo>
                <a:lnTo>
                  <a:pt x="1431174" y="5668"/>
                </a:lnTo>
                <a:lnTo>
                  <a:pt x="1454103" y="21128"/>
                </a:lnTo>
                <a:lnTo>
                  <a:pt x="1469563" y="44057"/>
                </a:lnTo>
                <a:lnTo>
                  <a:pt x="1475232" y="72135"/>
                </a:lnTo>
                <a:lnTo>
                  <a:pt x="1475232" y="360679"/>
                </a:lnTo>
                <a:lnTo>
                  <a:pt x="1469563" y="388758"/>
                </a:lnTo>
                <a:lnTo>
                  <a:pt x="1454103" y="411687"/>
                </a:lnTo>
                <a:lnTo>
                  <a:pt x="1431174" y="427147"/>
                </a:lnTo>
                <a:lnTo>
                  <a:pt x="1403096" y="432815"/>
                </a:lnTo>
                <a:lnTo>
                  <a:pt x="72136" y="432815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79"/>
                </a:lnTo>
                <a:lnTo>
                  <a:pt x="0" y="72135"/>
                </a:lnTo>
                <a:close/>
              </a:path>
            </a:pathLst>
          </a:custGeom>
          <a:ln w="19049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08768" y="5514177"/>
            <a:ext cx="1082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B050"/>
                </a:solidFill>
                <a:latin typeface="Segoe UI"/>
                <a:cs typeface="Segoe UI"/>
              </a:rPr>
              <a:t>AppSKey_2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03872" y="4025159"/>
            <a:ext cx="1123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2060"/>
                </a:solidFill>
                <a:latin typeface="Segoe UI"/>
                <a:cs typeface="Segoe UI"/>
              </a:rPr>
              <a:t>NwkSKey_1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914322" y="3406137"/>
            <a:ext cx="2083435" cy="1499235"/>
            <a:chOff x="7914322" y="3406137"/>
            <a:chExt cx="2083435" cy="1499235"/>
          </a:xfrm>
        </p:grpSpPr>
        <p:sp>
          <p:nvSpPr>
            <p:cNvPr id="31" name="object 31"/>
            <p:cNvSpPr/>
            <p:nvPr/>
          </p:nvSpPr>
          <p:spPr>
            <a:xfrm>
              <a:off x="8775953" y="3995165"/>
              <a:ext cx="797560" cy="340360"/>
            </a:xfrm>
            <a:custGeom>
              <a:avLst/>
              <a:gdLst/>
              <a:ahLst/>
              <a:cxnLst/>
              <a:rect l="l" t="t" r="r" b="b"/>
              <a:pathLst>
                <a:path w="797559" h="340360">
                  <a:moveTo>
                    <a:pt x="740410" y="0"/>
                  </a:moveTo>
                  <a:lnTo>
                    <a:pt x="56642" y="0"/>
                  </a:lnTo>
                  <a:lnTo>
                    <a:pt x="34595" y="4451"/>
                  </a:lnTo>
                  <a:lnTo>
                    <a:pt x="16590" y="16590"/>
                  </a:lnTo>
                  <a:lnTo>
                    <a:pt x="4451" y="34595"/>
                  </a:lnTo>
                  <a:lnTo>
                    <a:pt x="0" y="56642"/>
                  </a:lnTo>
                  <a:lnTo>
                    <a:pt x="0" y="283210"/>
                  </a:lnTo>
                  <a:lnTo>
                    <a:pt x="4451" y="305256"/>
                  </a:lnTo>
                  <a:lnTo>
                    <a:pt x="16590" y="323261"/>
                  </a:lnTo>
                  <a:lnTo>
                    <a:pt x="34595" y="335400"/>
                  </a:lnTo>
                  <a:lnTo>
                    <a:pt x="56642" y="339852"/>
                  </a:lnTo>
                  <a:lnTo>
                    <a:pt x="740410" y="339852"/>
                  </a:lnTo>
                  <a:lnTo>
                    <a:pt x="762456" y="335400"/>
                  </a:lnTo>
                  <a:lnTo>
                    <a:pt x="780461" y="323261"/>
                  </a:lnTo>
                  <a:lnTo>
                    <a:pt x="792600" y="305256"/>
                  </a:lnTo>
                  <a:lnTo>
                    <a:pt x="797052" y="283210"/>
                  </a:lnTo>
                  <a:lnTo>
                    <a:pt x="797052" y="56642"/>
                  </a:lnTo>
                  <a:lnTo>
                    <a:pt x="792600" y="34595"/>
                  </a:lnTo>
                  <a:lnTo>
                    <a:pt x="780461" y="16590"/>
                  </a:lnTo>
                  <a:lnTo>
                    <a:pt x="762456" y="4451"/>
                  </a:lnTo>
                  <a:lnTo>
                    <a:pt x="740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5953" y="3995167"/>
              <a:ext cx="797560" cy="340360"/>
            </a:xfrm>
            <a:custGeom>
              <a:avLst/>
              <a:gdLst/>
              <a:ahLst/>
              <a:cxnLst/>
              <a:rect l="l" t="t" r="r" b="b"/>
              <a:pathLst>
                <a:path w="797559" h="340360">
                  <a:moveTo>
                    <a:pt x="0" y="56641"/>
                  </a:moveTo>
                  <a:lnTo>
                    <a:pt x="4451" y="34595"/>
                  </a:lnTo>
                  <a:lnTo>
                    <a:pt x="16590" y="16590"/>
                  </a:lnTo>
                  <a:lnTo>
                    <a:pt x="34595" y="4451"/>
                  </a:lnTo>
                  <a:lnTo>
                    <a:pt x="56642" y="0"/>
                  </a:lnTo>
                  <a:lnTo>
                    <a:pt x="740410" y="0"/>
                  </a:lnTo>
                  <a:lnTo>
                    <a:pt x="762456" y="4451"/>
                  </a:lnTo>
                  <a:lnTo>
                    <a:pt x="780461" y="16590"/>
                  </a:lnTo>
                  <a:lnTo>
                    <a:pt x="792600" y="34595"/>
                  </a:lnTo>
                  <a:lnTo>
                    <a:pt x="797052" y="56641"/>
                  </a:lnTo>
                  <a:lnTo>
                    <a:pt x="797052" y="283209"/>
                  </a:lnTo>
                  <a:lnTo>
                    <a:pt x="792600" y="305256"/>
                  </a:lnTo>
                  <a:lnTo>
                    <a:pt x="780461" y="323261"/>
                  </a:lnTo>
                  <a:lnTo>
                    <a:pt x="762456" y="335400"/>
                  </a:lnTo>
                  <a:lnTo>
                    <a:pt x="740410" y="339851"/>
                  </a:lnTo>
                  <a:lnTo>
                    <a:pt x="56642" y="339851"/>
                  </a:lnTo>
                  <a:lnTo>
                    <a:pt x="34595" y="335400"/>
                  </a:lnTo>
                  <a:lnTo>
                    <a:pt x="16590" y="323261"/>
                  </a:lnTo>
                  <a:lnTo>
                    <a:pt x="4451" y="305256"/>
                  </a:lnTo>
                  <a:lnTo>
                    <a:pt x="0" y="283209"/>
                  </a:lnTo>
                  <a:lnTo>
                    <a:pt x="0" y="56641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953" y="4008883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59" h="338454">
                  <a:moveTo>
                    <a:pt x="740664" y="0"/>
                  </a:moveTo>
                  <a:lnTo>
                    <a:pt x="56388" y="0"/>
                  </a:lnTo>
                  <a:lnTo>
                    <a:pt x="34440" y="4431"/>
                  </a:lnTo>
                  <a:lnTo>
                    <a:pt x="16516" y="16516"/>
                  </a:lnTo>
                  <a:lnTo>
                    <a:pt x="4431" y="34440"/>
                  </a:lnTo>
                  <a:lnTo>
                    <a:pt x="0" y="56387"/>
                  </a:lnTo>
                  <a:lnTo>
                    <a:pt x="0" y="281940"/>
                  </a:lnTo>
                  <a:lnTo>
                    <a:pt x="4431" y="303887"/>
                  </a:lnTo>
                  <a:lnTo>
                    <a:pt x="16516" y="321811"/>
                  </a:lnTo>
                  <a:lnTo>
                    <a:pt x="34440" y="333896"/>
                  </a:lnTo>
                  <a:lnTo>
                    <a:pt x="56388" y="338327"/>
                  </a:lnTo>
                  <a:lnTo>
                    <a:pt x="740664" y="338327"/>
                  </a:lnTo>
                  <a:lnTo>
                    <a:pt x="762611" y="333896"/>
                  </a:lnTo>
                  <a:lnTo>
                    <a:pt x="780535" y="321811"/>
                  </a:lnTo>
                  <a:lnTo>
                    <a:pt x="792620" y="303887"/>
                  </a:lnTo>
                  <a:lnTo>
                    <a:pt x="797052" y="281940"/>
                  </a:lnTo>
                  <a:lnTo>
                    <a:pt x="797052" y="56387"/>
                  </a:lnTo>
                  <a:lnTo>
                    <a:pt x="792620" y="34440"/>
                  </a:lnTo>
                  <a:lnTo>
                    <a:pt x="780535" y="16516"/>
                  </a:lnTo>
                  <a:lnTo>
                    <a:pt x="762611" y="443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75953" y="4008883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59" h="338454">
                  <a:moveTo>
                    <a:pt x="0" y="56387"/>
                  </a:moveTo>
                  <a:lnTo>
                    <a:pt x="4431" y="34440"/>
                  </a:lnTo>
                  <a:lnTo>
                    <a:pt x="16516" y="16516"/>
                  </a:lnTo>
                  <a:lnTo>
                    <a:pt x="34440" y="4431"/>
                  </a:lnTo>
                  <a:lnTo>
                    <a:pt x="56388" y="0"/>
                  </a:lnTo>
                  <a:lnTo>
                    <a:pt x="740664" y="0"/>
                  </a:lnTo>
                  <a:lnTo>
                    <a:pt x="762611" y="4431"/>
                  </a:lnTo>
                  <a:lnTo>
                    <a:pt x="780535" y="16516"/>
                  </a:lnTo>
                  <a:lnTo>
                    <a:pt x="792620" y="34440"/>
                  </a:lnTo>
                  <a:lnTo>
                    <a:pt x="797052" y="56387"/>
                  </a:lnTo>
                  <a:lnTo>
                    <a:pt x="797052" y="281940"/>
                  </a:lnTo>
                  <a:lnTo>
                    <a:pt x="792620" y="303887"/>
                  </a:lnTo>
                  <a:lnTo>
                    <a:pt x="780535" y="321811"/>
                  </a:lnTo>
                  <a:lnTo>
                    <a:pt x="762611" y="333896"/>
                  </a:lnTo>
                  <a:lnTo>
                    <a:pt x="740664" y="338327"/>
                  </a:lnTo>
                  <a:lnTo>
                    <a:pt x="56388" y="338327"/>
                  </a:lnTo>
                  <a:lnTo>
                    <a:pt x="34440" y="333896"/>
                  </a:lnTo>
                  <a:lnTo>
                    <a:pt x="16516" y="321811"/>
                  </a:lnTo>
                  <a:lnTo>
                    <a:pt x="4431" y="303887"/>
                  </a:lnTo>
                  <a:lnTo>
                    <a:pt x="0" y="281940"/>
                  </a:lnTo>
                  <a:lnTo>
                    <a:pt x="0" y="5638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21550" y="3406137"/>
              <a:ext cx="330835" cy="347980"/>
            </a:xfrm>
            <a:custGeom>
              <a:avLst/>
              <a:gdLst/>
              <a:ahLst/>
              <a:cxnLst/>
              <a:rect l="l" t="t" r="r" b="b"/>
              <a:pathLst>
                <a:path w="330834" h="347979">
                  <a:moveTo>
                    <a:pt x="195707" y="0"/>
                  </a:moveTo>
                  <a:lnTo>
                    <a:pt x="162293" y="91808"/>
                  </a:lnTo>
                  <a:lnTo>
                    <a:pt x="0" y="91808"/>
                  </a:lnTo>
                  <a:lnTo>
                    <a:pt x="0" y="153301"/>
                  </a:lnTo>
                  <a:lnTo>
                    <a:pt x="139915" y="153301"/>
                  </a:lnTo>
                  <a:lnTo>
                    <a:pt x="125044" y="194170"/>
                  </a:lnTo>
                  <a:lnTo>
                    <a:pt x="0" y="194170"/>
                  </a:lnTo>
                  <a:lnTo>
                    <a:pt x="0" y="255663"/>
                  </a:lnTo>
                  <a:lnTo>
                    <a:pt x="102654" y="255663"/>
                  </a:lnTo>
                  <a:lnTo>
                    <a:pt x="76898" y="326440"/>
                  </a:lnTo>
                  <a:lnTo>
                    <a:pt x="134683" y="347471"/>
                  </a:lnTo>
                  <a:lnTo>
                    <a:pt x="168097" y="255663"/>
                  </a:lnTo>
                  <a:lnTo>
                    <a:pt x="330390" y="255663"/>
                  </a:lnTo>
                  <a:lnTo>
                    <a:pt x="330390" y="194170"/>
                  </a:lnTo>
                  <a:lnTo>
                    <a:pt x="190487" y="194170"/>
                  </a:lnTo>
                  <a:lnTo>
                    <a:pt x="205359" y="153301"/>
                  </a:lnTo>
                  <a:lnTo>
                    <a:pt x="330390" y="153301"/>
                  </a:lnTo>
                  <a:lnTo>
                    <a:pt x="330390" y="91808"/>
                  </a:lnTo>
                  <a:lnTo>
                    <a:pt x="227736" y="91808"/>
                  </a:lnTo>
                  <a:lnTo>
                    <a:pt x="253504" y="21031"/>
                  </a:lnTo>
                  <a:lnTo>
                    <a:pt x="1957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928609" y="3481577"/>
              <a:ext cx="227329" cy="395605"/>
            </a:xfrm>
            <a:custGeom>
              <a:avLst/>
              <a:gdLst/>
              <a:ahLst/>
              <a:cxnLst/>
              <a:rect l="l" t="t" r="r" b="b"/>
              <a:pathLst>
                <a:path w="227329" h="395604">
                  <a:moveTo>
                    <a:pt x="0" y="0"/>
                  </a:moveTo>
                  <a:lnTo>
                    <a:pt x="61375" y="21194"/>
                  </a:lnTo>
                  <a:lnTo>
                    <a:pt x="90813" y="46171"/>
                  </a:lnTo>
                  <a:lnTo>
                    <a:pt x="118754" y="79386"/>
                  </a:lnTo>
                  <a:lnTo>
                    <a:pt x="144699" y="119829"/>
                  </a:lnTo>
                  <a:lnTo>
                    <a:pt x="168147" y="166487"/>
                  </a:lnTo>
                  <a:lnTo>
                    <a:pt x="188600" y="218350"/>
                  </a:lnTo>
                  <a:lnTo>
                    <a:pt x="205559" y="274407"/>
                  </a:lnTo>
                  <a:lnTo>
                    <a:pt x="218525" y="333647"/>
                  </a:lnTo>
                  <a:lnTo>
                    <a:pt x="226999" y="395058"/>
                  </a:lnTo>
                </a:path>
              </a:pathLst>
            </a:custGeom>
            <a:ln w="28575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12126" y="3860798"/>
              <a:ext cx="85725" cy="88265"/>
            </a:xfrm>
            <a:custGeom>
              <a:avLst/>
              <a:gdLst/>
              <a:ahLst/>
              <a:cxnLst/>
              <a:rect l="l" t="t" r="r" b="b"/>
              <a:pathLst>
                <a:path w="85725" h="88264">
                  <a:moveTo>
                    <a:pt x="85623" y="0"/>
                  </a:moveTo>
                  <a:lnTo>
                    <a:pt x="0" y="4216"/>
                  </a:lnTo>
                  <a:lnTo>
                    <a:pt x="47028" y="87731"/>
                  </a:lnTo>
                  <a:lnTo>
                    <a:pt x="8562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423909" y="4463035"/>
              <a:ext cx="1470660" cy="433070"/>
            </a:xfrm>
            <a:custGeom>
              <a:avLst/>
              <a:gdLst/>
              <a:ahLst/>
              <a:cxnLst/>
              <a:rect l="l" t="t" r="r" b="b"/>
              <a:pathLst>
                <a:path w="1470659" h="433070">
                  <a:moveTo>
                    <a:pt x="1398524" y="0"/>
                  </a:moveTo>
                  <a:lnTo>
                    <a:pt x="72136" y="0"/>
                  </a:lnTo>
                  <a:lnTo>
                    <a:pt x="44057" y="5668"/>
                  </a:lnTo>
                  <a:lnTo>
                    <a:pt x="21128" y="21128"/>
                  </a:lnTo>
                  <a:lnTo>
                    <a:pt x="5668" y="44057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58"/>
                  </a:lnTo>
                  <a:lnTo>
                    <a:pt x="21128" y="411687"/>
                  </a:lnTo>
                  <a:lnTo>
                    <a:pt x="44057" y="427147"/>
                  </a:lnTo>
                  <a:lnTo>
                    <a:pt x="72136" y="432816"/>
                  </a:lnTo>
                  <a:lnTo>
                    <a:pt x="1398524" y="432816"/>
                  </a:lnTo>
                  <a:lnTo>
                    <a:pt x="1426602" y="427147"/>
                  </a:lnTo>
                  <a:lnTo>
                    <a:pt x="1449531" y="411687"/>
                  </a:lnTo>
                  <a:lnTo>
                    <a:pt x="1464991" y="388758"/>
                  </a:lnTo>
                  <a:lnTo>
                    <a:pt x="1470660" y="360680"/>
                  </a:lnTo>
                  <a:lnTo>
                    <a:pt x="1470660" y="72136"/>
                  </a:lnTo>
                  <a:lnTo>
                    <a:pt x="1464991" y="44057"/>
                  </a:lnTo>
                  <a:lnTo>
                    <a:pt x="1449531" y="21128"/>
                  </a:lnTo>
                  <a:lnTo>
                    <a:pt x="1426602" y="5668"/>
                  </a:lnTo>
                  <a:lnTo>
                    <a:pt x="139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23909" y="4463035"/>
              <a:ext cx="1470660" cy="433070"/>
            </a:xfrm>
            <a:custGeom>
              <a:avLst/>
              <a:gdLst/>
              <a:ahLst/>
              <a:cxnLst/>
              <a:rect l="l" t="t" r="r" b="b"/>
              <a:pathLst>
                <a:path w="1470659" h="433070">
                  <a:moveTo>
                    <a:pt x="0" y="72136"/>
                  </a:moveTo>
                  <a:lnTo>
                    <a:pt x="5668" y="44057"/>
                  </a:lnTo>
                  <a:lnTo>
                    <a:pt x="21128" y="21128"/>
                  </a:lnTo>
                  <a:lnTo>
                    <a:pt x="44057" y="5668"/>
                  </a:lnTo>
                  <a:lnTo>
                    <a:pt x="72136" y="0"/>
                  </a:lnTo>
                  <a:lnTo>
                    <a:pt x="1398524" y="0"/>
                  </a:lnTo>
                  <a:lnTo>
                    <a:pt x="1426602" y="5668"/>
                  </a:lnTo>
                  <a:lnTo>
                    <a:pt x="1449531" y="21128"/>
                  </a:lnTo>
                  <a:lnTo>
                    <a:pt x="1464991" y="44057"/>
                  </a:lnTo>
                  <a:lnTo>
                    <a:pt x="1470660" y="72136"/>
                  </a:lnTo>
                  <a:lnTo>
                    <a:pt x="1470660" y="360680"/>
                  </a:lnTo>
                  <a:lnTo>
                    <a:pt x="1464991" y="388758"/>
                  </a:lnTo>
                  <a:lnTo>
                    <a:pt x="1449531" y="411687"/>
                  </a:lnTo>
                  <a:lnTo>
                    <a:pt x="1426602" y="427147"/>
                  </a:lnTo>
                  <a:lnTo>
                    <a:pt x="1398524" y="432816"/>
                  </a:lnTo>
                  <a:lnTo>
                    <a:pt x="72136" y="432816"/>
                  </a:lnTo>
                  <a:lnTo>
                    <a:pt x="44057" y="427147"/>
                  </a:lnTo>
                  <a:lnTo>
                    <a:pt x="21128" y="411687"/>
                  </a:lnTo>
                  <a:lnTo>
                    <a:pt x="5668" y="388758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9049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351519" y="3875533"/>
              <a:ext cx="1645920" cy="553720"/>
            </a:xfrm>
            <a:custGeom>
              <a:avLst/>
              <a:gdLst/>
              <a:ahLst/>
              <a:cxnLst/>
              <a:rect l="l" t="t" r="r" b="b"/>
              <a:pathLst>
                <a:path w="1645920" h="553720">
                  <a:moveTo>
                    <a:pt x="1553718" y="0"/>
                  </a:moveTo>
                  <a:lnTo>
                    <a:pt x="92202" y="0"/>
                  </a:lnTo>
                  <a:lnTo>
                    <a:pt x="56310" y="7244"/>
                  </a:lnTo>
                  <a:lnTo>
                    <a:pt x="27003" y="27003"/>
                  </a:lnTo>
                  <a:lnTo>
                    <a:pt x="7244" y="56310"/>
                  </a:lnTo>
                  <a:lnTo>
                    <a:pt x="0" y="92201"/>
                  </a:lnTo>
                  <a:lnTo>
                    <a:pt x="0" y="461009"/>
                  </a:lnTo>
                  <a:lnTo>
                    <a:pt x="7244" y="496896"/>
                  </a:lnTo>
                  <a:lnTo>
                    <a:pt x="27003" y="526203"/>
                  </a:lnTo>
                  <a:lnTo>
                    <a:pt x="56310" y="545965"/>
                  </a:lnTo>
                  <a:lnTo>
                    <a:pt x="92202" y="553211"/>
                  </a:lnTo>
                  <a:lnTo>
                    <a:pt x="1553718" y="553211"/>
                  </a:lnTo>
                  <a:lnTo>
                    <a:pt x="1589609" y="545965"/>
                  </a:lnTo>
                  <a:lnTo>
                    <a:pt x="1618916" y="526203"/>
                  </a:lnTo>
                  <a:lnTo>
                    <a:pt x="1638675" y="496896"/>
                  </a:lnTo>
                  <a:lnTo>
                    <a:pt x="1645920" y="461009"/>
                  </a:lnTo>
                  <a:lnTo>
                    <a:pt x="1645920" y="92201"/>
                  </a:lnTo>
                  <a:lnTo>
                    <a:pt x="1638675" y="56310"/>
                  </a:lnTo>
                  <a:lnTo>
                    <a:pt x="1618916" y="27003"/>
                  </a:lnTo>
                  <a:lnTo>
                    <a:pt x="1589609" y="7244"/>
                  </a:lnTo>
                  <a:lnTo>
                    <a:pt x="15537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19337" y="3952495"/>
              <a:ext cx="1475740" cy="433070"/>
            </a:xfrm>
            <a:custGeom>
              <a:avLst/>
              <a:gdLst/>
              <a:ahLst/>
              <a:cxnLst/>
              <a:rect l="l" t="t" r="r" b="b"/>
              <a:pathLst>
                <a:path w="1475740" h="433070">
                  <a:moveTo>
                    <a:pt x="1403096" y="0"/>
                  </a:moveTo>
                  <a:lnTo>
                    <a:pt x="72136" y="0"/>
                  </a:lnTo>
                  <a:lnTo>
                    <a:pt x="44057" y="5668"/>
                  </a:lnTo>
                  <a:lnTo>
                    <a:pt x="21128" y="21128"/>
                  </a:lnTo>
                  <a:lnTo>
                    <a:pt x="5668" y="44057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58"/>
                  </a:lnTo>
                  <a:lnTo>
                    <a:pt x="21128" y="411687"/>
                  </a:lnTo>
                  <a:lnTo>
                    <a:pt x="44057" y="427147"/>
                  </a:lnTo>
                  <a:lnTo>
                    <a:pt x="72136" y="432816"/>
                  </a:lnTo>
                  <a:lnTo>
                    <a:pt x="1403096" y="432816"/>
                  </a:lnTo>
                  <a:lnTo>
                    <a:pt x="1431174" y="427147"/>
                  </a:lnTo>
                  <a:lnTo>
                    <a:pt x="1454103" y="411687"/>
                  </a:lnTo>
                  <a:lnTo>
                    <a:pt x="1469563" y="388758"/>
                  </a:lnTo>
                  <a:lnTo>
                    <a:pt x="1475232" y="360680"/>
                  </a:lnTo>
                  <a:lnTo>
                    <a:pt x="1475232" y="72136"/>
                  </a:lnTo>
                  <a:lnTo>
                    <a:pt x="1469563" y="44057"/>
                  </a:lnTo>
                  <a:lnTo>
                    <a:pt x="1454103" y="21128"/>
                  </a:lnTo>
                  <a:lnTo>
                    <a:pt x="1431174" y="5668"/>
                  </a:lnTo>
                  <a:lnTo>
                    <a:pt x="1403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19337" y="3952495"/>
              <a:ext cx="1475740" cy="433070"/>
            </a:xfrm>
            <a:custGeom>
              <a:avLst/>
              <a:gdLst/>
              <a:ahLst/>
              <a:cxnLst/>
              <a:rect l="l" t="t" r="r" b="b"/>
              <a:pathLst>
                <a:path w="1475740" h="433070">
                  <a:moveTo>
                    <a:pt x="0" y="72136"/>
                  </a:moveTo>
                  <a:lnTo>
                    <a:pt x="5668" y="44057"/>
                  </a:lnTo>
                  <a:lnTo>
                    <a:pt x="21128" y="21128"/>
                  </a:lnTo>
                  <a:lnTo>
                    <a:pt x="44057" y="5668"/>
                  </a:lnTo>
                  <a:lnTo>
                    <a:pt x="72136" y="0"/>
                  </a:lnTo>
                  <a:lnTo>
                    <a:pt x="1403096" y="0"/>
                  </a:lnTo>
                  <a:lnTo>
                    <a:pt x="1431174" y="5668"/>
                  </a:lnTo>
                  <a:lnTo>
                    <a:pt x="1454103" y="21128"/>
                  </a:lnTo>
                  <a:lnTo>
                    <a:pt x="1469563" y="44057"/>
                  </a:lnTo>
                  <a:lnTo>
                    <a:pt x="1475232" y="72136"/>
                  </a:lnTo>
                  <a:lnTo>
                    <a:pt x="1475232" y="360680"/>
                  </a:lnTo>
                  <a:lnTo>
                    <a:pt x="1469563" y="388758"/>
                  </a:lnTo>
                  <a:lnTo>
                    <a:pt x="1454103" y="411687"/>
                  </a:lnTo>
                  <a:lnTo>
                    <a:pt x="1431174" y="427147"/>
                  </a:lnTo>
                  <a:lnTo>
                    <a:pt x="1403096" y="432816"/>
                  </a:lnTo>
                  <a:lnTo>
                    <a:pt x="72136" y="432816"/>
                  </a:lnTo>
                  <a:lnTo>
                    <a:pt x="44057" y="427147"/>
                  </a:lnTo>
                  <a:lnTo>
                    <a:pt x="21128" y="411687"/>
                  </a:lnTo>
                  <a:lnTo>
                    <a:pt x="5668" y="388758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904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615474" y="4038184"/>
            <a:ext cx="1082675" cy="770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7" baseline="1736" dirty="0">
                <a:solidFill>
                  <a:srgbClr val="00B050"/>
                </a:solidFill>
                <a:latin typeface="Segoe UI"/>
                <a:cs typeface="Segoe UI"/>
              </a:rPr>
              <a:t>A</a:t>
            </a:r>
            <a:r>
              <a:rPr sz="2400" b="1" spc="-30" baseline="1736" dirty="0">
                <a:solidFill>
                  <a:srgbClr val="00B050"/>
                </a:solidFill>
                <a:latin typeface="Segoe UI"/>
                <a:cs typeface="Segoe UI"/>
              </a:rPr>
              <a:t>p</a:t>
            </a:r>
            <a:r>
              <a:rPr sz="2400" b="1" spc="-1012" baseline="1736" dirty="0">
                <a:solidFill>
                  <a:srgbClr val="00B050"/>
                </a:solidFill>
                <a:latin typeface="Segoe UI"/>
                <a:cs typeface="Segoe UI"/>
              </a:rPr>
              <a:t>p</a:t>
            </a:r>
            <a:r>
              <a:rPr sz="1600" b="1" spc="-600" dirty="0">
                <a:solidFill>
                  <a:srgbClr val="FF0000"/>
                </a:solidFill>
                <a:latin typeface="Segoe UI"/>
                <a:cs typeface="Segoe UI"/>
              </a:rPr>
              <a:t>?</a:t>
            </a:r>
            <a:r>
              <a:rPr sz="2400" b="1" spc="-600" baseline="3472" dirty="0">
                <a:solidFill>
                  <a:srgbClr val="FF0000"/>
                </a:solidFill>
                <a:latin typeface="Segoe UI"/>
                <a:cs typeface="Segoe UI"/>
              </a:rPr>
              <a:t>2</a:t>
            </a:r>
            <a:r>
              <a:rPr sz="2400" b="1" spc="-1320" baseline="1736" dirty="0">
                <a:solidFill>
                  <a:srgbClr val="00B050"/>
                </a:solidFill>
                <a:latin typeface="Segoe UI"/>
                <a:cs typeface="Segoe UI"/>
              </a:rPr>
              <a:t>S</a:t>
            </a:r>
            <a:r>
              <a:rPr sz="1600" b="1" spc="-370" dirty="0">
                <a:solidFill>
                  <a:srgbClr val="FF0000"/>
                </a:solidFill>
                <a:latin typeface="Segoe UI"/>
                <a:cs typeface="Segoe UI"/>
              </a:rPr>
              <a:t>?</a:t>
            </a:r>
            <a:r>
              <a:rPr sz="2400" b="1" spc="-892" baseline="3472" dirty="0">
                <a:solidFill>
                  <a:srgbClr val="FF0000"/>
                </a:solidFill>
                <a:latin typeface="Segoe UI"/>
                <a:cs typeface="Segoe UI"/>
              </a:rPr>
              <a:t>5</a:t>
            </a:r>
            <a:r>
              <a:rPr sz="1600" b="1" spc="-555" dirty="0">
                <a:solidFill>
                  <a:srgbClr val="FF0000"/>
                </a:solidFill>
                <a:latin typeface="Segoe UI"/>
                <a:cs typeface="Segoe UI"/>
              </a:rPr>
              <a:t>?</a:t>
            </a:r>
            <a:r>
              <a:rPr sz="2400" b="1" spc="-794" baseline="1736" dirty="0">
                <a:solidFill>
                  <a:srgbClr val="00B050"/>
                </a:solidFill>
                <a:latin typeface="Segoe UI"/>
                <a:cs typeface="Segoe UI"/>
              </a:rPr>
              <a:t>K</a:t>
            </a:r>
            <a:r>
              <a:rPr sz="1600" b="1" spc="-135" dirty="0">
                <a:solidFill>
                  <a:srgbClr val="FF0000"/>
                </a:solidFill>
                <a:latin typeface="Segoe UI"/>
                <a:cs typeface="Segoe UI"/>
              </a:rPr>
              <a:t>°</a:t>
            </a:r>
            <a:r>
              <a:rPr sz="2400" b="1" spc="-1132" baseline="1736" dirty="0">
                <a:solidFill>
                  <a:srgbClr val="00B050"/>
                </a:solidFill>
                <a:latin typeface="Segoe UI"/>
                <a:cs typeface="Segoe UI"/>
              </a:rPr>
              <a:t>e</a:t>
            </a:r>
            <a:r>
              <a:rPr sz="1600" b="1" spc="-275" dirty="0">
                <a:solidFill>
                  <a:srgbClr val="FF0000"/>
                </a:solidFill>
                <a:latin typeface="Segoe UI"/>
                <a:cs typeface="Segoe UI"/>
              </a:rPr>
              <a:t>C</a:t>
            </a:r>
            <a:r>
              <a:rPr sz="2400" b="1" spc="-7" baseline="1736" dirty="0">
                <a:solidFill>
                  <a:srgbClr val="00B050"/>
                </a:solidFill>
                <a:latin typeface="Segoe UI"/>
                <a:cs typeface="Segoe UI"/>
              </a:rPr>
              <a:t>y</a:t>
            </a:r>
            <a:r>
              <a:rPr sz="2400" b="1" spc="-30" baseline="1736" dirty="0">
                <a:solidFill>
                  <a:srgbClr val="00B050"/>
                </a:solidFill>
                <a:latin typeface="Segoe UI"/>
                <a:cs typeface="Segoe UI"/>
              </a:rPr>
              <a:t>_</a:t>
            </a:r>
            <a:r>
              <a:rPr sz="2400" b="1" spc="-15" baseline="1736" dirty="0">
                <a:solidFill>
                  <a:srgbClr val="00B050"/>
                </a:solidFill>
                <a:latin typeface="Segoe UI"/>
                <a:cs typeface="Segoe UI"/>
              </a:rPr>
              <a:t>1</a:t>
            </a:r>
            <a:endParaRPr sz="2400" baseline="1736">
              <a:latin typeface="Segoe UI"/>
              <a:cs typeface="Segoe UI"/>
            </a:endParaRPr>
          </a:p>
          <a:p>
            <a:pPr marL="21590">
              <a:lnSpc>
                <a:spcPct val="100000"/>
              </a:lnSpc>
              <a:spcBef>
                <a:spcPts val="2030"/>
              </a:spcBef>
            </a:pPr>
            <a:r>
              <a:rPr sz="1600" b="1" spc="-10" dirty="0">
                <a:solidFill>
                  <a:srgbClr val="ED7D31"/>
                </a:solidFill>
                <a:latin typeface="Segoe UI"/>
                <a:cs typeface="Segoe UI"/>
              </a:rPr>
              <a:t>DevAddr_1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12925" y="5977891"/>
            <a:ext cx="1470660" cy="433070"/>
          </a:xfrm>
          <a:custGeom>
            <a:avLst/>
            <a:gdLst/>
            <a:ahLst/>
            <a:cxnLst/>
            <a:rect l="l" t="t" r="r" b="b"/>
            <a:pathLst>
              <a:path w="1470660" h="433070">
                <a:moveTo>
                  <a:pt x="0" y="72135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398524" y="0"/>
                </a:lnTo>
                <a:lnTo>
                  <a:pt x="1426602" y="5668"/>
                </a:lnTo>
                <a:lnTo>
                  <a:pt x="1449531" y="21128"/>
                </a:lnTo>
                <a:lnTo>
                  <a:pt x="1464991" y="44057"/>
                </a:lnTo>
                <a:lnTo>
                  <a:pt x="1470660" y="72135"/>
                </a:lnTo>
                <a:lnTo>
                  <a:pt x="1470660" y="360679"/>
                </a:lnTo>
                <a:lnTo>
                  <a:pt x="1464991" y="388758"/>
                </a:lnTo>
                <a:lnTo>
                  <a:pt x="1449531" y="411687"/>
                </a:lnTo>
                <a:lnTo>
                  <a:pt x="1426602" y="427147"/>
                </a:lnTo>
                <a:lnTo>
                  <a:pt x="1398524" y="432815"/>
                </a:lnTo>
                <a:lnTo>
                  <a:pt x="72136" y="432815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79"/>
                </a:lnTo>
                <a:lnTo>
                  <a:pt x="0" y="72135"/>
                </a:lnTo>
                <a:close/>
              </a:path>
            </a:pathLst>
          </a:custGeom>
          <a:ln w="19049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486015" y="6054274"/>
            <a:ext cx="1123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2060"/>
                </a:solidFill>
                <a:latin typeface="Segoe UI"/>
                <a:cs typeface="Segoe UI"/>
              </a:rPr>
              <a:t>NwkSKey_2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964560" y="5500498"/>
            <a:ext cx="824230" cy="916940"/>
            <a:chOff x="2964560" y="5500498"/>
            <a:chExt cx="824230" cy="916940"/>
          </a:xfrm>
        </p:grpSpPr>
        <p:sp>
          <p:nvSpPr>
            <p:cNvPr id="47" name="object 47"/>
            <p:cNvSpPr/>
            <p:nvPr/>
          </p:nvSpPr>
          <p:spPr>
            <a:xfrm>
              <a:off x="2981705" y="6069331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60" h="338454">
                  <a:moveTo>
                    <a:pt x="0" y="56387"/>
                  </a:moveTo>
                  <a:lnTo>
                    <a:pt x="4431" y="34440"/>
                  </a:lnTo>
                  <a:lnTo>
                    <a:pt x="16516" y="16516"/>
                  </a:lnTo>
                  <a:lnTo>
                    <a:pt x="34440" y="4431"/>
                  </a:lnTo>
                  <a:lnTo>
                    <a:pt x="56388" y="0"/>
                  </a:lnTo>
                  <a:lnTo>
                    <a:pt x="740664" y="0"/>
                  </a:lnTo>
                  <a:lnTo>
                    <a:pt x="762611" y="4431"/>
                  </a:lnTo>
                  <a:lnTo>
                    <a:pt x="780535" y="16516"/>
                  </a:lnTo>
                  <a:lnTo>
                    <a:pt x="792620" y="34440"/>
                  </a:lnTo>
                  <a:lnTo>
                    <a:pt x="797052" y="56387"/>
                  </a:lnTo>
                  <a:lnTo>
                    <a:pt x="797052" y="281939"/>
                  </a:lnTo>
                  <a:lnTo>
                    <a:pt x="792620" y="303887"/>
                  </a:lnTo>
                  <a:lnTo>
                    <a:pt x="780535" y="321811"/>
                  </a:lnTo>
                  <a:lnTo>
                    <a:pt x="762611" y="333896"/>
                  </a:lnTo>
                  <a:lnTo>
                    <a:pt x="740664" y="338327"/>
                  </a:lnTo>
                  <a:lnTo>
                    <a:pt x="56388" y="338327"/>
                  </a:lnTo>
                  <a:lnTo>
                    <a:pt x="34440" y="333896"/>
                  </a:lnTo>
                  <a:lnTo>
                    <a:pt x="16516" y="321811"/>
                  </a:lnTo>
                  <a:lnTo>
                    <a:pt x="4431" y="303887"/>
                  </a:lnTo>
                  <a:lnTo>
                    <a:pt x="0" y="281939"/>
                  </a:lnTo>
                  <a:lnTo>
                    <a:pt x="0" y="5638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74085" y="5510023"/>
              <a:ext cx="798830" cy="338455"/>
            </a:xfrm>
            <a:custGeom>
              <a:avLst/>
              <a:gdLst/>
              <a:ahLst/>
              <a:cxnLst/>
              <a:rect l="l" t="t" r="r" b="b"/>
              <a:pathLst>
                <a:path w="798829" h="338454">
                  <a:moveTo>
                    <a:pt x="0" y="56388"/>
                  </a:moveTo>
                  <a:lnTo>
                    <a:pt x="4431" y="34440"/>
                  </a:lnTo>
                  <a:lnTo>
                    <a:pt x="16516" y="16516"/>
                  </a:lnTo>
                  <a:lnTo>
                    <a:pt x="34440" y="4431"/>
                  </a:lnTo>
                  <a:lnTo>
                    <a:pt x="56388" y="0"/>
                  </a:lnTo>
                  <a:lnTo>
                    <a:pt x="742188" y="0"/>
                  </a:lnTo>
                  <a:lnTo>
                    <a:pt x="764135" y="4431"/>
                  </a:lnTo>
                  <a:lnTo>
                    <a:pt x="782059" y="16516"/>
                  </a:lnTo>
                  <a:lnTo>
                    <a:pt x="794144" y="34440"/>
                  </a:lnTo>
                  <a:lnTo>
                    <a:pt x="798576" y="56388"/>
                  </a:lnTo>
                  <a:lnTo>
                    <a:pt x="798576" y="281940"/>
                  </a:lnTo>
                  <a:lnTo>
                    <a:pt x="794144" y="303887"/>
                  </a:lnTo>
                  <a:lnTo>
                    <a:pt x="782059" y="321811"/>
                  </a:lnTo>
                  <a:lnTo>
                    <a:pt x="764135" y="333896"/>
                  </a:lnTo>
                  <a:lnTo>
                    <a:pt x="742188" y="338328"/>
                  </a:lnTo>
                  <a:lnTo>
                    <a:pt x="56388" y="338328"/>
                  </a:lnTo>
                  <a:lnTo>
                    <a:pt x="34440" y="333896"/>
                  </a:lnTo>
                  <a:lnTo>
                    <a:pt x="16516" y="321811"/>
                  </a:lnTo>
                  <a:lnTo>
                    <a:pt x="4431" y="303887"/>
                  </a:lnTo>
                  <a:lnTo>
                    <a:pt x="0" y="281940"/>
                  </a:lnTo>
                  <a:lnTo>
                    <a:pt x="0" y="563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81705" y="6069331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60" h="338454">
                  <a:moveTo>
                    <a:pt x="740664" y="0"/>
                  </a:moveTo>
                  <a:lnTo>
                    <a:pt x="56388" y="0"/>
                  </a:lnTo>
                  <a:lnTo>
                    <a:pt x="34440" y="4431"/>
                  </a:lnTo>
                  <a:lnTo>
                    <a:pt x="16516" y="16516"/>
                  </a:lnTo>
                  <a:lnTo>
                    <a:pt x="4431" y="34440"/>
                  </a:lnTo>
                  <a:lnTo>
                    <a:pt x="0" y="56387"/>
                  </a:lnTo>
                  <a:lnTo>
                    <a:pt x="0" y="281939"/>
                  </a:lnTo>
                  <a:lnTo>
                    <a:pt x="4431" y="303887"/>
                  </a:lnTo>
                  <a:lnTo>
                    <a:pt x="16516" y="321811"/>
                  </a:lnTo>
                  <a:lnTo>
                    <a:pt x="34440" y="333896"/>
                  </a:lnTo>
                  <a:lnTo>
                    <a:pt x="56388" y="338327"/>
                  </a:lnTo>
                  <a:lnTo>
                    <a:pt x="740664" y="338327"/>
                  </a:lnTo>
                  <a:lnTo>
                    <a:pt x="762611" y="333896"/>
                  </a:lnTo>
                  <a:lnTo>
                    <a:pt x="780535" y="321811"/>
                  </a:lnTo>
                  <a:lnTo>
                    <a:pt x="792620" y="303887"/>
                  </a:lnTo>
                  <a:lnTo>
                    <a:pt x="797052" y="281939"/>
                  </a:lnTo>
                  <a:lnTo>
                    <a:pt x="797052" y="56387"/>
                  </a:lnTo>
                  <a:lnTo>
                    <a:pt x="792620" y="34440"/>
                  </a:lnTo>
                  <a:lnTo>
                    <a:pt x="780535" y="16516"/>
                  </a:lnTo>
                  <a:lnTo>
                    <a:pt x="762611" y="443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81705" y="6069331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60" h="338454">
                  <a:moveTo>
                    <a:pt x="0" y="56387"/>
                  </a:moveTo>
                  <a:lnTo>
                    <a:pt x="4431" y="34440"/>
                  </a:lnTo>
                  <a:lnTo>
                    <a:pt x="16516" y="16516"/>
                  </a:lnTo>
                  <a:lnTo>
                    <a:pt x="34440" y="4431"/>
                  </a:lnTo>
                  <a:lnTo>
                    <a:pt x="56388" y="0"/>
                  </a:lnTo>
                  <a:lnTo>
                    <a:pt x="740664" y="0"/>
                  </a:lnTo>
                  <a:lnTo>
                    <a:pt x="762611" y="4431"/>
                  </a:lnTo>
                  <a:lnTo>
                    <a:pt x="780535" y="16516"/>
                  </a:lnTo>
                  <a:lnTo>
                    <a:pt x="792620" y="34440"/>
                  </a:lnTo>
                  <a:lnTo>
                    <a:pt x="797052" y="56387"/>
                  </a:lnTo>
                  <a:lnTo>
                    <a:pt x="797052" y="281939"/>
                  </a:lnTo>
                  <a:lnTo>
                    <a:pt x="792620" y="303887"/>
                  </a:lnTo>
                  <a:lnTo>
                    <a:pt x="780535" y="321811"/>
                  </a:lnTo>
                  <a:lnTo>
                    <a:pt x="762611" y="333896"/>
                  </a:lnTo>
                  <a:lnTo>
                    <a:pt x="740664" y="338327"/>
                  </a:lnTo>
                  <a:lnTo>
                    <a:pt x="56388" y="338327"/>
                  </a:lnTo>
                  <a:lnTo>
                    <a:pt x="34440" y="333896"/>
                  </a:lnTo>
                  <a:lnTo>
                    <a:pt x="16516" y="321811"/>
                  </a:lnTo>
                  <a:lnTo>
                    <a:pt x="4431" y="303887"/>
                  </a:lnTo>
                  <a:lnTo>
                    <a:pt x="0" y="281939"/>
                  </a:lnTo>
                  <a:lnTo>
                    <a:pt x="0" y="5638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088159" y="6099177"/>
            <a:ext cx="581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0000"/>
                </a:solidFill>
                <a:latin typeface="Segoe UI"/>
                <a:cs typeface="Segoe UI"/>
              </a:rPr>
              <a:t>100°C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769298" y="5500498"/>
            <a:ext cx="1377315" cy="708025"/>
            <a:chOff x="2769298" y="5500498"/>
            <a:chExt cx="1377315" cy="708025"/>
          </a:xfrm>
        </p:grpSpPr>
        <p:sp>
          <p:nvSpPr>
            <p:cNvPr id="53" name="object 53"/>
            <p:cNvSpPr/>
            <p:nvPr/>
          </p:nvSpPr>
          <p:spPr>
            <a:xfrm>
              <a:off x="2981705" y="5510023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60" h="338454">
                  <a:moveTo>
                    <a:pt x="740664" y="0"/>
                  </a:moveTo>
                  <a:lnTo>
                    <a:pt x="56388" y="0"/>
                  </a:lnTo>
                  <a:lnTo>
                    <a:pt x="34440" y="4431"/>
                  </a:lnTo>
                  <a:lnTo>
                    <a:pt x="16516" y="16516"/>
                  </a:lnTo>
                  <a:lnTo>
                    <a:pt x="4431" y="34440"/>
                  </a:lnTo>
                  <a:lnTo>
                    <a:pt x="0" y="56388"/>
                  </a:lnTo>
                  <a:lnTo>
                    <a:pt x="0" y="281940"/>
                  </a:lnTo>
                  <a:lnTo>
                    <a:pt x="4431" y="303887"/>
                  </a:lnTo>
                  <a:lnTo>
                    <a:pt x="16516" y="321811"/>
                  </a:lnTo>
                  <a:lnTo>
                    <a:pt x="34440" y="333896"/>
                  </a:lnTo>
                  <a:lnTo>
                    <a:pt x="56388" y="338328"/>
                  </a:lnTo>
                  <a:lnTo>
                    <a:pt x="740664" y="338328"/>
                  </a:lnTo>
                  <a:lnTo>
                    <a:pt x="762611" y="333896"/>
                  </a:lnTo>
                  <a:lnTo>
                    <a:pt x="780535" y="321811"/>
                  </a:lnTo>
                  <a:lnTo>
                    <a:pt x="792620" y="303887"/>
                  </a:lnTo>
                  <a:lnTo>
                    <a:pt x="797052" y="281940"/>
                  </a:lnTo>
                  <a:lnTo>
                    <a:pt x="797052" y="56388"/>
                  </a:lnTo>
                  <a:lnTo>
                    <a:pt x="792620" y="34440"/>
                  </a:lnTo>
                  <a:lnTo>
                    <a:pt x="780535" y="16516"/>
                  </a:lnTo>
                  <a:lnTo>
                    <a:pt x="762611" y="4431"/>
                  </a:lnTo>
                  <a:lnTo>
                    <a:pt x="74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981705" y="5510023"/>
              <a:ext cx="797560" cy="338455"/>
            </a:xfrm>
            <a:custGeom>
              <a:avLst/>
              <a:gdLst/>
              <a:ahLst/>
              <a:cxnLst/>
              <a:rect l="l" t="t" r="r" b="b"/>
              <a:pathLst>
                <a:path w="797560" h="338454">
                  <a:moveTo>
                    <a:pt x="0" y="56388"/>
                  </a:moveTo>
                  <a:lnTo>
                    <a:pt x="4431" y="34440"/>
                  </a:lnTo>
                  <a:lnTo>
                    <a:pt x="16516" y="16516"/>
                  </a:lnTo>
                  <a:lnTo>
                    <a:pt x="34440" y="4431"/>
                  </a:lnTo>
                  <a:lnTo>
                    <a:pt x="56388" y="0"/>
                  </a:lnTo>
                  <a:lnTo>
                    <a:pt x="740664" y="0"/>
                  </a:lnTo>
                  <a:lnTo>
                    <a:pt x="762611" y="4431"/>
                  </a:lnTo>
                  <a:lnTo>
                    <a:pt x="780535" y="16516"/>
                  </a:lnTo>
                  <a:lnTo>
                    <a:pt x="792620" y="34440"/>
                  </a:lnTo>
                  <a:lnTo>
                    <a:pt x="797052" y="56388"/>
                  </a:lnTo>
                  <a:lnTo>
                    <a:pt x="797052" y="281940"/>
                  </a:lnTo>
                  <a:lnTo>
                    <a:pt x="792620" y="303887"/>
                  </a:lnTo>
                  <a:lnTo>
                    <a:pt x="780535" y="321811"/>
                  </a:lnTo>
                  <a:lnTo>
                    <a:pt x="762611" y="333896"/>
                  </a:lnTo>
                  <a:lnTo>
                    <a:pt x="740664" y="338328"/>
                  </a:lnTo>
                  <a:lnTo>
                    <a:pt x="56388" y="338328"/>
                  </a:lnTo>
                  <a:lnTo>
                    <a:pt x="34440" y="333896"/>
                  </a:lnTo>
                  <a:lnTo>
                    <a:pt x="16516" y="321811"/>
                  </a:lnTo>
                  <a:lnTo>
                    <a:pt x="4431" y="303887"/>
                  </a:lnTo>
                  <a:lnTo>
                    <a:pt x="0" y="281940"/>
                  </a:lnTo>
                  <a:lnTo>
                    <a:pt x="0" y="5638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83585" y="5914354"/>
              <a:ext cx="1167765" cy="280035"/>
            </a:xfrm>
            <a:custGeom>
              <a:avLst/>
              <a:gdLst/>
              <a:ahLst/>
              <a:cxnLst/>
              <a:rect l="l" t="t" r="r" b="b"/>
              <a:pathLst>
                <a:path w="1167764" h="280035">
                  <a:moveTo>
                    <a:pt x="0" y="279653"/>
                  </a:moveTo>
                  <a:lnTo>
                    <a:pt x="62542" y="279030"/>
                  </a:lnTo>
                  <a:lnTo>
                    <a:pt x="124932" y="277189"/>
                  </a:lnTo>
                  <a:lnTo>
                    <a:pt x="187018" y="274174"/>
                  </a:lnTo>
                  <a:lnTo>
                    <a:pt x="248648" y="270030"/>
                  </a:lnTo>
                  <a:lnTo>
                    <a:pt x="309668" y="264800"/>
                  </a:lnTo>
                  <a:lnTo>
                    <a:pt x="369927" y="258528"/>
                  </a:lnTo>
                  <a:lnTo>
                    <a:pt x="429273" y="251259"/>
                  </a:lnTo>
                  <a:lnTo>
                    <a:pt x="487554" y="243037"/>
                  </a:lnTo>
                  <a:lnTo>
                    <a:pt x="544616" y="233905"/>
                  </a:lnTo>
                  <a:lnTo>
                    <a:pt x="600308" y="223907"/>
                  </a:lnTo>
                  <a:lnTo>
                    <a:pt x="654478" y="213087"/>
                  </a:lnTo>
                  <a:lnTo>
                    <a:pt x="706973" y="201491"/>
                  </a:lnTo>
                  <a:lnTo>
                    <a:pt x="757641" y="189160"/>
                  </a:lnTo>
                  <a:lnTo>
                    <a:pt x="806330" y="176140"/>
                  </a:lnTo>
                  <a:lnTo>
                    <a:pt x="852888" y="162475"/>
                  </a:lnTo>
                  <a:lnTo>
                    <a:pt x="897162" y="148208"/>
                  </a:lnTo>
                  <a:lnTo>
                    <a:pt x="939000" y="133384"/>
                  </a:lnTo>
                  <a:lnTo>
                    <a:pt x="978249" y="118046"/>
                  </a:lnTo>
                  <a:lnTo>
                    <a:pt x="1014759" y="102238"/>
                  </a:lnTo>
                  <a:lnTo>
                    <a:pt x="1078947" y="69391"/>
                  </a:lnTo>
                  <a:lnTo>
                    <a:pt x="1130346" y="35194"/>
                  </a:lnTo>
                  <a:lnTo>
                    <a:pt x="1150870" y="17700"/>
                  </a:lnTo>
                  <a:lnTo>
                    <a:pt x="1167739" y="0"/>
                  </a:lnTo>
                </a:path>
              </a:pathLst>
            </a:custGeom>
            <a:ln w="28575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06415" y="5848347"/>
              <a:ext cx="79375" cy="95885"/>
            </a:xfrm>
            <a:custGeom>
              <a:avLst/>
              <a:gdLst/>
              <a:ahLst/>
              <a:cxnLst/>
              <a:rect l="l" t="t" r="r" b="b"/>
              <a:pathLst>
                <a:path w="79375" h="95885">
                  <a:moveTo>
                    <a:pt x="73050" y="0"/>
                  </a:moveTo>
                  <a:lnTo>
                    <a:pt x="0" y="62052"/>
                  </a:lnTo>
                  <a:lnTo>
                    <a:pt x="78866" y="95669"/>
                  </a:lnTo>
                  <a:lnTo>
                    <a:pt x="7305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22953" y="5510023"/>
              <a:ext cx="314325" cy="338455"/>
            </a:xfrm>
            <a:custGeom>
              <a:avLst/>
              <a:gdLst/>
              <a:ahLst/>
              <a:cxnLst/>
              <a:rect l="l" t="t" r="r" b="b"/>
              <a:pathLst>
                <a:path w="314325" h="338454">
                  <a:moveTo>
                    <a:pt x="0" y="52324"/>
                  </a:moveTo>
                  <a:lnTo>
                    <a:pt x="4112" y="31959"/>
                  </a:lnTo>
                  <a:lnTo>
                    <a:pt x="15327" y="15327"/>
                  </a:lnTo>
                  <a:lnTo>
                    <a:pt x="31959" y="4112"/>
                  </a:lnTo>
                  <a:lnTo>
                    <a:pt x="52324" y="0"/>
                  </a:lnTo>
                  <a:lnTo>
                    <a:pt x="261620" y="0"/>
                  </a:lnTo>
                  <a:lnTo>
                    <a:pt x="281984" y="4112"/>
                  </a:lnTo>
                  <a:lnTo>
                    <a:pt x="298616" y="15327"/>
                  </a:lnTo>
                  <a:lnTo>
                    <a:pt x="309831" y="31959"/>
                  </a:lnTo>
                  <a:lnTo>
                    <a:pt x="313944" y="52324"/>
                  </a:lnTo>
                  <a:lnTo>
                    <a:pt x="313944" y="286004"/>
                  </a:lnTo>
                  <a:lnTo>
                    <a:pt x="309831" y="306368"/>
                  </a:lnTo>
                  <a:lnTo>
                    <a:pt x="298616" y="323000"/>
                  </a:lnTo>
                  <a:lnTo>
                    <a:pt x="281984" y="334215"/>
                  </a:lnTo>
                  <a:lnTo>
                    <a:pt x="261620" y="338328"/>
                  </a:lnTo>
                  <a:lnTo>
                    <a:pt x="52324" y="338328"/>
                  </a:lnTo>
                  <a:lnTo>
                    <a:pt x="31959" y="334215"/>
                  </a:lnTo>
                  <a:lnTo>
                    <a:pt x="15327" y="323000"/>
                  </a:lnTo>
                  <a:lnTo>
                    <a:pt x="4112" y="306368"/>
                  </a:lnTo>
                  <a:lnTo>
                    <a:pt x="0" y="286004"/>
                  </a:lnTo>
                  <a:lnTo>
                    <a:pt x="0" y="52324"/>
                  </a:lnTo>
                  <a:close/>
                </a:path>
              </a:pathLst>
            </a:custGeom>
            <a:ln w="1905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123211" y="5539338"/>
            <a:ext cx="935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5815" algn="l"/>
              </a:tabLst>
            </a:pPr>
            <a:r>
              <a:rPr sz="1600" b="1" spc="-20" dirty="0">
                <a:solidFill>
                  <a:srgbClr val="FF0000"/>
                </a:solidFill>
                <a:latin typeface="Segoe UI"/>
                <a:cs typeface="Segoe UI"/>
              </a:rPr>
              <a:t>ms?#</a:t>
            </a:r>
            <a:r>
              <a:rPr sz="1600" b="1" dirty="0">
                <a:solidFill>
                  <a:srgbClr val="FF0000"/>
                </a:solidFill>
                <a:latin typeface="Segoe UI"/>
                <a:cs typeface="Segoe UI"/>
              </a:rPr>
              <a:t>	</a:t>
            </a:r>
            <a:r>
              <a:rPr sz="1600" b="1" spc="-50" dirty="0">
                <a:solidFill>
                  <a:srgbClr val="002060"/>
                </a:solidFill>
                <a:latin typeface="Segoe UI"/>
                <a:cs typeface="Segoe UI"/>
              </a:rPr>
              <a:t>2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337310" y="3787903"/>
            <a:ext cx="1470660" cy="433070"/>
          </a:xfrm>
          <a:custGeom>
            <a:avLst/>
            <a:gdLst/>
            <a:ahLst/>
            <a:cxnLst/>
            <a:rect l="l" t="t" r="r" b="b"/>
            <a:pathLst>
              <a:path w="1470660" h="433070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398524" y="0"/>
                </a:lnTo>
                <a:lnTo>
                  <a:pt x="1426602" y="5668"/>
                </a:lnTo>
                <a:lnTo>
                  <a:pt x="1449531" y="21128"/>
                </a:lnTo>
                <a:lnTo>
                  <a:pt x="1464991" y="44057"/>
                </a:lnTo>
                <a:lnTo>
                  <a:pt x="1470660" y="72136"/>
                </a:lnTo>
                <a:lnTo>
                  <a:pt x="1470660" y="360680"/>
                </a:lnTo>
                <a:lnTo>
                  <a:pt x="1464991" y="388758"/>
                </a:lnTo>
                <a:lnTo>
                  <a:pt x="1449531" y="411687"/>
                </a:lnTo>
                <a:lnTo>
                  <a:pt x="1426602" y="427147"/>
                </a:lnTo>
                <a:lnTo>
                  <a:pt x="1398524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4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537658" y="3863768"/>
            <a:ext cx="1068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ED7D31"/>
                </a:solidFill>
                <a:latin typeface="Segoe UI"/>
                <a:cs typeface="Segoe UI"/>
              </a:rPr>
              <a:t>DevAddr_1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724048" y="1851209"/>
            <a:ext cx="17233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CONFIDENTIALITY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0474962" y="1814907"/>
            <a:ext cx="417830" cy="294005"/>
          </a:xfrm>
          <a:custGeom>
            <a:avLst/>
            <a:gdLst/>
            <a:ahLst/>
            <a:cxnLst/>
            <a:rect l="l" t="t" r="r" b="b"/>
            <a:pathLst>
              <a:path w="417829" h="294005">
                <a:moveTo>
                  <a:pt x="147745" y="293486"/>
                </a:moveTo>
                <a:lnTo>
                  <a:pt x="0" y="141542"/>
                </a:lnTo>
                <a:lnTo>
                  <a:pt x="38404" y="104913"/>
                </a:lnTo>
                <a:lnTo>
                  <a:pt x="149553" y="218871"/>
                </a:lnTo>
                <a:lnTo>
                  <a:pt x="380886" y="0"/>
                </a:lnTo>
                <a:lnTo>
                  <a:pt x="417484" y="37981"/>
                </a:lnTo>
                <a:lnTo>
                  <a:pt x="186602" y="257305"/>
                </a:lnTo>
                <a:lnTo>
                  <a:pt x="147745" y="2934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849057" y="1333153"/>
            <a:ext cx="124142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425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INTEGRITY AUTHENCITY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147814" y="1785703"/>
            <a:ext cx="417830" cy="292735"/>
          </a:xfrm>
          <a:custGeom>
            <a:avLst/>
            <a:gdLst/>
            <a:ahLst/>
            <a:cxnLst/>
            <a:rect l="l" t="t" r="r" b="b"/>
            <a:pathLst>
              <a:path w="417829" h="292735">
                <a:moveTo>
                  <a:pt x="147750" y="292467"/>
                </a:moveTo>
                <a:lnTo>
                  <a:pt x="0" y="141051"/>
                </a:lnTo>
                <a:lnTo>
                  <a:pt x="38404" y="104549"/>
                </a:lnTo>
                <a:lnTo>
                  <a:pt x="149553" y="218111"/>
                </a:lnTo>
                <a:lnTo>
                  <a:pt x="380886" y="0"/>
                </a:lnTo>
                <a:lnTo>
                  <a:pt x="417484" y="37849"/>
                </a:lnTo>
                <a:lnTo>
                  <a:pt x="186602" y="256416"/>
                </a:lnTo>
                <a:lnTo>
                  <a:pt x="147750" y="2924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131026" y="1406225"/>
            <a:ext cx="416559" cy="292735"/>
          </a:xfrm>
          <a:custGeom>
            <a:avLst/>
            <a:gdLst/>
            <a:ahLst/>
            <a:cxnLst/>
            <a:rect l="l" t="t" r="r" b="b"/>
            <a:pathLst>
              <a:path w="416559" h="292735">
                <a:moveTo>
                  <a:pt x="147232" y="292467"/>
                </a:moveTo>
                <a:lnTo>
                  <a:pt x="0" y="141051"/>
                </a:lnTo>
                <a:lnTo>
                  <a:pt x="38271" y="104549"/>
                </a:lnTo>
                <a:lnTo>
                  <a:pt x="149033" y="218111"/>
                </a:lnTo>
                <a:lnTo>
                  <a:pt x="379563" y="0"/>
                </a:lnTo>
                <a:lnTo>
                  <a:pt x="416034" y="37849"/>
                </a:lnTo>
                <a:lnTo>
                  <a:pt x="185954" y="256416"/>
                </a:lnTo>
                <a:lnTo>
                  <a:pt x="147232" y="2924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117334" y="5976195"/>
            <a:ext cx="171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YOU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NEED: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966966" y="5924551"/>
            <a:ext cx="1470660" cy="433070"/>
          </a:xfrm>
          <a:custGeom>
            <a:avLst/>
            <a:gdLst/>
            <a:ahLst/>
            <a:cxnLst/>
            <a:rect l="l" t="t" r="r" b="b"/>
            <a:pathLst>
              <a:path w="1470659" h="433070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398524" y="0"/>
                </a:lnTo>
                <a:lnTo>
                  <a:pt x="1426602" y="5668"/>
                </a:lnTo>
                <a:lnTo>
                  <a:pt x="1449531" y="21128"/>
                </a:lnTo>
                <a:lnTo>
                  <a:pt x="1464991" y="44057"/>
                </a:lnTo>
                <a:lnTo>
                  <a:pt x="1470660" y="72136"/>
                </a:lnTo>
                <a:lnTo>
                  <a:pt x="1470660" y="360680"/>
                </a:lnTo>
                <a:lnTo>
                  <a:pt x="1464991" y="388758"/>
                </a:lnTo>
                <a:lnTo>
                  <a:pt x="1449531" y="411687"/>
                </a:lnTo>
                <a:lnTo>
                  <a:pt x="1426602" y="427147"/>
                </a:lnTo>
                <a:lnTo>
                  <a:pt x="1398524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49"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241001" y="6000916"/>
            <a:ext cx="922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2060"/>
                </a:solidFill>
                <a:latin typeface="Segoe UI"/>
                <a:cs typeface="Segoe UI"/>
              </a:rPr>
              <a:t>NwkSKey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568690" y="5924551"/>
            <a:ext cx="1475740" cy="433070"/>
          </a:xfrm>
          <a:custGeom>
            <a:avLst/>
            <a:gdLst/>
            <a:ahLst/>
            <a:cxnLst/>
            <a:rect l="l" t="t" r="r" b="b"/>
            <a:pathLst>
              <a:path w="1475740" h="433070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403096" y="0"/>
                </a:lnTo>
                <a:lnTo>
                  <a:pt x="1431174" y="5668"/>
                </a:lnTo>
                <a:lnTo>
                  <a:pt x="1454103" y="21128"/>
                </a:lnTo>
                <a:lnTo>
                  <a:pt x="1469563" y="44057"/>
                </a:lnTo>
                <a:lnTo>
                  <a:pt x="1475232" y="72136"/>
                </a:lnTo>
                <a:lnTo>
                  <a:pt x="1475232" y="360680"/>
                </a:lnTo>
                <a:lnTo>
                  <a:pt x="1469563" y="388758"/>
                </a:lnTo>
                <a:lnTo>
                  <a:pt x="1454103" y="411687"/>
                </a:lnTo>
                <a:lnTo>
                  <a:pt x="1431174" y="427147"/>
                </a:lnTo>
                <a:lnTo>
                  <a:pt x="1403096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49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8865037" y="6000916"/>
            <a:ext cx="881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B050"/>
                </a:solidFill>
                <a:latin typeface="Segoe UI"/>
                <a:cs typeface="Segoe UI"/>
              </a:rPr>
              <a:t>AppSKey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174985" y="5924551"/>
            <a:ext cx="1470660" cy="433070"/>
          </a:xfrm>
          <a:custGeom>
            <a:avLst/>
            <a:gdLst/>
            <a:ahLst/>
            <a:cxnLst/>
            <a:rect l="l" t="t" r="r" b="b"/>
            <a:pathLst>
              <a:path w="1470659" h="433070">
                <a:moveTo>
                  <a:pt x="0" y="72136"/>
                </a:moveTo>
                <a:lnTo>
                  <a:pt x="5668" y="44057"/>
                </a:lnTo>
                <a:lnTo>
                  <a:pt x="21128" y="21128"/>
                </a:lnTo>
                <a:lnTo>
                  <a:pt x="44057" y="5668"/>
                </a:lnTo>
                <a:lnTo>
                  <a:pt x="72136" y="0"/>
                </a:lnTo>
                <a:lnTo>
                  <a:pt x="1398524" y="0"/>
                </a:lnTo>
                <a:lnTo>
                  <a:pt x="1426602" y="5668"/>
                </a:lnTo>
                <a:lnTo>
                  <a:pt x="1449531" y="21128"/>
                </a:lnTo>
                <a:lnTo>
                  <a:pt x="1464991" y="44057"/>
                </a:lnTo>
                <a:lnTo>
                  <a:pt x="1470660" y="72136"/>
                </a:lnTo>
                <a:lnTo>
                  <a:pt x="1470660" y="360680"/>
                </a:lnTo>
                <a:lnTo>
                  <a:pt x="1464991" y="388758"/>
                </a:lnTo>
                <a:lnTo>
                  <a:pt x="1449531" y="411687"/>
                </a:lnTo>
                <a:lnTo>
                  <a:pt x="1426602" y="427147"/>
                </a:lnTo>
                <a:lnTo>
                  <a:pt x="1398524" y="432816"/>
                </a:lnTo>
                <a:lnTo>
                  <a:pt x="72136" y="432816"/>
                </a:lnTo>
                <a:lnTo>
                  <a:pt x="44057" y="427147"/>
                </a:lnTo>
                <a:lnTo>
                  <a:pt x="21128" y="411687"/>
                </a:lnTo>
                <a:lnTo>
                  <a:pt x="5668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1904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475545" y="6000842"/>
            <a:ext cx="867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ED7D31"/>
                </a:solidFill>
                <a:latin typeface="Segoe UI"/>
                <a:cs typeface="Segoe UI"/>
              </a:rPr>
              <a:t>DevAddr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LoRaWAN</a:t>
            </a:r>
            <a:r>
              <a:rPr spc="-120" dirty="0"/>
              <a:t> </a:t>
            </a:r>
            <a:r>
              <a:rPr dirty="0"/>
              <a:t>end-device</a:t>
            </a:r>
            <a:r>
              <a:rPr spc="-9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4452404" y="3204959"/>
            <a:ext cx="527685" cy="770255"/>
          </a:xfrm>
          <a:custGeom>
            <a:avLst/>
            <a:gdLst/>
            <a:ahLst/>
            <a:cxnLst/>
            <a:rect l="l" t="t" r="r" b="b"/>
            <a:pathLst>
              <a:path w="527685" h="770254">
                <a:moveTo>
                  <a:pt x="103543" y="26327"/>
                </a:moveTo>
                <a:lnTo>
                  <a:pt x="44869" y="39141"/>
                </a:lnTo>
                <a:lnTo>
                  <a:pt x="20586" y="83908"/>
                </a:lnTo>
                <a:lnTo>
                  <a:pt x="5308" y="133273"/>
                </a:lnTo>
                <a:lnTo>
                  <a:pt x="0" y="186169"/>
                </a:lnTo>
                <a:lnTo>
                  <a:pt x="5308" y="239052"/>
                </a:lnTo>
                <a:lnTo>
                  <a:pt x="20586" y="288417"/>
                </a:lnTo>
                <a:lnTo>
                  <a:pt x="44869" y="333184"/>
                </a:lnTo>
                <a:lnTo>
                  <a:pt x="77190" y="372325"/>
                </a:lnTo>
                <a:lnTo>
                  <a:pt x="103543" y="345998"/>
                </a:lnTo>
                <a:lnTo>
                  <a:pt x="76174" y="312826"/>
                </a:lnTo>
                <a:lnTo>
                  <a:pt x="55422" y="274548"/>
                </a:lnTo>
                <a:lnTo>
                  <a:pt x="42252" y="232029"/>
                </a:lnTo>
                <a:lnTo>
                  <a:pt x="37655" y="186169"/>
                </a:lnTo>
                <a:lnTo>
                  <a:pt x="42252" y="140436"/>
                </a:lnTo>
                <a:lnTo>
                  <a:pt x="55422" y="98132"/>
                </a:lnTo>
                <a:lnTo>
                  <a:pt x="76174" y="59893"/>
                </a:lnTo>
                <a:lnTo>
                  <a:pt x="103543" y="26327"/>
                </a:lnTo>
                <a:close/>
              </a:path>
              <a:path w="527685" h="770254">
                <a:moveTo>
                  <a:pt x="157200" y="79921"/>
                </a:moveTo>
                <a:lnTo>
                  <a:pt x="107467" y="81318"/>
                </a:lnTo>
                <a:lnTo>
                  <a:pt x="79082" y="148399"/>
                </a:lnTo>
                <a:lnTo>
                  <a:pt x="75311" y="186169"/>
                </a:lnTo>
                <a:lnTo>
                  <a:pt x="79082" y="223939"/>
                </a:lnTo>
                <a:lnTo>
                  <a:pt x="90017" y="259143"/>
                </a:lnTo>
                <a:lnTo>
                  <a:pt x="107467" y="291007"/>
                </a:lnTo>
                <a:lnTo>
                  <a:pt x="130835" y="318731"/>
                </a:lnTo>
                <a:lnTo>
                  <a:pt x="157200" y="292404"/>
                </a:lnTo>
                <a:lnTo>
                  <a:pt x="138772" y="270116"/>
                </a:lnTo>
                <a:lnTo>
                  <a:pt x="124841" y="244576"/>
                </a:lnTo>
                <a:lnTo>
                  <a:pt x="116027" y="216382"/>
                </a:lnTo>
                <a:lnTo>
                  <a:pt x="112953" y="186169"/>
                </a:lnTo>
                <a:lnTo>
                  <a:pt x="116027" y="155943"/>
                </a:lnTo>
                <a:lnTo>
                  <a:pt x="124841" y="127749"/>
                </a:lnTo>
                <a:lnTo>
                  <a:pt x="138772" y="102209"/>
                </a:lnTo>
                <a:lnTo>
                  <a:pt x="157200" y="79921"/>
                </a:lnTo>
                <a:close/>
              </a:path>
              <a:path w="527685" h="770254">
                <a:moveTo>
                  <a:pt x="209905" y="132575"/>
                </a:moveTo>
                <a:lnTo>
                  <a:pt x="183553" y="106248"/>
                </a:lnTo>
                <a:lnTo>
                  <a:pt x="169672" y="123101"/>
                </a:lnTo>
                <a:lnTo>
                  <a:pt x="159321" y="142328"/>
                </a:lnTo>
                <a:lnTo>
                  <a:pt x="152844" y="163499"/>
                </a:lnTo>
                <a:lnTo>
                  <a:pt x="150609" y="186169"/>
                </a:lnTo>
                <a:lnTo>
                  <a:pt x="152844" y="208826"/>
                </a:lnTo>
                <a:lnTo>
                  <a:pt x="159321" y="229997"/>
                </a:lnTo>
                <a:lnTo>
                  <a:pt x="169672" y="249237"/>
                </a:lnTo>
                <a:lnTo>
                  <a:pt x="183553" y="266077"/>
                </a:lnTo>
                <a:lnTo>
                  <a:pt x="209905" y="239750"/>
                </a:lnTo>
                <a:lnTo>
                  <a:pt x="200964" y="228346"/>
                </a:lnTo>
                <a:lnTo>
                  <a:pt x="194144" y="215430"/>
                </a:lnTo>
                <a:lnTo>
                  <a:pt x="189788" y="201282"/>
                </a:lnTo>
                <a:lnTo>
                  <a:pt x="188264" y="186169"/>
                </a:lnTo>
                <a:lnTo>
                  <a:pt x="189788" y="171043"/>
                </a:lnTo>
                <a:lnTo>
                  <a:pt x="194144" y="156895"/>
                </a:lnTo>
                <a:lnTo>
                  <a:pt x="200964" y="143992"/>
                </a:lnTo>
                <a:lnTo>
                  <a:pt x="209905" y="132575"/>
                </a:lnTo>
                <a:close/>
              </a:path>
              <a:path w="527685" h="770254">
                <a:moveTo>
                  <a:pt x="376516" y="186169"/>
                </a:moveTo>
                <a:lnTo>
                  <a:pt x="374281" y="163499"/>
                </a:lnTo>
                <a:lnTo>
                  <a:pt x="367817" y="142328"/>
                </a:lnTo>
                <a:lnTo>
                  <a:pt x="357454" y="123101"/>
                </a:lnTo>
                <a:lnTo>
                  <a:pt x="343573" y="106248"/>
                </a:lnTo>
                <a:lnTo>
                  <a:pt x="317220" y="132575"/>
                </a:lnTo>
                <a:lnTo>
                  <a:pt x="326161" y="143459"/>
                </a:lnTo>
                <a:lnTo>
                  <a:pt x="332981" y="156197"/>
                </a:lnTo>
                <a:lnTo>
                  <a:pt x="337337" y="170522"/>
                </a:lnTo>
                <a:lnTo>
                  <a:pt x="338874" y="186169"/>
                </a:lnTo>
                <a:lnTo>
                  <a:pt x="337337" y="201676"/>
                </a:lnTo>
                <a:lnTo>
                  <a:pt x="332981" y="215785"/>
                </a:lnTo>
                <a:lnTo>
                  <a:pt x="326161" y="228473"/>
                </a:lnTo>
                <a:lnTo>
                  <a:pt x="317220" y="239750"/>
                </a:lnTo>
                <a:lnTo>
                  <a:pt x="343573" y="266077"/>
                </a:lnTo>
                <a:lnTo>
                  <a:pt x="357454" y="249237"/>
                </a:lnTo>
                <a:lnTo>
                  <a:pt x="367817" y="229997"/>
                </a:lnTo>
                <a:lnTo>
                  <a:pt x="374281" y="208826"/>
                </a:lnTo>
                <a:lnTo>
                  <a:pt x="376516" y="186169"/>
                </a:lnTo>
                <a:close/>
              </a:path>
              <a:path w="527685" h="770254">
                <a:moveTo>
                  <a:pt x="451827" y="186156"/>
                </a:moveTo>
                <a:lnTo>
                  <a:pt x="448043" y="148386"/>
                </a:lnTo>
                <a:lnTo>
                  <a:pt x="437121" y="113182"/>
                </a:lnTo>
                <a:lnTo>
                  <a:pt x="419658" y="81318"/>
                </a:lnTo>
                <a:lnTo>
                  <a:pt x="396290" y="53594"/>
                </a:lnTo>
                <a:lnTo>
                  <a:pt x="369925" y="79921"/>
                </a:lnTo>
                <a:lnTo>
                  <a:pt x="388366" y="102209"/>
                </a:lnTo>
                <a:lnTo>
                  <a:pt x="402285" y="127749"/>
                </a:lnTo>
                <a:lnTo>
                  <a:pt x="411099" y="155943"/>
                </a:lnTo>
                <a:lnTo>
                  <a:pt x="414172" y="186156"/>
                </a:lnTo>
                <a:lnTo>
                  <a:pt x="411099" y="216382"/>
                </a:lnTo>
                <a:lnTo>
                  <a:pt x="402285" y="244576"/>
                </a:lnTo>
                <a:lnTo>
                  <a:pt x="388366" y="270116"/>
                </a:lnTo>
                <a:lnTo>
                  <a:pt x="369925" y="292404"/>
                </a:lnTo>
                <a:lnTo>
                  <a:pt x="396290" y="318731"/>
                </a:lnTo>
                <a:lnTo>
                  <a:pt x="419658" y="291007"/>
                </a:lnTo>
                <a:lnTo>
                  <a:pt x="437121" y="259143"/>
                </a:lnTo>
                <a:lnTo>
                  <a:pt x="448043" y="223939"/>
                </a:lnTo>
                <a:lnTo>
                  <a:pt x="451827" y="186156"/>
                </a:lnTo>
                <a:close/>
              </a:path>
              <a:path w="527685" h="770254">
                <a:moveTo>
                  <a:pt x="499071" y="447065"/>
                </a:moveTo>
                <a:lnTo>
                  <a:pt x="493991" y="421944"/>
                </a:lnTo>
                <a:lnTo>
                  <a:pt x="480174" y="401434"/>
                </a:lnTo>
                <a:lnTo>
                  <a:pt x="459663" y="387616"/>
                </a:lnTo>
                <a:lnTo>
                  <a:pt x="434555" y="382549"/>
                </a:lnTo>
                <a:lnTo>
                  <a:pt x="282397" y="382549"/>
                </a:lnTo>
                <a:lnTo>
                  <a:pt x="282397" y="218135"/>
                </a:lnTo>
                <a:lnTo>
                  <a:pt x="290093" y="212204"/>
                </a:lnTo>
                <a:lnTo>
                  <a:pt x="296037" y="204609"/>
                </a:lnTo>
                <a:lnTo>
                  <a:pt x="299859" y="195783"/>
                </a:lnTo>
                <a:lnTo>
                  <a:pt x="301218" y="186156"/>
                </a:lnTo>
                <a:lnTo>
                  <a:pt x="298246" y="171564"/>
                </a:lnTo>
                <a:lnTo>
                  <a:pt x="290156" y="159600"/>
                </a:lnTo>
                <a:lnTo>
                  <a:pt x="278180" y="151523"/>
                </a:lnTo>
                <a:lnTo>
                  <a:pt x="263563" y="148551"/>
                </a:lnTo>
                <a:lnTo>
                  <a:pt x="248945" y="151523"/>
                </a:lnTo>
                <a:lnTo>
                  <a:pt x="236969" y="159600"/>
                </a:lnTo>
                <a:lnTo>
                  <a:pt x="228879" y="171564"/>
                </a:lnTo>
                <a:lnTo>
                  <a:pt x="225920" y="186156"/>
                </a:lnTo>
                <a:lnTo>
                  <a:pt x="227266" y="196316"/>
                </a:lnTo>
                <a:lnTo>
                  <a:pt x="231089" y="205320"/>
                </a:lnTo>
                <a:lnTo>
                  <a:pt x="237032" y="212737"/>
                </a:lnTo>
                <a:lnTo>
                  <a:pt x="244741" y="218135"/>
                </a:lnTo>
                <a:lnTo>
                  <a:pt x="244741" y="382549"/>
                </a:lnTo>
                <a:lnTo>
                  <a:pt x="126199" y="382549"/>
                </a:lnTo>
                <a:lnTo>
                  <a:pt x="101079" y="387616"/>
                </a:lnTo>
                <a:lnTo>
                  <a:pt x="80568" y="401434"/>
                </a:lnTo>
                <a:lnTo>
                  <a:pt x="66751" y="421944"/>
                </a:lnTo>
                <a:lnTo>
                  <a:pt x="61683" y="447065"/>
                </a:lnTo>
                <a:lnTo>
                  <a:pt x="61683" y="705129"/>
                </a:lnTo>
                <a:lnTo>
                  <a:pt x="66751" y="730237"/>
                </a:lnTo>
                <a:lnTo>
                  <a:pt x="80568" y="750735"/>
                </a:lnTo>
                <a:lnTo>
                  <a:pt x="101079" y="764565"/>
                </a:lnTo>
                <a:lnTo>
                  <a:pt x="126199" y="769645"/>
                </a:lnTo>
                <a:lnTo>
                  <a:pt x="434555" y="769645"/>
                </a:lnTo>
                <a:lnTo>
                  <a:pt x="459663" y="764565"/>
                </a:lnTo>
                <a:lnTo>
                  <a:pt x="480174" y="750735"/>
                </a:lnTo>
                <a:lnTo>
                  <a:pt x="493991" y="730237"/>
                </a:lnTo>
                <a:lnTo>
                  <a:pt x="499071" y="705129"/>
                </a:lnTo>
                <a:lnTo>
                  <a:pt x="499071" y="447065"/>
                </a:lnTo>
                <a:close/>
              </a:path>
              <a:path w="527685" h="770254">
                <a:moveTo>
                  <a:pt x="527126" y="186156"/>
                </a:moveTo>
                <a:lnTo>
                  <a:pt x="521817" y="133273"/>
                </a:lnTo>
                <a:lnTo>
                  <a:pt x="506539" y="83908"/>
                </a:lnTo>
                <a:lnTo>
                  <a:pt x="482257" y="39141"/>
                </a:lnTo>
                <a:lnTo>
                  <a:pt x="449948" y="0"/>
                </a:lnTo>
                <a:lnTo>
                  <a:pt x="423583" y="26327"/>
                </a:lnTo>
                <a:lnTo>
                  <a:pt x="450951" y="59499"/>
                </a:lnTo>
                <a:lnTo>
                  <a:pt x="471716" y="97777"/>
                </a:lnTo>
                <a:lnTo>
                  <a:pt x="484873" y="140296"/>
                </a:lnTo>
                <a:lnTo>
                  <a:pt x="489470" y="186156"/>
                </a:lnTo>
                <a:lnTo>
                  <a:pt x="484873" y="231889"/>
                </a:lnTo>
                <a:lnTo>
                  <a:pt x="471716" y="274193"/>
                </a:lnTo>
                <a:lnTo>
                  <a:pt x="450951" y="312432"/>
                </a:lnTo>
                <a:lnTo>
                  <a:pt x="423583" y="345998"/>
                </a:lnTo>
                <a:lnTo>
                  <a:pt x="449948" y="372325"/>
                </a:lnTo>
                <a:lnTo>
                  <a:pt x="482257" y="333184"/>
                </a:lnTo>
                <a:lnTo>
                  <a:pt x="506539" y="288417"/>
                </a:lnTo>
                <a:lnTo>
                  <a:pt x="521817" y="239052"/>
                </a:lnTo>
                <a:lnTo>
                  <a:pt x="527126" y="186156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9922" y="3941602"/>
            <a:ext cx="749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r>
              <a:rPr sz="1600" b="1" i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4020" y="3309264"/>
            <a:ext cx="775335" cy="775335"/>
          </a:xfrm>
          <a:custGeom>
            <a:avLst/>
            <a:gdLst/>
            <a:ahLst/>
            <a:cxnLst/>
            <a:rect l="l" t="t" r="r" b="b"/>
            <a:pathLst>
              <a:path w="775334" h="775335">
                <a:moveTo>
                  <a:pt x="775131" y="527900"/>
                </a:moveTo>
                <a:lnTo>
                  <a:pt x="771715" y="511022"/>
                </a:lnTo>
                <a:lnTo>
                  <a:pt x="762431" y="497230"/>
                </a:lnTo>
                <a:lnTo>
                  <a:pt x="748639" y="487946"/>
                </a:lnTo>
                <a:lnTo>
                  <a:pt x="731774" y="484530"/>
                </a:lnTo>
                <a:lnTo>
                  <a:pt x="387565" y="484530"/>
                </a:lnTo>
                <a:lnTo>
                  <a:pt x="387565" y="581444"/>
                </a:lnTo>
                <a:lnTo>
                  <a:pt x="385660" y="590867"/>
                </a:lnTo>
                <a:lnTo>
                  <a:pt x="380466" y="598576"/>
                </a:lnTo>
                <a:lnTo>
                  <a:pt x="372770" y="603758"/>
                </a:lnTo>
                <a:lnTo>
                  <a:pt x="363347" y="605663"/>
                </a:lnTo>
                <a:lnTo>
                  <a:pt x="353910" y="603758"/>
                </a:lnTo>
                <a:lnTo>
                  <a:pt x="346214" y="598576"/>
                </a:lnTo>
                <a:lnTo>
                  <a:pt x="341020" y="590867"/>
                </a:lnTo>
                <a:lnTo>
                  <a:pt x="339115" y="581444"/>
                </a:lnTo>
                <a:lnTo>
                  <a:pt x="341020" y="572008"/>
                </a:lnTo>
                <a:lnTo>
                  <a:pt x="346214" y="564311"/>
                </a:lnTo>
                <a:lnTo>
                  <a:pt x="353910" y="559117"/>
                </a:lnTo>
                <a:lnTo>
                  <a:pt x="363347" y="557212"/>
                </a:lnTo>
                <a:lnTo>
                  <a:pt x="372770" y="559117"/>
                </a:lnTo>
                <a:lnTo>
                  <a:pt x="380466" y="564311"/>
                </a:lnTo>
                <a:lnTo>
                  <a:pt x="385660" y="572008"/>
                </a:lnTo>
                <a:lnTo>
                  <a:pt x="387565" y="581444"/>
                </a:lnTo>
                <a:lnTo>
                  <a:pt x="387565" y="484530"/>
                </a:lnTo>
                <a:lnTo>
                  <a:pt x="266446" y="484530"/>
                </a:lnTo>
                <a:lnTo>
                  <a:pt x="266446" y="581444"/>
                </a:lnTo>
                <a:lnTo>
                  <a:pt x="264553" y="590867"/>
                </a:lnTo>
                <a:lnTo>
                  <a:pt x="259359" y="598576"/>
                </a:lnTo>
                <a:lnTo>
                  <a:pt x="251663" y="603758"/>
                </a:lnTo>
                <a:lnTo>
                  <a:pt x="242227" y="605663"/>
                </a:lnTo>
                <a:lnTo>
                  <a:pt x="232791" y="603758"/>
                </a:lnTo>
                <a:lnTo>
                  <a:pt x="225094" y="598576"/>
                </a:lnTo>
                <a:lnTo>
                  <a:pt x="219913" y="590867"/>
                </a:lnTo>
                <a:lnTo>
                  <a:pt x="218008" y="581444"/>
                </a:lnTo>
                <a:lnTo>
                  <a:pt x="219913" y="572008"/>
                </a:lnTo>
                <a:lnTo>
                  <a:pt x="225094" y="564311"/>
                </a:lnTo>
                <a:lnTo>
                  <a:pt x="232791" y="559117"/>
                </a:lnTo>
                <a:lnTo>
                  <a:pt x="242227" y="557212"/>
                </a:lnTo>
                <a:lnTo>
                  <a:pt x="251663" y="559117"/>
                </a:lnTo>
                <a:lnTo>
                  <a:pt x="259359" y="564311"/>
                </a:lnTo>
                <a:lnTo>
                  <a:pt x="264553" y="572008"/>
                </a:lnTo>
                <a:lnTo>
                  <a:pt x="266446" y="581444"/>
                </a:lnTo>
                <a:lnTo>
                  <a:pt x="266446" y="484530"/>
                </a:lnTo>
                <a:lnTo>
                  <a:pt x="145338" y="484530"/>
                </a:lnTo>
                <a:lnTo>
                  <a:pt x="145338" y="581444"/>
                </a:lnTo>
                <a:lnTo>
                  <a:pt x="143433" y="590867"/>
                </a:lnTo>
                <a:lnTo>
                  <a:pt x="138239" y="598576"/>
                </a:lnTo>
                <a:lnTo>
                  <a:pt x="130543" y="603758"/>
                </a:lnTo>
                <a:lnTo>
                  <a:pt x="121119" y="605663"/>
                </a:lnTo>
                <a:lnTo>
                  <a:pt x="111683" y="603758"/>
                </a:lnTo>
                <a:lnTo>
                  <a:pt x="103987" y="598576"/>
                </a:lnTo>
                <a:lnTo>
                  <a:pt x="98793" y="590867"/>
                </a:lnTo>
                <a:lnTo>
                  <a:pt x="96888" y="581444"/>
                </a:lnTo>
                <a:lnTo>
                  <a:pt x="98793" y="572008"/>
                </a:lnTo>
                <a:lnTo>
                  <a:pt x="103987" y="564311"/>
                </a:lnTo>
                <a:lnTo>
                  <a:pt x="111683" y="559117"/>
                </a:lnTo>
                <a:lnTo>
                  <a:pt x="121119" y="557212"/>
                </a:lnTo>
                <a:lnTo>
                  <a:pt x="130543" y="559117"/>
                </a:lnTo>
                <a:lnTo>
                  <a:pt x="138239" y="564311"/>
                </a:lnTo>
                <a:lnTo>
                  <a:pt x="143433" y="572008"/>
                </a:lnTo>
                <a:lnTo>
                  <a:pt x="145338" y="581444"/>
                </a:lnTo>
                <a:lnTo>
                  <a:pt x="145338" y="484530"/>
                </a:lnTo>
                <a:lnTo>
                  <a:pt x="43357" y="484530"/>
                </a:lnTo>
                <a:lnTo>
                  <a:pt x="26479" y="487946"/>
                </a:lnTo>
                <a:lnTo>
                  <a:pt x="12700" y="497230"/>
                </a:lnTo>
                <a:lnTo>
                  <a:pt x="3403" y="511022"/>
                </a:lnTo>
                <a:lnTo>
                  <a:pt x="0" y="527900"/>
                </a:lnTo>
                <a:lnTo>
                  <a:pt x="0" y="634974"/>
                </a:lnTo>
                <a:lnTo>
                  <a:pt x="3403" y="651852"/>
                </a:lnTo>
                <a:lnTo>
                  <a:pt x="12700" y="665645"/>
                </a:lnTo>
                <a:lnTo>
                  <a:pt x="26479" y="674941"/>
                </a:lnTo>
                <a:lnTo>
                  <a:pt x="43357" y="678345"/>
                </a:lnTo>
                <a:lnTo>
                  <a:pt x="351231" y="678345"/>
                </a:lnTo>
                <a:lnTo>
                  <a:pt x="351231" y="775246"/>
                </a:lnTo>
                <a:lnTo>
                  <a:pt x="423900" y="775246"/>
                </a:lnTo>
                <a:lnTo>
                  <a:pt x="423900" y="678345"/>
                </a:lnTo>
                <a:lnTo>
                  <a:pt x="731774" y="678345"/>
                </a:lnTo>
                <a:lnTo>
                  <a:pt x="748639" y="674941"/>
                </a:lnTo>
                <a:lnTo>
                  <a:pt x="762431" y="665645"/>
                </a:lnTo>
                <a:lnTo>
                  <a:pt x="771715" y="651852"/>
                </a:lnTo>
                <a:lnTo>
                  <a:pt x="775131" y="634974"/>
                </a:lnTo>
                <a:lnTo>
                  <a:pt x="775131" y="605663"/>
                </a:lnTo>
                <a:lnTo>
                  <a:pt x="775131" y="557212"/>
                </a:lnTo>
                <a:lnTo>
                  <a:pt x="775131" y="527900"/>
                </a:lnTo>
                <a:close/>
              </a:path>
              <a:path w="775334" h="775335">
                <a:moveTo>
                  <a:pt x="775131" y="285635"/>
                </a:moveTo>
                <a:lnTo>
                  <a:pt x="771715" y="268757"/>
                </a:lnTo>
                <a:lnTo>
                  <a:pt x="762431" y="254965"/>
                </a:lnTo>
                <a:lnTo>
                  <a:pt x="748639" y="245681"/>
                </a:lnTo>
                <a:lnTo>
                  <a:pt x="731774" y="242265"/>
                </a:lnTo>
                <a:lnTo>
                  <a:pt x="387565" y="242265"/>
                </a:lnTo>
                <a:lnTo>
                  <a:pt x="387565" y="339178"/>
                </a:lnTo>
                <a:lnTo>
                  <a:pt x="385660" y="348602"/>
                </a:lnTo>
                <a:lnTo>
                  <a:pt x="380466" y="356311"/>
                </a:lnTo>
                <a:lnTo>
                  <a:pt x="372770" y="361492"/>
                </a:lnTo>
                <a:lnTo>
                  <a:pt x="363347" y="363397"/>
                </a:lnTo>
                <a:lnTo>
                  <a:pt x="353910" y="361492"/>
                </a:lnTo>
                <a:lnTo>
                  <a:pt x="346214" y="356311"/>
                </a:lnTo>
                <a:lnTo>
                  <a:pt x="341020" y="348602"/>
                </a:lnTo>
                <a:lnTo>
                  <a:pt x="339115" y="339178"/>
                </a:lnTo>
                <a:lnTo>
                  <a:pt x="341020" y="329742"/>
                </a:lnTo>
                <a:lnTo>
                  <a:pt x="346214" y="322046"/>
                </a:lnTo>
                <a:lnTo>
                  <a:pt x="353910" y="316852"/>
                </a:lnTo>
                <a:lnTo>
                  <a:pt x="363347" y="314947"/>
                </a:lnTo>
                <a:lnTo>
                  <a:pt x="372770" y="316852"/>
                </a:lnTo>
                <a:lnTo>
                  <a:pt x="380466" y="322046"/>
                </a:lnTo>
                <a:lnTo>
                  <a:pt x="385660" y="329742"/>
                </a:lnTo>
                <a:lnTo>
                  <a:pt x="387565" y="339178"/>
                </a:lnTo>
                <a:lnTo>
                  <a:pt x="387565" y="242265"/>
                </a:lnTo>
                <a:lnTo>
                  <a:pt x="266446" y="242265"/>
                </a:lnTo>
                <a:lnTo>
                  <a:pt x="266446" y="339178"/>
                </a:lnTo>
                <a:lnTo>
                  <a:pt x="264553" y="348602"/>
                </a:lnTo>
                <a:lnTo>
                  <a:pt x="259359" y="356311"/>
                </a:lnTo>
                <a:lnTo>
                  <a:pt x="251663" y="361492"/>
                </a:lnTo>
                <a:lnTo>
                  <a:pt x="242227" y="363397"/>
                </a:lnTo>
                <a:lnTo>
                  <a:pt x="232803" y="361492"/>
                </a:lnTo>
                <a:lnTo>
                  <a:pt x="225094" y="356311"/>
                </a:lnTo>
                <a:lnTo>
                  <a:pt x="219913" y="348602"/>
                </a:lnTo>
                <a:lnTo>
                  <a:pt x="218008" y="339178"/>
                </a:lnTo>
                <a:lnTo>
                  <a:pt x="219913" y="329742"/>
                </a:lnTo>
                <a:lnTo>
                  <a:pt x="225094" y="322046"/>
                </a:lnTo>
                <a:lnTo>
                  <a:pt x="232803" y="316852"/>
                </a:lnTo>
                <a:lnTo>
                  <a:pt x="242227" y="314947"/>
                </a:lnTo>
                <a:lnTo>
                  <a:pt x="251663" y="316852"/>
                </a:lnTo>
                <a:lnTo>
                  <a:pt x="259359" y="322046"/>
                </a:lnTo>
                <a:lnTo>
                  <a:pt x="264553" y="329742"/>
                </a:lnTo>
                <a:lnTo>
                  <a:pt x="266446" y="339178"/>
                </a:lnTo>
                <a:lnTo>
                  <a:pt x="266446" y="242265"/>
                </a:lnTo>
                <a:lnTo>
                  <a:pt x="145338" y="242265"/>
                </a:lnTo>
                <a:lnTo>
                  <a:pt x="145338" y="339178"/>
                </a:lnTo>
                <a:lnTo>
                  <a:pt x="143433" y="348602"/>
                </a:lnTo>
                <a:lnTo>
                  <a:pt x="138239" y="356311"/>
                </a:lnTo>
                <a:lnTo>
                  <a:pt x="130543" y="361492"/>
                </a:lnTo>
                <a:lnTo>
                  <a:pt x="121119" y="363397"/>
                </a:lnTo>
                <a:lnTo>
                  <a:pt x="111683" y="361492"/>
                </a:lnTo>
                <a:lnTo>
                  <a:pt x="103987" y="356311"/>
                </a:lnTo>
                <a:lnTo>
                  <a:pt x="98793" y="348602"/>
                </a:lnTo>
                <a:lnTo>
                  <a:pt x="96888" y="339178"/>
                </a:lnTo>
                <a:lnTo>
                  <a:pt x="98793" y="329742"/>
                </a:lnTo>
                <a:lnTo>
                  <a:pt x="103987" y="322046"/>
                </a:lnTo>
                <a:lnTo>
                  <a:pt x="111683" y="316852"/>
                </a:lnTo>
                <a:lnTo>
                  <a:pt x="121119" y="314947"/>
                </a:lnTo>
                <a:lnTo>
                  <a:pt x="130543" y="316852"/>
                </a:lnTo>
                <a:lnTo>
                  <a:pt x="138239" y="322046"/>
                </a:lnTo>
                <a:lnTo>
                  <a:pt x="143433" y="329742"/>
                </a:lnTo>
                <a:lnTo>
                  <a:pt x="145338" y="339178"/>
                </a:lnTo>
                <a:lnTo>
                  <a:pt x="145338" y="242265"/>
                </a:lnTo>
                <a:lnTo>
                  <a:pt x="43357" y="242265"/>
                </a:lnTo>
                <a:lnTo>
                  <a:pt x="26479" y="245681"/>
                </a:lnTo>
                <a:lnTo>
                  <a:pt x="12700" y="254965"/>
                </a:lnTo>
                <a:lnTo>
                  <a:pt x="3403" y="268757"/>
                </a:lnTo>
                <a:lnTo>
                  <a:pt x="0" y="285635"/>
                </a:lnTo>
                <a:lnTo>
                  <a:pt x="0" y="392709"/>
                </a:lnTo>
                <a:lnTo>
                  <a:pt x="3403" y="409587"/>
                </a:lnTo>
                <a:lnTo>
                  <a:pt x="12700" y="423379"/>
                </a:lnTo>
                <a:lnTo>
                  <a:pt x="26479" y="432676"/>
                </a:lnTo>
                <a:lnTo>
                  <a:pt x="43357" y="436079"/>
                </a:lnTo>
                <a:lnTo>
                  <a:pt x="731774" y="436079"/>
                </a:lnTo>
                <a:lnTo>
                  <a:pt x="748639" y="432676"/>
                </a:lnTo>
                <a:lnTo>
                  <a:pt x="762431" y="423379"/>
                </a:lnTo>
                <a:lnTo>
                  <a:pt x="771715" y="409587"/>
                </a:lnTo>
                <a:lnTo>
                  <a:pt x="775131" y="392709"/>
                </a:lnTo>
                <a:lnTo>
                  <a:pt x="775131" y="363397"/>
                </a:lnTo>
                <a:lnTo>
                  <a:pt x="775131" y="314947"/>
                </a:lnTo>
                <a:lnTo>
                  <a:pt x="775131" y="285635"/>
                </a:lnTo>
                <a:close/>
              </a:path>
              <a:path w="775334" h="775335">
                <a:moveTo>
                  <a:pt x="775131" y="43370"/>
                </a:moveTo>
                <a:lnTo>
                  <a:pt x="771715" y="26492"/>
                </a:lnTo>
                <a:lnTo>
                  <a:pt x="762431" y="12700"/>
                </a:lnTo>
                <a:lnTo>
                  <a:pt x="748652" y="3416"/>
                </a:lnTo>
                <a:lnTo>
                  <a:pt x="731774" y="0"/>
                </a:lnTo>
                <a:lnTo>
                  <a:pt x="387565" y="0"/>
                </a:lnTo>
                <a:lnTo>
                  <a:pt x="387565" y="96913"/>
                </a:lnTo>
                <a:lnTo>
                  <a:pt x="385660" y="106337"/>
                </a:lnTo>
                <a:lnTo>
                  <a:pt x="380466" y="114046"/>
                </a:lnTo>
                <a:lnTo>
                  <a:pt x="372770" y="119227"/>
                </a:lnTo>
                <a:lnTo>
                  <a:pt x="363347" y="121132"/>
                </a:lnTo>
                <a:lnTo>
                  <a:pt x="353910" y="119227"/>
                </a:lnTo>
                <a:lnTo>
                  <a:pt x="346214" y="114046"/>
                </a:lnTo>
                <a:lnTo>
                  <a:pt x="341020" y="106337"/>
                </a:lnTo>
                <a:lnTo>
                  <a:pt x="339115" y="96913"/>
                </a:lnTo>
                <a:lnTo>
                  <a:pt x="341020" y="87477"/>
                </a:lnTo>
                <a:lnTo>
                  <a:pt x="346214" y="79781"/>
                </a:lnTo>
                <a:lnTo>
                  <a:pt x="353910" y="74587"/>
                </a:lnTo>
                <a:lnTo>
                  <a:pt x="363347" y="72682"/>
                </a:lnTo>
                <a:lnTo>
                  <a:pt x="372770" y="74587"/>
                </a:lnTo>
                <a:lnTo>
                  <a:pt x="380466" y="79781"/>
                </a:lnTo>
                <a:lnTo>
                  <a:pt x="385660" y="87477"/>
                </a:lnTo>
                <a:lnTo>
                  <a:pt x="387565" y="96913"/>
                </a:lnTo>
                <a:lnTo>
                  <a:pt x="387565" y="0"/>
                </a:lnTo>
                <a:lnTo>
                  <a:pt x="266446" y="0"/>
                </a:lnTo>
                <a:lnTo>
                  <a:pt x="266446" y="96913"/>
                </a:lnTo>
                <a:lnTo>
                  <a:pt x="264553" y="106337"/>
                </a:lnTo>
                <a:lnTo>
                  <a:pt x="259359" y="114046"/>
                </a:lnTo>
                <a:lnTo>
                  <a:pt x="251663" y="119227"/>
                </a:lnTo>
                <a:lnTo>
                  <a:pt x="242227" y="121132"/>
                </a:lnTo>
                <a:lnTo>
                  <a:pt x="232803" y="119227"/>
                </a:lnTo>
                <a:lnTo>
                  <a:pt x="225094" y="114046"/>
                </a:lnTo>
                <a:lnTo>
                  <a:pt x="219913" y="106337"/>
                </a:lnTo>
                <a:lnTo>
                  <a:pt x="218008" y="96913"/>
                </a:lnTo>
                <a:lnTo>
                  <a:pt x="219913" y="87477"/>
                </a:lnTo>
                <a:lnTo>
                  <a:pt x="225094" y="79781"/>
                </a:lnTo>
                <a:lnTo>
                  <a:pt x="232803" y="74587"/>
                </a:lnTo>
                <a:lnTo>
                  <a:pt x="242227" y="72682"/>
                </a:lnTo>
                <a:lnTo>
                  <a:pt x="251663" y="74587"/>
                </a:lnTo>
                <a:lnTo>
                  <a:pt x="259359" y="79781"/>
                </a:lnTo>
                <a:lnTo>
                  <a:pt x="264553" y="87477"/>
                </a:lnTo>
                <a:lnTo>
                  <a:pt x="266446" y="96913"/>
                </a:lnTo>
                <a:lnTo>
                  <a:pt x="266446" y="0"/>
                </a:lnTo>
                <a:lnTo>
                  <a:pt x="145338" y="0"/>
                </a:lnTo>
                <a:lnTo>
                  <a:pt x="145338" y="96913"/>
                </a:lnTo>
                <a:lnTo>
                  <a:pt x="143433" y="106337"/>
                </a:lnTo>
                <a:lnTo>
                  <a:pt x="138239" y="114046"/>
                </a:lnTo>
                <a:lnTo>
                  <a:pt x="130543" y="119227"/>
                </a:lnTo>
                <a:lnTo>
                  <a:pt x="121119" y="121132"/>
                </a:lnTo>
                <a:lnTo>
                  <a:pt x="111683" y="119227"/>
                </a:lnTo>
                <a:lnTo>
                  <a:pt x="103987" y="114046"/>
                </a:lnTo>
                <a:lnTo>
                  <a:pt x="98793" y="106337"/>
                </a:lnTo>
                <a:lnTo>
                  <a:pt x="96888" y="96913"/>
                </a:lnTo>
                <a:lnTo>
                  <a:pt x="98793" y="87477"/>
                </a:lnTo>
                <a:lnTo>
                  <a:pt x="103987" y="79781"/>
                </a:lnTo>
                <a:lnTo>
                  <a:pt x="111683" y="74587"/>
                </a:lnTo>
                <a:lnTo>
                  <a:pt x="121119" y="72682"/>
                </a:lnTo>
                <a:lnTo>
                  <a:pt x="130543" y="74587"/>
                </a:lnTo>
                <a:lnTo>
                  <a:pt x="138239" y="79781"/>
                </a:lnTo>
                <a:lnTo>
                  <a:pt x="143433" y="87477"/>
                </a:lnTo>
                <a:lnTo>
                  <a:pt x="145338" y="96913"/>
                </a:lnTo>
                <a:lnTo>
                  <a:pt x="145338" y="0"/>
                </a:lnTo>
                <a:lnTo>
                  <a:pt x="43357" y="0"/>
                </a:lnTo>
                <a:lnTo>
                  <a:pt x="26479" y="3416"/>
                </a:lnTo>
                <a:lnTo>
                  <a:pt x="12700" y="12700"/>
                </a:lnTo>
                <a:lnTo>
                  <a:pt x="3403" y="26492"/>
                </a:lnTo>
                <a:lnTo>
                  <a:pt x="0" y="43370"/>
                </a:lnTo>
                <a:lnTo>
                  <a:pt x="0" y="150444"/>
                </a:lnTo>
                <a:lnTo>
                  <a:pt x="3403" y="167322"/>
                </a:lnTo>
                <a:lnTo>
                  <a:pt x="12700" y="181114"/>
                </a:lnTo>
                <a:lnTo>
                  <a:pt x="26479" y="190411"/>
                </a:lnTo>
                <a:lnTo>
                  <a:pt x="43357" y="193814"/>
                </a:lnTo>
                <a:lnTo>
                  <a:pt x="731774" y="193814"/>
                </a:lnTo>
                <a:lnTo>
                  <a:pt x="748652" y="190411"/>
                </a:lnTo>
                <a:lnTo>
                  <a:pt x="762431" y="181114"/>
                </a:lnTo>
                <a:lnTo>
                  <a:pt x="771715" y="167322"/>
                </a:lnTo>
                <a:lnTo>
                  <a:pt x="775131" y="150444"/>
                </a:lnTo>
                <a:lnTo>
                  <a:pt x="775131" y="121132"/>
                </a:lnTo>
                <a:lnTo>
                  <a:pt x="775131" y="72682"/>
                </a:lnTo>
                <a:lnTo>
                  <a:pt x="775131" y="4337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8089" y="2752516"/>
            <a:ext cx="752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2060"/>
                </a:solidFill>
                <a:latin typeface="Calibri"/>
                <a:cs typeface="Calibri"/>
              </a:rPr>
              <a:t>Network Server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15261" y="2752516"/>
            <a:ext cx="98551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B050"/>
                </a:solidFill>
                <a:latin typeface="Calibri"/>
                <a:cs typeface="Calibri"/>
              </a:rPr>
              <a:t>Application Server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35495" y="2295144"/>
            <a:ext cx="4253865" cy="1780539"/>
            <a:chOff x="6635495" y="2295144"/>
            <a:chExt cx="4253865" cy="1780539"/>
          </a:xfrm>
        </p:grpSpPr>
        <p:sp>
          <p:nvSpPr>
            <p:cNvPr id="9" name="object 9"/>
            <p:cNvSpPr/>
            <p:nvPr/>
          </p:nvSpPr>
          <p:spPr>
            <a:xfrm>
              <a:off x="10114775" y="3300120"/>
              <a:ext cx="774700" cy="775335"/>
            </a:xfrm>
            <a:custGeom>
              <a:avLst/>
              <a:gdLst/>
              <a:ahLst/>
              <a:cxnLst/>
              <a:rect l="l" t="t" r="r" b="b"/>
              <a:pathLst>
                <a:path w="774700" h="775335">
                  <a:moveTo>
                    <a:pt x="774115" y="527900"/>
                  </a:moveTo>
                  <a:lnTo>
                    <a:pt x="770712" y="511022"/>
                  </a:lnTo>
                  <a:lnTo>
                    <a:pt x="761428" y="497230"/>
                  </a:lnTo>
                  <a:lnTo>
                    <a:pt x="747674" y="487946"/>
                  </a:lnTo>
                  <a:lnTo>
                    <a:pt x="730808" y="484530"/>
                  </a:lnTo>
                  <a:lnTo>
                    <a:pt x="387057" y="484530"/>
                  </a:lnTo>
                  <a:lnTo>
                    <a:pt x="387057" y="581444"/>
                  </a:lnTo>
                  <a:lnTo>
                    <a:pt x="385152" y="590867"/>
                  </a:lnTo>
                  <a:lnTo>
                    <a:pt x="379971" y="598576"/>
                  </a:lnTo>
                  <a:lnTo>
                    <a:pt x="372287" y="603758"/>
                  </a:lnTo>
                  <a:lnTo>
                    <a:pt x="362864" y="605663"/>
                  </a:lnTo>
                  <a:lnTo>
                    <a:pt x="353441" y="603758"/>
                  </a:lnTo>
                  <a:lnTo>
                    <a:pt x="345757" y="598576"/>
                  </a:lnTo>
                  <a:lnTo>
                    <a:pt x="340575" y="590867"/>
                  </a:lnTo>
                  <a:lnTo>
                    <a:pt x="338670" y="581444"/>
                  </a:lnTo>
                  <a:lnTo>
                    <a:pt x="340575" y="572008"/>
                  </a:lnTo>
                  <a:lnTo>
                    <a:pt x="345757" y="564311"/>
                  </a:lnTo>
                  <a:lnTo>
                    <a:pt x="353441" y="559117"/>
                  </a:lnTo>
                  <a:lnTo>
                    <a:pt x="362864" y="557212"/>
                  </a:lnTo>
                  <a:lnTo>
                    <a:pt x="372287" y="559117"/>
                  </a:lnTo>
                  <a:lnTo>
                    <a:pt x="379971" y="564311"/>
                  </a:lnTo>
                  <a:lnTo>
                    <a:pt x="385152" y="572008"/>
                  </a:lnTo>
                  <a:lnTo>
                    <a:pt x="387057" y="581444"/>
                  </a:lnTo>
                  <a:lnTo>
                    <a:pt x="387057" y="484530"/>
                  </a:lnTo>
                  <a:lnTo>
                    <a:pt x="266103" y="484530"/>
                  </a:lnTo>
                  <a:lnTo>
                    <a:pt x="266103" y="581444"/>
                  </a:lnTo>
                  <a:lnTo>
                    <a:pt x="264198" y="590867"/>
                  </a:lnTo>
                  <a:lnTo>
                    <a:pt x="259016" y="598576"/>
                  </a:lnTo>
                  <a:lnTo>
                    <a:pt x="251320" y="603758"/>
                  </a:lnTo>
                  <a:lnTo>
                    <a:pt x="241909" y="605663"/>
                  </a:lnTo>
                  <a:lnTo>
                    <a:pt x="232486" y="603758"/>
                  </a:lnTo>
                  <a:lnTo>
                    <a:pt x="224802" y="598576"/>
                  </a:lnTo>
                  <a:lnTo>
                    <a:pt x="219621" y="590867"/>
                  </a:lnTo>
                  <a:lnTo>
                    <a:pt x="217716" y="581444"/>
                  </a:lnTo>
                  <a:lnTo>
                    <a:pt x="219621" y="572008"/>
                  </a:lnTo>
                  <a:lnTo>
                    <a:pt x="224802" y="564311"/>
                  </a:lnTo>
                  <a:lnTo>
                    <a:pt x="232486" y="559117"/>
                  </a:lnTo>
                  <a:lnTo>
                    <a:pt x="241909" y="557212"/>
                  </a:lnTo>
                  <a:lnTo>
                    <a:pt x="251320" y="559117"/>
                  </a:lnTo>
                  <a:lnTo>
                    <a:pt x="259016" y="564311"/>
                  </a:lnTo>
                  <a:lnTo>
                    <a:pt x="264198" y="572008"/>
                  </a:lnTo>
                  <a:lnTo>
                    <a:pt x="266103" y="581444"/>
                  </a:lnTo>
                  <a:lnTo>
                    <a:pt x="266103" y="484530"/>
                  </a:lnTo>
                  <a:lnTo>
                    <a:pt x="145148" y="484530"/>
                  </a:lnTo>
                  <a:lnTo>
                    <a:pt x="145148" y="581444"/>
                  </a:lnTo>
                  <a:lnTo>
                    <a:pt x="143243" y="590867"/>
                  </a:lnTo>
                  <a:lnTo>
                    <a:pt x="138061" y="598576"/>
                  </a:lnTo>
                  <a:lnTo>
                    <a:pt x="130365" y="603758"/>
                  </a:lnTo>
                  <a:lnTo>
                    <a:pt x="120954" y="605663"/>
                  </a:lnTo>
                  <a:lnTo>
                    <a:pt x="111531" y="603758"/>
                  </a:lnTo>
                  <a:lnTo>
                    <a:pt x="103847" y="598576"/>
                  </a:lnTo>
                  <a:lnTo>
                    <a:pt x="98653" y="590867"/>
                  </a:lnTo>
                  <a:lnTo>
                    <a:pt x="96761" y="581444"/>
                  </a:lnTo>
                  <a:lnTo>
                    <a:pt x="98653" y="572008"/>
                  </a:lnTo>
                  <a:lnTo>
                    <a:pt x="103847" y="564311"/>
                  </a:lnTo>
                  <a:lnTo>
                    <a:pt x="111531" y="559117"/>
                  </a:lnTo>
                  <a:lnTo>
                    <a:pt x="120954" y="557212"/>
                  </a:lnTo>
                  <a:lnTo>
                    <a:pt x="130365" y="559117"/>
                  </a:lnTo>
                  <a:lnTo>
                    <a:pt x="138061" y="564311"/>
                  </a:lnTo>
                  <a:lnTo>
                    <a:pt x="143243" y="572008"/>
                  </a:lnTo>
                  <a:lnTo>
                    <a:pt x="145148" y="581444"/>
                  </a:lnTo>
                  <a:lnTo>
                    <a:pt x="145148" y="484530"/>
                  </a:lnTo>
                  <a:lnTo>
                    <a:pt x="43294" y="484530"/>
                  </a:lnTo>
                  <a:lnTo>
                    <a:pt x="26441" y="487946"/>
                  </a:lnTo>
                  <a:lnTo>
                    <a:pt x="12674" y="497230"/>
                  </a:lnTo>
                  <a:lnTo>
                    <a:pt x="3403" y="511022"/>
                  </a:lnTo>
                  <a:lnTo>
                    <a:pt x="0" y="527900"/>
                  </a:lnTo>
                  <a:lnTo>
                    <a:pt x="0" y="634974"/>
                  </a:lnTo>
                  <a:lnTo>
                    <a:pt x="3403" y="651852"/>
                  </a:lnTo>
                  <a:lnTo>
                    <a:pt x="12674" y="665645"/>
                  </a:lnTo>
                  <a:lnTo>
                    <a:pt x="26441" y="674941"/>
                  </a:lnTo>
                  <a:lnTo>
                    <a:pt x="43294" y="678345"/>
                  </a:lnTo>
                  <a:lnTo>
                    <a:pt x="350761" y="678345"/>
                  </a:lnTo>
                  <a:lnTo>
                    <a:pt x="350761" y="775258"/>
                  </a:lnTo>
                  <a:lnTo>
                    <a:pt x="423329" y="775258"/>
                  </a:lnTo>
                  <a:lnTo>
                    <a:pt x="423329" y="678345"/>
                  </a:lnTo>
                  <a:lnTo>
                    <a:pt x="730808" y="678345"/>
                  </a:lnTo>
                  <a:lnTo>
                    <a:pt x="747674" y="674941"/>
                  </a:lnTo>
                  <a:lnTo>
                    <a:pt x="761428" y="665645"/>
                  </a:lnTo>
                  <a:lnTo>
                    <a:pt x="770712" y="651852"/>
                  </a:lnTo>
                  <a:lnTo>
                    <a:pt x="774115" y="634974"/>
                  </a:lnTo>
                  <a:lnTo>
                    <a:pt x="774115" y="605663"/>
                  </a:lnTo>
                  <a:lnTo>
                    <a:pt x="774115" y="557212"/>
                  </a:lnTo>
                  <a:lnTo>
                    <a:pt x="774115" y="527900"/>
                  </a:lnTo>
                  <a:close/>
                </a:path>
                <a:path w="774700" h="775335">
                  <a:moveTo>
                    <a:pt x="774115" y="285635"/>
                  </a:moveTo>
                  <a:lnTo>
                    <a:pt x="770712" y="268757"/>
                  </a:lnTo>
                  <a:lnTo>
                    <a:pt x="761428" y="254965"/>
                  </a:lnTo>
                  <a:lnTo>
                    <a:pt x="747674" y="245681"/>
                  </a:lnTo>
                  <a:lnTo>
                    <a:pt x="730821" y="242265"/>
                  </a:lnTo>
                  <a:lnTo>
                    <a:pt x="387057" y="242265"/>
                  </a:lnTo>
                  <a:lnTo>
                    <a:pt x="387057" y="339178"/>
                  </a:lnTo>
                  <a:lnTo>
                    <a:pt x="385152" y="348602"/>
                  </a:lnTo>
                  <a:lnTo>
                    <a:pt x="379971" y="356311"/>
                  </a:lnTo>
                  <a:lnTo>
                    <a:pt x="372287" y="361492"/>
                  </a:lnTo>
                  <a:lnTo>
                    <a:pt x="362864" y="363397"/>
                  </a:lnTo>
                  <a:lnTo>
                    <a:pt x="353441" y="361492"/>
                  </a:lnTo>
                  <a:lnTo>
                    <a:pt x="345757" y="356311"/>
                  </a:lnTo>
                  <a:lnTo>
                    <a:pt x="340575" y="348602"/>
                  </a:lnTo>
                  <a:lnTo>
                    <a:pt x="338670" y="339178"/>
                  </a:lnTo>
                  <a:lnTo>
                    <a:pt x="340575" y="329742"/>
                  </a:lnTo>
                  <a:lnTo>
                    <a:pt x="345757" y="322046"/>
                  </a:lnTo>
                  <a:lnTo>
                    <a:pt x="353441" y="316852"/>
                  </a:lnTo>
                  <a:lnTo>
                    <a:pt x="362864" y="314947"/>
                  </a:lnTo>
                  <a:lnTo>
                    <a:pt x="372287" y="316852"/>
                  </a:lnTo>
                  <a:lnTo>
                    <a:pt x="379971" y="322046"/>
                  </a:lnTo>
                  <a:lnTo>
                    <a:pt x="385152" y="329742"/>
                  </a:lnTo>
                  <a:lnTo>
                    <a:pt x="387057" y="339178"/>
                  </a:lnTo>
                  <a:lnTo>
                    <a:pt x="387057" y="242265"/>
                  </a:lnTo>
                  <a:lnTo>
                    <a:pt x="266103" y="242265"/>
                  </a:lnTo>
                  <a:lnTo>
                    <a:pt x="266103" y="339178"/>
                  </a:lnTo>
                  <a:lnTo>
                    <a:pt x="264198" y="348602"/>
                  </a:lnTo>
                  <a:lnTo>
                    <a:pt x="259016" y="356311"/>
                  </a:lnTo>
                  <a:lnTo>
                    <a:pt x="251333" y="361492"/>
                  </a:lnTo>
                  <a:lnTo>
                    <a:pt x="241909" y="363397"/>
                  </a:lnTo>
                  <a:lnTo>
                    <a:pt x="232486" y="361492"/>
                  </a:lnTo>
                  <a:lnTo>
                    <a:pt x="224802" y="356311"/>
                  </a:lnTo>
                  <a:lnTo>
                    <a:pt x="219621" y="348602"/>
                  </a:lnTo>
                  <a:lnTo>
                    <a:pt x="217716" y="339178"/>
                  </a:lnTo>
                  <a:lnTo>
                    <a:pt x="219621" y="329742"/>
                  </a:lnTo>
                  <a:lnTo>
                    <a:pt x="224802" y="322046"/>
                  </a:lnTo>
                  <a:lnTo>
                    <a:pt x="232486" y="316852"/>
                  </a:lnTo>
                  <a:lnTo>
                    <a:pt x="241909" y="314947"/>
                  </a:lnTo>
                  <a:lnTo>
                    <a:pt x="251333" y="316852"/>
                  </a:lnTo>
                  <a:lnTo>
                    <a:pt x="259016" y="322046"/>
                  </a:lnTo>
                  <a:lnTo>
                    <a:pt x="264198" y="329742"/>
                  </a:lnTo>
                  <a:lnTo>
                    <a:pt x="266103" y="339178"/>
                  </a:lnTo>
                  <a:lnTo>
                    <a:pt x="266103" y="242265"/>
                  </a:lnTo>
                  <a:lnTo>
                    <a:pt x="145148" y="242265"/>
                  </a:lnTo>
                  <a:lnTo>
                    <a:pt x="145148" y="339178"/>
                  </a:lnTo>
                  <a:lnTo>
                    <a:pt x="143243" y="348602"/>
                  </a:lnTo>
                  <a:lnTo>
                    <a:pt x="138061" y="356311"/>
                  </a:lnTo>
                  <a:lnTo>
                    <a:pt x="130365" y="361492"/>
                  </a:lnTo>
                  <a:lnTo>
                    <a:pt x="120954" y="363397"/>
                  </a:lnTo>
                  <a:lnTo>
                    <a:pt x="111531" y="361492"/>
                  </a:lnTo>
                  <a:lnTo>
                    <a:pt x="103847" y="356311"/>
                  </a:lnTo>
                  <a:lnTo>
                    <a:pt x="98666" y="348602"/>
                  </a:lnTo>
                  <a:lnTo>
                    <a:pt x="96761" y="339178"/>
                  </a:lnTo>
                  <a:lnTo>
                    <a:pt x="98666" y="329742"/>
                  </a:lnTo>
                  <a:lnTo>
                    <a:pt x="103847" y="322046"/>
                  </a:lnTo>
                  <a:lnTo>
                    <a:pt x="111531" y="316852"/>
                  </a:lnTo>
                  <a:lnTo>
                    <a:pt x="120954" y="314947"/>
                  </a:lnTo>
                  <a:lnTo>
                    <a:pt x="130365" y="316852"/>
                  </a:lnTo>
                  <a:lnTo>
                    <a:pt x="138061" y="322046"/>
                  </a:lnTo>
                  <a:lnTo>
                    <a:pt x="143243" y="329742"/>
                  </a:lnTo>
                  <a:lnTo>
                    <a:pt x="145148" y="339178"/>
                  </a:lnTo>
                  <a:lnTo>
                    <a:pt x="145148" y="242265"/>
                  </a:lnTo>
                  <a:lnTo>
                    <a:pt x="43294" y="242265"/>
                  </a:lnTo>
                  <a:lnTo>
                    <a:pt x="26441" y="245681"/>
                  </a:lnTo>
                  <a:lnTo>
                    <a:pt x="12674" y="254965"/>
                  </a:lnTo>
                  <a:lnTo>
                    <a:pt x="3403" y="268757"/>
                  </a:lnTo>
                  <a:lnTo>
                    <a:pt x="0" y="285635"/>
                  </a:lnTo>
                  <a:lnTo>
                    <a:pt x="0" y="392709"/>
                  </a:lnTo>
                  <a:lnTo>
                    <a:pt x="3403" y="409587"/>
                  </a:lnTo>
                  <a:lnTo>
                    <a:pt x="12674" y="423379"/>
                  </a:lnTo>
                  <a:lnTo>
                    <a:pt x="26441" y="432676"/>
                  </a:lnTo>
                  <a:lnTo>
                    <a:pt x="43294" y="436079"/>
                  </a:lnTo>
                  <a:lnTo>
                    <a:pt x="730821" y="436079"/>
                  </a:lnTo>
                  <a:lnTo>
                    <a:pt x="747674" y="432676"/>
                  </a:lnTo>
                  <a:lnTo>
                    <a:pt x="761428" y="423379"/>
                  </a:lnTo>
                  <a:lnTo>
                    <a:pt x="770712" y="409587"/>
                  </a:lnTo>
                  <a:lnTo>
                    <a:pt x="774115" y="392709"/>
                  </a:lnTo>
                  <a:lnTo>
                    <a:pt x="774115" y="363397"/>
                  </a:lnTo>
                  <a:lnTo>
                    <a:pt x="774115" y="314947"/>
                  </a:lnTo>
                  <a:lnTo>
                    <a:pt x="774115" y="285635"/>
                  </a:lnTo>
                  <a:close/>
                </a:path>
                <a:path w="774700" h="775335">
                  <a:moveTo>
                    <a:pt x="774115" y="43370"/>
                  </a:moveTo>
                  <a:lnTo>
                    <a:pt x="770712" y="26492"/>
                  </a:lnTo>
                  <a:lnTo>
                    <a:pt x="761441" y="12700"/>
                  </a:lnTo>
                  <a:lnTo>
                    <a:pt x="747674" y="3416"/>
                  </a:lnTo>
                  <a:lnTo>
                    <a:pt x="730821" y="0"/>
                  </a:lnTo>
                  <a:lnTo>
                    <a:pt x="387057" y="0"/>
                  </a:lnTo>
                  <a:lnTo>
                    <a:pt x="387057" y="96913"/>
                  </a:lnTo>
                  <a:lnTo>
                    <a:pt x="385152" y="106337"/>
                  </a:lnTo>
                  <a:lnTo>
                    <a:pt x="379971" y="114046"/>
                  </a:lnTo>
                  <a:lnTo>
                    <a:pt x="372287" y="119227"/>
                  </a:lnTo>
                  <a:lnTo>
                    <a:pt x="362864" y="121132"/>
                  </a:lnTo>
                  <a:lnTo>
                    <a:pt x="353453" y="119227"/>
                  </a:lnTo>
                  <a:lnTo>
                    <a:pt x="345757" y="114046"/>
                  </a:lnTo>
                  <a:lnTo>
                    <a:pt x="340575" y="106337"/>
                  </a:lnTo>
                  <a:lnTo>
                    <a:pt x="338670" y="96913"/>
                  </a:lnTo>
                  <a:lnTo>
                    <a:pt x="340575" y="87477"/>
                  </a:lnTo>
                  <a:lnTo>
                    <a:pt x="345757" y="79781"/>
                  </a:lnTo>
                  <a:lnTo>
                    <a:pt x="353453" y="74587"/>
                  </a:lnTo>
                  <a:lnTo>
                    <a:pt x="362864" y="72682"/>
                  </a:lnTo>
                  <a:lnTo>
                    <a:pt x="372287" y="74587"/>
                  </a:lnTo>
                  <a:lnTo>
                    <a:pt x="379971" y="79781"/>
                  </a:lnTo>
                  <a:lnTo>
                    <a:pt x="385152" y="87477"/>
                  </a:lnTo>
                  <a:lnTo>
                    <a:pt x="387057" y="96913"/>
                  </a:lnTo>
                  <a:lnTo>
                    <a:pt x="387057" y="0"/>
                  </a:lnTo>
                  <a:lnTo>
                    <a:pt x="266103" y="0"/>
                  </a:lnTo>
                  <a:lnTo>
                    <a:pt x="266103" y="96913"/>
                  </a:lnTo>
                  <a:lnTo>
                    <a:pt x="264198" y="106337"/>
                  </a:lnTo>
                  <a:lnTo>
                    <a:pt x="259016" y="114046"/>
                  </a:lnTo>
                  <a:lnTo>
                    <a:pt x="251333" y="119227"/>
                  </a:lnTo>
                  <a:lnTo>
                    <a:pt x="241909" y="121132"/>
                  </a:lnTo>
                  <a:lnTo>
                    <a:pt x="232486" y="119227"/>
                  </a:lnTo>
                  <a:lnTo>
                    <a:pt x="224802" y="114046"/>
                  </a:lnTo>
                  <a:lnTo>
                    <a:pt x="219621" y="106337"/>
                  </a:lnTo>
                  <a:lnTo>
                    <a:pt x="217716" y="96913"/>
                  </a:lnTo>
                  <a:lnTo>
                    <a:pt x="219621" y="87477"/>
                  </a:lnTo>
                  <a:lnTo>
                    <a:pt x="224802" y="79781"/>
                  </a:lnTo>
                  <a:lnTo>
                    <a:pt x="232486" y="74587"/>
                  </a:lnTo>
                  <a:lnTo>
                    <a:pt x="241909" y="72682"/>
                  </a:lnTo>
                  <a:lnTo>
                    <a:pt x="251333" y="74587"/>
                  </a:lnTo>
                  <a:lnTo>
                    <a:pt x="259016" y="79781"/>
                  </a:lnTo>
                  <a:lnTo>
                    <a:pt x="264198" y="87477"/>
                  </a:lnTo>
                  <a:lnTo>
                    <a:pt x="266103" y="96913"/>
                  </a:lnTo>
                  <a:lnTo>
                    <a:pt x="266103" y="0"/>
                  </a:lnTo>
                  <a:lnTo>
                    <a:pt x="145148" y="0"/>
                  </a:lnTo>
                  <a:lnTo>
                    <a:pt x="145148" y="96913"/>
                  </a:lnTo>
                  <a:lnTo>
                    <a:pt x="143243" y="106337"/>
                  </a:lnTo>
                  <a:lnTo>
                    <a:pt x="138061" y="114046"/>
                  </a:lnTo>
                  <a:lnTo>
                    <a:pt x="130378" y="119227"/>
                  </a:lnTo>
                  <a:lnTo>
                    <a:pt x="120954" y="121132"/>
                  </a:lnTo>
                  <a:lnTo>
                    <a:pt x="111531" y="119227"/>
                  </a:lnTo>
                  <a:lnTo>
                    <a:pt x="103847" y="114046"/>
                  </a:lnTo>
                  <a:lnTo>
                    <a:pt x="98666" y="106337"/>
                  </a:lnTo>
                  <a:lnTo>
                    <a:pt x="96761" y="96913"/>
                  </a:lnTo>
                  <a:lnTo>
                    <a:pt x="98666" y="87477"/>
                  </a:lnTo>
                  <a:lnTo>
                    <a:pt x="103847" y="79781"/>
                  </a:lnTo>
                  <a:lnTo>
                    <a:pt x="111531" y="74587"/>
                  </a:lnTo>
                  <a:lnTo>
                    <a:pt x="120954" y="72682"/>
                  </a:lnTo>
                  <a:lnTo>
                    <a:pt x="130378" y="74587"/>
                  </a:lnTo>
                  <a:lnTo>
                    <a:pt x="138061" y="79781"/>
                  </a:lnTo>
                  <a:lnTo>
                    <a:pt x="143243" y="87477"/>
                  </a:lnTo>
                  <a:lnTo>
                    <a:pt x="145148" y="96913"/>
                  </a:lnTo>
                  <a:lnTo>
                    <a:pt x="145148" y="0"/>
                  </a:lnTo>
                  <a:lnTo>
                    <a:pt x="43294" y="0"/>
                  </a:lnTo>
                  <a:lnTo>
                    <a:pt x="26441" y="3416"/>
                  </a:lnTo>
                  <a:lnTo>
                    <a:pt x="12687" y="12700"/>
                  </a:lnTo>
                  <a:lnTo>
                    <a:pt x="3403" y="26492"/>
                  </a:lnTo>
                  <a:lnTo>
                    <a:pt x="0" y="43370"/>
                  </a:lnTo>
                  <a:lnTo>
                    <a:pt x="0" y="150444"/>
                  </a:lnTo>
                  <a:lnTo>
                    <a:pt x="3403" y="167322"/>
                  </a:lnTo>
                  <a:lnTo>
                    <a:pt x="12687" y="181114"/>
                  </a:lnTo>
                  <a:lnTo>
                    <a:pt x="26441" y="190411"/>
                  </a:lnTo>
                  <a:lnTo>
                    <a:pt x="43294" y="193814"/>
                  </a:lnTo>
                  <a:lnTo>
                    <a:pt x="730821" y="193814"/>
                  </a:lnTo>
                  <a:lnTo>
                    <a:pt x="747674" y="190411"/>
                  </a:lnTo>
                  <a:lnTo>
                    <a:pt x="761441" y="181114"/>
                  </a:lnTo>
                  <a:lnTo>
                    <a:pt x="770712" y="167322"/>
                  </a:lnTo>
                  <a:lnTo>
                    <a:pt x="774115" y="150444"/>
                  </a:lnTo>
                  <a:lnTo>
                    <a:pt x="774115" y="121132"/>
                  </a:lnTo>
                  <a:lnTo>
                    <a:pt x="774115" y="72682"/>
                  </a:lnTo>
                  <a:lnTo>
                    <a:pt x="774115" y="4337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5495" y="2295144"/>
              <a:ext cx="503661" cy="9143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610929" y="3098373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97395" y="2719202"/>
            <a:ext cx="4701540" cy="1918335"/>
            <a:chOff x="6597395" y="2719202"/>
            <a:chExt cx="4701540" cy="191833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7395" y="3723132"/>
              <a:ext cx="504969" cy="914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86343" y="2830067"/>
              <a:ext cx="0" cy="1542415"/>
            </a:xfrm>
            <a:custGeom>
              <a:avLst/>
              <a:gdLst/>
              <a:ahLst/>
              <a:cxnLst/>
              <a:rect l="l" t="t" r="r" b="b"/>
              <a:pathLst>
                <a:path h="1542414">
                  <a:moveTo>
                    <a:pt x="0" y="0"/>
                  </a:moveTo>
                  <a:lnTo>
                    <a:pt x="0" y="1541843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13450" y="2855975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90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13450" y="4343400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90">
                  <a:moveTo>
                    <a:pt x="1100632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28709" y="2728727"/>
              <a:ext cx="2560320" cy="1696720"/>
            </a:xfrm>
            <a:custGeom>
              <a:avLst/>
              <a:gdLst/>
              <a:ahLst/>
              <a:cxnLst/>
              <a:rect l="l" t="t" r="r" b="b"/>
              <a:pathLst>
                <a:path w="2560320" h="1696720">
                  <a:moveTo>
                    <a:pt x="0" y="282701"/>
                  </a:moveTo>
                  <a:lnTo>
                    <a:pt x="3700" y="236845"/>
                  </a:lnTo>
                  <a:lnTo>
                    <a:pt x="14412" y="193345"/>
                  </a:lnTo>
                  <a:lnTo>
                    <a:pt x="31554" y="152783"/>
                  </a:lnTo>
                  <a:lnTo>
                    <a:pt x="54544" y="115741"/>
                  </a:lnTo>
                  <a:lnTo>
                    <a:pt x="82800" y="82800"/>
                  </a:lnTo>
                  <a:lnTo>
                    <a:pt x="115741" y="54544"/>
                  </a:lnTo>
                  <a:lnTo>
                    <a:pt x="152783" y="31554"/>
                  </a:lnTo>
                  <a:lnTo>
                    <a:pt x="193345" y="14412"/>
                  </a:lnTo>
                  <a:lnTo>
                    <a:pt x="236845" y="3700"/>
                  </a:lnTo>
                  <a:lnTo>
                    <a:pt x="282702" y="0"/>
                  </a:lnTo>
                  <a:lnTo>
                    <a:pt x="2277618" y="0"/>
                  </a:lnTo>
                  <a:lnTo>
                    <a:pt x="2323474" y="3700"/>
                  </a:lnTo>
                  <a:lnTo>
                    <a:pt x="2366974" y="14412"/>
                  </a:lnTo>
                  <a:lnTo>
                    <a:pt x="2407536" y="31554"/>
                  </a:lnTo>
                  <a:lnTo>
                    <a:pt x="2444578" y="54544"/>
                  </a:lnTo>
                  <a:lnTo>
                    <a:pt x="2477519" y="82800"/>
                  </a:lnTo>
                  <a:lnTo>
                    <a:pt x="2505775" y="115741"/>
                  </a:lnTo>
                  <a:lnTo>
                    <a:pt x="2528765" y="152783"/>
                  </a:lnTo>
                  <a:lnTo>
                    <a:pt x="2545907" y="193345"/>
                  </a:lnTo>
                  <a:lnTo>
                    <a:pt x="2556619" y="236845"/>
                  </a:lnTo>
                  <a:lnTo>
                    <a:pt x="2560320" y="282701"/>
                  </a:lnTo>
                  <a:lnTo>
                    <a:pt x="2560320" y="1413497"/>
                  </a:lnTo>
                  <a:lnTo>
                    <a:pt x="2556619" y="1459353"/>
                  </a:lnTo>
                  <a:lnTo>
                    <a:pt x="2545907" y="1502855"/>
                  </a:lnTo>
                  <a:lnTo>
                    <a:pt x="2528765" y="1543418"/>
                  </a:lnTo>
                  <a:lnTo>
                    <a:pt x="2505775" y="1580462"/>
                  </a:lnTo>
                  <a:lnTo>
                    <a:pt x="2477519" y="1613404"/>
                  </a:lnTo>
                  <a:lnTo>
                    <a:pt x="2444578" y="1641662"/>
                  </a:lnTo>
                  <a:lnTo>
                    <a:pt x="2407536" y="1664654"/>
                  </a:lnTo>
                  <a:lnTo>
                    <a:pt x="2366974" y="1681798"/>
                  </a:lnTo>
                  <a:lnTo>
                    <a:pt x="2323474" y="1692511"/>
                  </a:lnTo>
                  <a:lnTo>
                    <a:pt x="2277618" y="1696212"/>
                  </a:lnTo>
                  <a:lnTo>
                    <a:pt x="282702" y="1696212"/>
                  </a:lnTo>
                  <a:lnTo>
                    <a:pt x="236845" y="1692511"/>
                  </a:lnTo>
                  <a:lnTo>
                    <a:pt x="193345" y="1681798"/>
                  </a:lnTo>
                  <a:lnTo>
                    <a:pt x="152783" y="1664654"/>
                  </a:lnTo>
                  <a:lnTo>
                    <a:pt x="115741" y="1641662"/>
                  </a:lnTo>
                  <a:lnTo>
                    <a:pt x="82800" y="1613404"/>
                  </a:lnTo>
                  <a:lnTo>
                    <a:pt x="54544" y="1580462"/>
                  </a:lnTo>
                  <a:lnTo>
                    <a:pt x="31554" y="1543418"/>
                  </a:lnTo>
                  <a:lnTo>
                    <a:pt x="14412" y="1502855"/>
                  </a:lnTo>
                  <a:lnTo>
                    <a:pt x="3700" y="1459353"/>
                  </a:lnTo>
                  <a:lnTo>
                    <a:pt x="0" y="1413497"/>
                  </a:lnTo>
                  <a:lnTo>
                    <a:pt x="0" y="282701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86343" y="3576827"/>
              <a:ext cx="641985" cy="0"/>
            </a:xfrm>
            <a:custGeom>
              <a:avLst/>
              <a:gdLst/>
              <a:ahLst/>
              <a:cxnLst/>
              <a:rect l="l" t="t" r="r" b="b"/>
              <a:pathLst>
                <a:path w="641984">
                  <a:moveTo>
                    <a:pt x="0" y="0"/>
                  </a:moveTo>
                  <a:lnTo>
                    <a:pt x="641565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767890" y="1617529"/>
            <a:ext cx="734060" cy="516255"/>
          </a:xfrm>
          <a:custGeom>
            <a:avLst/>
            <a:gdLst/>
            <a:ahLst/>
            <a:cxnLst/>
            <a:rect l="l" t="t" r="r" b="b"/>
            <a:pathLst>
              <a:path w="734059" h="516255">
                <a:moveTo>
                  <a:pt x="259581" y="515640"/>
                </a:moveTo>
                <a:lnTo>
                  <a:pt x="0" y="248683"/>
                </a:lnTo>
                <a:lnTo>
                  <a:pt x="67475" y="184327"/>
                </a:lnTo>
                <a:lnTo>
                  <a:pt x="262748" y="384545"/>
                </a:lnTo>
                <a:lnTo>
                  <a:pt x="669188" y="0"/>
                </a:lnTo>
                <a:lnTo>
                  <a:pt x="733488" y="66739"/>
                </a:lnTo>
                <a:lnTo>
                  <a:pt x="327842" y="452078"/>
                </a:lnTo>
                <a:lnTo>
                  <a:pt x="259581" y="51564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80292" y="1617530"/>
            <a:ext cx="735330" cy="516255"/>
          </a:xfrm>
          <a:custGeom>
            <a:avLst/>
            <a:gdLst/>
            <a:ahLst/>
            <a:cxnLst/>
            <a:rect l="l" t="t" r="r" b="b"/>
            <a:pathLst>
              <a:path w="735329" h="516255">
                <a:moveTo>
                  <a:pt x="260094" y="515640"/>
                </a:moveTo>
                <a:lnTo>
                  <a:pt x="0" y="248683"/>
                </a:lnTo>
                <a:lnTo>
                  <a:pt x="67608" y="184327"/>
                </a:lnTo>
                <a:lnTo>
                  <a:pt x="263276" y="384545"/>
                </a:lnTo>
                <a:lnTo>
                  <a:pt x="670518" y="0"/>
                </a:lnTo>
                <a:lnTo>
                  <a:pt x="734945" y="66739"/>
                </a:lnTo>
                <a:lnTo>
                  <a:pt x="328498" y="452078"/>
                </a:lnTo>
                <a:lnTo>
                  <a:pt x="260094" y="51564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14088" y="2362200"/>
            <a:ext cx="437515" cy="570230"/>
          </a:xfrm>
          <a:custGeom>
            <a:avLst/>
            <a:gdLst/>
            <a:ahLst/>
            <a:cxnLst/>
            <a:rect l="l" t="t" r="r" b="b"/>
            <a:pathLst>
              <a:path w="437514" h="570230">
                <a:moveTo>
                  <a:pt x="328041" y="0"/>
                </a:moveTo>
                <a:lnTo>
                  <a:pt x="109347" y="0"/>
                </a:lnTo>
                <a:lnTo>
                  <a:pt x="109347" y="351282"/>
                </a:lnTo>
                <a:lnTo>
                  <a:pt x="0" y="351282"/>
                </a:lnTo>
                <a:lnTo>
                  <a:pt x="218694" y="569976"/>
                </a:lnTo>
                <a:lnTo>
                  <a:pt x="437388" y="351282"/>
                </a:lnTo>
                <a:lnTo>
                  <a:pt x="328041" y="351282"/>
                </a:lnTo>
                <a:lnTo>
                  <a:pt x="3280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86754" y="5256276"/>
            <a:ext cx="5412105" cy="257810"/>
          </a:xfrm>
          <a:custGeom>
            <a:avLst/>
            <a:gdLst/>
            <a:ahLst/>
            <a:cxnLst/>
            <a:rect l="l" t="t" r="r" b="b"/>
            <a:pathLst>
              <a:path w="5412105" h="257810">
                <a:moveTo>
                  <a:pt x="128777" y="0"/>
                </a:moveTo>
                <a:lnTo>
                  <a:pt x="0" y="128778"/>
                </a:lnTo>
                <a:lnTo>
                  <a:pt x="128777" y="257556"/>
                </a:lnTo>
                <a:lnTo>
                  <a:pt x="128777" y="193167"/>
                </a:lnTo>
                <a:lnTo>
                  <a:pt x="5411724" y="193167"/>
                </a:lnTo>
                <a:lnTo>
                  <a:pt x="5411724" y="64389"/>
                </a:lnTo>
                <a:lnTo>
                  <a:pt x="128777" y="64389"/>
                </a:lnTo>
                <a:lnTo>
                  <a:pt x="1287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719581" y="5438428"/>
            <a:ext cx="9855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DOWNLINK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305049" y="4954523"/>
            <a:ext cx="5393690" cy="256540"/>
          </a:xfrm>
          <a:custGeom>
            <a:avLst/>
            <a:gdLst/>
            <a:ahLst/>
            <a:cxnLst/>
            <a:rect l="l" t="t" r="r" b="b"/>
            <a:pathLst>
              <a:path w="5393690" h="256539">
                <a:moveTo>
                  <a:pt x="5265420" y="0"/>
                </a:moveTo>
                <a:lnTo>
                  <a:pt x="5265420" y="64007"/>
                </a:lnTo>
                <a:lnTo>
                  <a:pt x="0" y="64007"/>
                </a:lnTo>
                <a:lnTo>
                  <a:pt x="0" y="192023"/>
                </a:lnTo>
                <a:lnTo>
                  <a:pt x="5265420" y="192023"/>
                </a:lnTo>
                <a:lnTo>
                  <a:pt x="5265420" y="256031"/>
                </a:lnTo>
                <a:lnTo>
                  <a:pt x="5393436" y="128015"/>
                </a:lnTo>
                <a:lnTo>
                  <a:pt x="52654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299240" y="4525107"/>
            <a:ext cx="220789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7145">
              <a:lnSpc>
                <a:spcPts val="1795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95"/>
              </a:lnSpc>
            </a:pP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UPLINK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17545" y="1565008"/>
            <a:ext cx="553720" cy="554990"/>
          </a:xfrm>
          <a:custGeom>
            <a:avLst/>
            <a:gdLst/>
            <a:ahLst/>
            <a:cxnLst/>
            <a:rect l="l" t="t" r="r" b="b"/>
            <a:pathLst>
              <a:path w="553719" h="554989">
                <a:moveTo>
                  <a:pt x="276615" y="554904"/>
                </a:moveTo>
                <a:lnTo>
                  <a:pt x="226868" y="550437"/>
                </a:lnTo>
                <a:lnTo>
                  <a:pt x="180056" y="537557"/>
                </a:lnTo>
                <a:lnTo>
                  <a:pt x="136959" y="517045"/>
                </a:lnTo>
                <a:lnTo>
                  <a:pt x="98356" y="489682"/>
                </a:lnTo>
                <a:lnTo>
                  <a:pt x="65024" y="456250"/>
                </a:lnTo>
                <a:lnTo>
                  <a:pt x="37744" y="417530"/>
                </a:lnTo>
                <a:lnTo>
                  <a:pt x="17294" y="374302"/>
                </a:lnTo>
                <a:lnTo>
                  <a:pt x="4453" y="327349"/>
                </a:lnTo>
                <a:lnTo>
                  <a:pt x="0" y="277452"/>
                </a:lnTo>
                <a:lnTo>
                  <a:pt x="4453" y="227554"/>
                </a:lnTo>
                <a:lnTo>
                  <a:pt x="17294" y="180601"/>
                </a:lnTo>
                <a:lnTo>
                  <a:pt x="37744" y="137373"/>
                </a:lnTo>
                <a:lnTo>
                  <a:pt x="65024" y="98653"/>
                </a:lnTo>
                <a:lnTo>
                  <a:pt x="98356" y="65221"/>
                </a:lnTo>
                <a:lnTo>
                  <a:pt x="136959" y="37858"/>
                </a:lnTo>
                <a:lnTo>
                  <a:pt x="180056" y="17347"/>
                </a:lnTo>
                <a:lnTo>
                  <a:pt x="226868" y="4466"/>
                </a:lnTo>
                <a:lnTo>
                  <a:pt x="276615" y="0"/>
                </a:lnTo>
                <a:lnTo>
                  <a:pt x="326363" y="4466"/>
                </a:lnTo>
                <a:lnTo>
                  <a:pt x="373174" y="17347"/>
                </a:lnTo>
                <a:lnTo>
                  <a:pt x="416271" y="37858"/>
                </a:lnTo>
                <a:lnTo>
                  <a:pt x="454875" y="65221"/>
                </a:lnTo>
                <a:lnTo>
                  <a:pt x="462643" y="73013"/>
                </a:lnTo>
                <a:lnTo>
                  <a:pt x="262057" y="73013"/>
                </a:lnTo>
                <a:lnTo>
                  <a:pt x="247771" y="75842"/>
                </a:lnTo>
                <a:lnTo>
                  <a:pt x="236215" y="83600"/>
                </a:lnTo>
                <a:lnTo>
                  <a:pt x="228481" y="95191"/>
                </a:lnTo>
                <a:lnTo>
                  <a:pt x="225660" y="109520"/>
                </a:lnTo>
                <a:lnTo>
                  <a:pt x="228481" y="123849"/>
                </a:lnTo>
                <a:lnTo>
                  <a:pt x="236215" y="135440"/>
                </a:lnTo>
                <a:lnTo>
                  <a:pt x="247771" y="143198"/>
                </a:lnTo>
                <a:lnTo>
                  <a:pt x="262057" y="146027"/>
                </a:lnTo>
                <a:lnTo>
                  <a:pt x="519580" y="146027"/>
                </a:lnTo>
                <a:lnTo>
                  <a:pt x="533397" y="175232"/>
                </a:lnTo>
                <a:lnTo>
                  <a:pt x="211101" y="175232"/>
                </a:lnTo>
                <a:lnTo>
                  <a:pt x="211101" y="219041"/>
                </a:lnTo>
                <a:lnTo>
                  <a:pt x="254777" y="219041"/>
                </a:lnTo>
                <a:lnTo>
                  <a:pt x="254777" y="438082"/>
                </a:lnTo>
                <a:lnTo>
                  <a:pt x="203822" y="438082"/>
                </a:lnTo>
                <a:lnTo>
                  <a:pt x="203822" y="481890"/>
                </a:lnTo>
                <a:lnTo>
                  <a:pt x="462643" y="481890"/>
                </a:lnTo>
                <a:lnTo>
                  <a:pt x="454875" y="489682"/>
                </a:lnTo>
                <a:lnTo>
                  <a:pt x="416271" y="517045"/>
                </a:lnTo>
                <a:lnTo>
                  <a:pt x="373174" y="537557"/>
                </a:lnTo>
                <a:lnTo>
                  <a:pt x="326363" y="550437"/>
                </a:lnTo>
                <a:lnTo>
                  <a:pt x="276615" y="554904"/>
                </a:lnTo>
                <a:close/>
              </a:path>
              <a:path w="553719" h="554989">
                <a:moveTo>
                  <a:pt x="519580" y="146027"/>
                </a:moveTo>
                <a:lnTo>
                  <a:pt x="262057" y="146027"/>
                </a:lnTo>
                <a:lnTo>
                  <a:pt x="276342" y="143198"/>
                </a:lnTo>
                <a:lnTo>
                  <a:pt x="287898" y="135440"/>
                </a:lnTo>
                <a:lnTo>
                  <a:pt x="295633" y="123849"/>
                </a:lnTo>
                <a:lnTo>
                  <a:pt x="298453" y="109520"/>
                </a:lnTo>
                <a:lnTo>
                  <a:pt x="295633" y="95191"/>
                </a:lnTo>
                <a:lnTo>
                  <a:pt x="287898" y="83600"/>
                </a:lnTo>
                <a:lnTo>
                  <a:pt x="276342" y="75842"/>
                </a:lnTo>
                <a:lnTo>
                  <a:pt x="262057" y="73013"/>
                </a:lnTo>
                <a:lnTo>
                  <a:pt x="462643" y="73013"/>
                </a:lnTo>
                <a:lnTo>
                  <a:pt x="488206" y="98653"/>
                </a:lnTo>
                <a:lnTo>
                  <a:pt x="515486" y="137373"/>
                </a:lnTo>
                <a:lnTo>
                  <a:pt x="519580" y="146027"/>
                </a:lnTo>
                <a:close/>
              </a:path>
              <a:path w="553719" h="554989">
                <a:moveTo>
                  <a:pt x="462643" y="481890"/>
                </a:moveTo>
                <a:lnTo>
                  <a:pt x="349409" y="481890"/>
                </a:lnTo>
                <a:lnTo>
                  <a:pt x="349409" y="438082"/>
                </a:lnTo>
                <a:lnTo>
                  <a:pt x="298453" y="438082"/>
                </a:lnTo>
                <a:lnTo>
                  <a:pt x="298453" y="175232"/>
                </a:lnTo>
                <a:lnTo>
                  <a:pt x="533397" y="175232"/>
                </a:lnTo>
                <a:lnTo>
                  <a:pt x="535936" y="180601"/>
                </a:lnTo>
                <a:lnTo>
                  <a:pt x="548778" y="227554"/>
                </a:lnTo>
                <a:lnTo>
                  <a:pt x="553231" y="277452"/>
                </a:lnTo>
                <a:lnTo>
                  <a:pt x="548778" y="327349"/>
                </a:lnTo>
                <a:lnTo>
                  <a:pt x="535936" y="374302"/>
                </a:lnTo>
                <a:lnTo>
                  <a:pt x="515486" y="417530"/>
                </a:lnTo>
                <a:lnTo>
                  <a:pt x="488206" y="456250"/>
                </a:lnTo>
                <a:lnTo>
                  <a:pt x="462643" y="481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95087" y="2394485"/>
            <a:ext cx="213106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Packet</a:t>
            </a:r>
            <a:r>
              <a:rPr sz="16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transmission</a:t>
            </a:r>
            <a:r>
              <a:rPr sz="16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850"/>
              </a:lnSpc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AIR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3020" y="3324161"/>
            <a:ext cx="1758314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95"/>
              </a:spcBef>
            </a:pP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1%</a:t>
            </a: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1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850"/>
              </a:lnSpc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DUTY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CYCLE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49584" y="5262721"/>
            <a:ext cx="1195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Downlink</a:t>
            </a:r>
            <a:r>
              <a:rPr sz="20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59084" y="5815933"/>
            <a:ext cx="1574800" cy="685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188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FF0000"/>
                </a:solidFill>
                <a:latin typeface="Calibri"/>
                <a:cs typeface="Calibri"/>
              </a:rPr>
              <a:t>End-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r>
              <a:rPr sz="1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classes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3320"/>
              </a:lnSpc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8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8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63646" y="4572083"/>
            <a:ext cx="533400" cy="534035"/>
          </a:xfrm>
          <a:custGeom>
            <a:avLst/>
            <a:gdLst/>
            <a:ahLst/>
            <a:cxnLst/>
            <a:rect l="l" t="t" r="r" b="b"/>
            <a:pathLst>
              <a:path w="533400" h="534035">
                <a:moveTo>
                  <a:pt x="266481" y="533424"/>
                </a:moveTo>
                <a:lnTo>
                  <a:pt x="218556" y="529129"/>
                </a:lnTo>
                <a:lnTo>
                  <a:pt x="173459" y="516748"/>
                </a:lnTo>
                <a:lnTo>
                  <a:pt x="131941" y="497030"/>
                </a:lnTo>
                <a:lnTo>
                  <a:pt x="94752" y="470727"/>
                </a:lnTo>
                <a:lnTo>
                  <a:pt x="62642" y="438589"/>
                </a:lnTo>
                <a:lnTo>
                  <a:pt x="36361" y="401367"/>
                </a:lnTo>
                <a:lnTo>
                  <a:pt x="16661" y="359813"/>
                </a:lnTo>
                <a:lnTo>
                  <a:pt x="4290" y="314678"/>
                </a:lnTo>
                <a:lnTo>
                  <a:pt x="0" y="266712"/>
                </a:lnTo>
                <a:lnTo>
                  <a:pt x="4290" y="218745"/>
                </a:lnTo>
                <a:lnTo>
                  <a:pt x="16661" y="173610"/>
                </a:lnTo>
                <a:lnTo>
                  <a:pt x="36361" y="132056"/>
                </a:lnTo>
                <a:lnTo>
                  <a:pt x="62642" y="94834"/>
                </a:lnTo>
                <a:lnTo>
                  <a:pt x="94752" y="62696"/>
                </a:lnTo>
                <a:lnTo>
                  <a:pt x="131941" y="36393"/>
                </a:lnTo>
                <a:lnTo>
                  <a:pt x="173459" y="16675"/>
                </a:lnTo>
                <a:lnTo>
                  <a:pt x="218556" y="4294"/>
                </a:lnTo>
                <a:lnTo>
                  <a:pt x="266481" y="0"/>
                </a:lnTo>
                <a:lnTo>
                  <a:pt x="314405" y="4294"/>
                </a:lnTo>
                <a:lnTo>
                  <a:pt x="359502" y="16675"/>
                </a:lnTo>
                <a:lnTo>
                  <a:pt x="401020" y="36393"/>
                </a:lnTo>
                <a:lnTo>
                  <a:pt x="438209" y="62696"/>
                </a:lnTo>
                <a:lnTo>
                  <a:pt x="445693" y="70187"/>
                </a:lnTo>
                <a:lnTo>
                  <a:pt x="266481" y="70187"/>
                </a:lnTo>
                <a:lnTo>
                  <a:pt x="217677" y="78763"/>
                </a:lnTo>
                <a:lnTo>
                  <a:pt x="180050" y="102999"/>
                </a:lnTo>
                <a:lnTo>
                  <a:pt x="155834" y="140659"/>
                </a:lnTo>
                <a:lnTo>
                  <a:pt x="147265" y="189505"/>
                </a:lnTo>
                <a:lnTo>
                  <a:pt x="343620" y="189505"/>
                </a:lnTo>
                <a:lnTo>
                  <a:pt x="338174" y="218534"/>
                </a:lnTo>
                <a:lnTo>
                  <a:pt x="322670" y="240654"/>
                </a:lnTo>
                <a:lnTo>
                  <a:pt x="298355" y="254747"/>
                </a:lnTo>
                <a:lnTo>
                  <a:pt x="266481" y="259693"/>
                </a:lnTo>
                <a:lnTo>
                  <a:pt x="245443" y="259693"/>
                </a:lnTo>
                <a:lnTo>
                  <a:pt x="245443" y="364974"/>
                </a:lnTo>
                <a:lnTo>
                  <a:pt x="513854" y="364974"/>
                </a:lnTo>
                <a:lnTo>
                  <a:pt x="500544" y="393049"/>
                </a:lnTo>
                <a:lnTo>
                  <a:pt x="266481" y="393049"/>
                </a:lnTo>
                <a:lnTo>
                  <a:pt x="252718" y="395769"/>
                </a:lnTo>
                <a:lnTo>
                  <a:pt x="241586" y="403226"/>
                </a:lnTo>
                <a:lnTo>
                  <a:pt x="234135" y="414368"/>
                </a:lnTo>
                <a:lnTo>
                  <a:pt x="231417" y="428142"/>
                </a:lnTo>
                <a:lnTo>
                  <a:pt x="234135" y="441917"/>
                </a:lnTo>
                <a:lnTo>
                  <a:pt x="241586" y="453059"/>
                </a:lnTo>
                <a:lnTo>
                  <a:pt x="252718" y="460516"/>
                </a:lnTo>
                <a:lnTo>
                  <a:pt x="266481" y="463236"/>
                </a:lnTo>
                <a:lnTo>
                  <a:pt x="445693" y="463236"/>
                </a:lnTo>
                <a:lnTo>
                  <a:pt x="438209" y="470727"/>
                </a:lnTo>
                <a:lnTo>
                  <a:pt x="401020" y="497030"/>
                </a:lnTo>
                <a:lnTo>
                  <a:pt x="359502" y="516748"/>
                </a:lnTo>
                <a:lnTo>
                  <a:pt x="314405" y="529129"/>
                </a:lnTo>
                <a:lnTo>
                  <a:pt x="266481" y="533424"/>
                </a:lnTo>
                <a:close/>
              </a:path>
              <a:path w="533400" h="534035">
                <a:moveTo>
                  <a:pt x="513854" y="364974"/>
                </a:moveTo>
                <a:lnTo>
                  <a:pt x="287519" y="364974"/>
                </a:lnTo>
                <a:lnTo>
                  <a:pt x="287519" y="300401"/>
                </a:lnTo>
                <a:lnTo>
                  <a:pt x="327710" y="287910"/>
                </a:lnTo>
                <a:lnTo>
                  <a:pt x="358697" y="264167"/>
                </a:lnTo>
                <a:lnTo>
                  <a:pt x="378639" y="230817"/>
                </a:lnTo>
                <a:lnTo>
                  <a:pt x="385696" y="189505"/>
                </a:lnTo>
                <a:lnTo>
                  <a:pt x="376437" y="142732"/>
                </a:lnTo>
                <a:lnTo>
                  <a:pt x="351071" y="104842"/>
                </a:lnTo>
                <a:lnTo>
                  <a:pt x="313213" y="79454"/>
                </a:lnTo>
                <a:lnTo>
                  <a:pt x="266481" y="70187"/>
                </a:lnTo>
                <a:lnTo>
                  <a:pt x="445693" y="70187"/>
                </a:lnTo>
                <a:lnTo>
                  <a:pt x="470319" y="94834"/>
                </a:lnTo>
                <a:lnTo>
                  <a:pt x="496600" y="132056"/>
                </a:lnTo>
                <a:lnTo>
                  <a:pt x="516301" y="173610"/>
                </a:lnTo>
                <a:lnTo>
                  <a:pt x="528614" y="218534"/>
                </a:lnTo>
                <a:lnTo>
                  <a:pt x="528671" y="218745"/>
                </a:lnTo>
                <a:lnTo>
                  <a:pt x="532962" y="266712"/>
                </a:lnTo>
                <a:lnTo>
                  <a:pt x="528671" y="314678"/>
                </a:lnTo>
                <a:lnTo>
                  <a:pt x="516301" y="359813"/>
                </a:lnTo>
                <a:lnTo>
                  <a:pt x="513854" y="364974"/>
                </a:lnTo>
                <a:close/>
              </a:path>
              <a:path w="533400" h="534035">
                <a:moveTo>
                  <a:pt x="343620" y="189505"/>
                </a:moveTo>
                <a:lnTo>
                  <a:pt x="189341" y="189505"/>
                </a:lnTo>
                <a:lnTo>
                  <a:pt x="194590" y="157011"/>
                </a:lnTo>
                <a:lnTo>
                  <a:pt x="209766" y="132741"/>
                </a:lnTo>
                <a:lnTo>
                  <a:pt x="234014" y="117552"/>
                </a:lnTo>
                <a:lnTo>
                  <a:pt x="266481" y="112299"/>
                </a:lnTo>
                <a:lnTo>
                  <a:pt x="297172" y="118145"/>
                </a:lnTo>
                <a:lnTo>
                  <a:pt x="321618" y="134321"/>
                </a:lnTo>
                <a:lnTo>
                  <a:pt x="337780" y="158787"/>
                </a:lnTo>
                <a:lnTo>
                  <a:pt x="343620" y="189505"/>
                </a:lnTo>
                <a:close/>
              </a:path>
              <a:path w="533400" h="534035">
                <a:moveTo>
                  <a:pt x="445693" y="463236"/>
                </a:moveTo>
                <a:lnTo>
                  <a:pt x="266481" y="463236"/>
                </a:lnTo>
                <a:lnTo>
                  <a:pt x="280243" y="460516"/>
                </a:lnTo>
                <a:lnTo>
                  <a:pt x="291376" y="453059"/>
                </a:lnTo>
                <a:lnTo>
                  <a:pt x="298827" y="441917"/>
                </a:lnTo>
                <a:lnTo>
                  <a:pt x="301544" y="428142"/>
                </a:lnTo>
                <a:lnTo>
                  <a:pt x="298827" y="414368"/>
                </a:lnTo>
                <a:lnTo>
                  <a:pt x="291376" y="403226"/>
                </a:lnTo>
                <a:lnTo>
                  <a:pt x="280243" y="395769"/>
                </a:lnTo>
                <a:lnTo>
                  <a:pt x="266481" y="393049"/>
                </a:lnTo>
                <a:lnTo>
                  <a:pt x="500544" y="393049"/>
                </a:lnTo>
                <a:lnTo>
                  <a:pt x="496600" y="401367"/>
                </a:lnTo>
                <a:lnTo>
                  <a:pt x="470319" y="438589"/>
                </a:lnTo>
                <a:lnTo>
                  <a:pt x="445693" y="4632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2591</Words>
  <Application>Microsoft Macintosh PowerPoint</Application>
  <PresentationFormat>Widescreen</PresentationFormat>
  <Paragraphs>711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Times New Roman</vt:lpstr>
      <vt:lpstr>Wingdings</vt:lpstr>
      <vt:lpstr>Office Theme</vt:lpstr>
      <vt:lpstr>PowerPoint Presentation</vt:lpstr>
      <vt:lpstr>A serial link connection</vt:lpstr>
      <vt:lpstr>a serial link connection</vt:lpstr>
      <vt:lpstr>LoRa and LoRaWAN® for the Internet of Things</vt:lpstr>
      <vt:lpstr>LoRa and LoRaWAN® for the Internet of Things</vt:lpstr>
      <vt:lpstr>PowerPoint Presentation</vt:lpstr>
      <vt:lpstr>PowerPoint Presentation</vt:lpstr>
      <vt:lpstr>PowerPoint Presentation</vt:lpstr>
      <vt:lpstr>PowerPoint Presentation</vt:lpstr>
      <vt:lpstr>Low Power</vt:lpstr>
      <vt:lpstr>PowerPoint Presentation</vt:lpstr>
      <vt:lpstr>User Application</vt:lpstr>
      <vt:lpstr>Embedded systems &amp; Internet of Things</vt:lpstr>
      <vt:lpstr>Embedded systems and IoT</vt:lpstr>
      <vt:lpstr>Protocols used in IoT</vt:lpstr>
      <vt:lpstr>The free frequency bands</vt:lpstr>
      <vt:lpstr>Frequency Division Multiplexing</vt:lpstr>
      <vt:lpstr>Spread Spectrum</vt:lpstr>
      <vt:lpstr>Time Division Multiplexing</vt:lpstr>
      <vt:lpstr>LET’S RECAP</vt:lpstr>
      <vt:lpstr>LET’S RECAP : Exercise</vt:lpstr>
      <vt:lpstr>Radio Transmission and propagation</vt:lpstr>
      <vt:lpstr>Units and definitions : Decibel - 1</vt:lpstr>
      <vt:lpstr>Units and definitions : Decibel - 2</vt:lpstr>
      <vt:lpstr>The decibel for power : dBm</vt:lpstr>
      <vt:lpstr>Definitions: RSSI, Sensitivity, SNR</vt:lpstr>
      <vt:lpstr>Definitions: RSSI, Sensitivity, SNR</vt:lpstr>
      <vt:lpstr>Example - 1</vt:lpstr>
      <vt:lpstr>Definitions: Link Budget</vt:lpstr>
      <vt:lpstr>Example - 2</vt:lpstr>
      <vt:lpstr>Reception on Gateway</vt:lpstr>
      <vt:lpstr>Example of LoRa transceiver documentation</vt:lpstr>
      <vt:lpstr>LET’S RECAP</vt:lpstr>
      <vt:lpstr>LoRa modulation Physical Layer</vt:lpstr>
      <vt:lpstr>The Chirp (symbol) - 1</vt:lpstr>
      <vt:lpstr>The Chirp (symbol) - 2</vt:lpstr>
      <vt:lpstr>The Chirp (symbol) - 3</vt:lpstr>
      <vt:lpstr>The LoRa frame - 1</vt:lpstr>
      <vt:lpstr>The LoRa frame - 2</vt:lpstr>
      <vt:lpstr>The LoRa frame - 1</vt:lpstr>
      <vt:lpstr>Symbol duration</vt:lpstr>
      <vt:lpstr>LoRa bitrate</vt:lpstr>
      <vt:lpstr>Bit rate</vt:lpstr>
      <vt:lpstr>Coding Rate</vt:lpstr>
      <vt:lpstr>LoRa Frame</vt:lpstr>
      <vt:lpstr>LoRa Frame</vt:lpstr>
      <vt:lpstr>LoRa Frame</vt:lpstr>
      <vt:lpstr>LoRaWAN Frame</vt:lpstr>
      <vt:lpstr>LoRaWAN Frame</vt:lpstr>
      <vt:lpstr>LoRaWAN Frame</vt:lpstr>
      <vt:lpstr>Duty-cycle in LoRaWAN (EU868)</vt:lpstr>
      <vt:lpstr>Energy consumption</vt:lpstr>
      <vt:lpstr>The LoRaWAN protocol</vt:lpstr>
      <vt:lpstr>LoRa vs LoRaWAN</vt:lpstr>
      <vt:lpstr>LoRa vs LoRaWAN</vt:lpstr>
      <vt:lpstr>LoRaWAN protocol versions</vt:lpstr>
      <vt:lpstr>LoRaWAN network infrastructure</vt:lpstr>
      <vt:lpstr>LoRaWAN network infrastructure</vt:lpstr>
      <vt:lpstr>LoRaWAN Network Server and Application Server</vt:lpstr>
      <vt:lpstr>LoRaWAN Network Server and Application Server</vt:lpstr>
      <vt:lpstr>LoRaWAN end-device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Korota Arsene COULIBALY</dc:creator>
  <cp:lastModifiedBy>Korota Arsene COULIBALY</cp:lastModifiedBy>
  <cp:revision>1</cp:revision>
  <dcterms:created xsi:type="dcterms:W3CDTF">2025-02-23T15:59:28Z</dcterms:created>
  <dcterms:modified xsi:type="dcterms:W3CDTF">2025-02-23T16:01:23Z</dcterms:modified>
</cp:coreProperties>
</file>